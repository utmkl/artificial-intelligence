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44"/>
  </p:notesMasterIdLst>
  <p:sldIdLst>
    <p:sldId id="256" r:id="rId3"/>
    <p:sldId id="271" r:id="rId4"/>
    <p:sldId id="308" r:id="rId5"/>
    <p:sldId id="286" r:id="rId6"/>
    <p:sldId id="261" r:id="rId7"/>
    <p:sldId id="260" r:id="rId8"/>
    <p:sldId id="309" r:id="rId9"/>
    <p:sldId id="310" r:id="rId10"/>
    <p:sldId id="262" r:id="rId11"/>
    <p:sldId id="287" r:id="rId12"/>
    <p:sldId id="311" r:id="rId13"/>
    <p:sldId id="312" r:id="rId14"/>
    <p:sldId id="288" r:id="rId15"/>
    <p:sldId id="290" r:id="rId16"/>
    <p:sldId id="269" r:id="rId17"/>
    <p:sldId id="313" r:id="rId18"/>
    <p:sldId id="289" r:id="rId19"/>
    <p:sldId id="272" r:id="rId20"/>
    <p:sldId id="291" r:id="rId21"/>
    <p:sldId id="258" r:id="rId22"/>
    <p:sldId id="277" r:id="rId23"/>
    <p:sldId id="292" r:id="rId24"/>
    <p:sldId id="300" r:id="rId25"/>
    <p:sldId id="299" r:id="rId26"/>
    <p:sldId id="298" r:id="rId27"/>
    <p:sldId id="279" r:id="rId28"/>
    <p:sldId id="276" r:id="rId29"/>
    <p:sldId id="301" r:id="rId30"/>
    <p:sldId id="294" r:id="rId31"/>
    <p:sldId id="302" r:id="rId32"/>
    <p:sldId id="303" r:id="rId33"/>
    <p:sldId id="296" r:id="rId34"/>
    <p:sldId id="295" r:id="rId35"/>
    <p:sldId id="304" r:id="rId36"/>
    <p:sldId id="305" r:id="rId37"/>
    <p:sldId id="284" r:id="rId38"/>
    <p:sldId id="293" r:id="rId39"/>
    <p:sldId id="273" r:id="rId40"/>
    <p:sldId id="283" r:id="rId41"/>
    <p:sldId id="274" r:id="rId42"/>
    <p:sldId id="275"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646"/>
    <a:srgbClr val="008000"/>
    <a:srgbClr val="9D3B38"/>
    <a:srgbClr val="3898B2"/>
    <a:srgbClr val="0070C0"/>
    <a:srgbClr val="358BA2"/>
    <a:srgbClr val="984807"/>
    <a:srgbClr val="FFE1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643" autoAdjust="0"/>
    <p:restoredTop sz="86432" autoAdjust="0"/>
  </p:normalViewPr>
  <p:slideViewPr>
    <p:cSldViewPr>
      <p:cViewPr varScale="1">
        <p:scale>
          <a:sx n="63" d="100"/>
          <a:sy n="63" d="100"/>
        </p:scale>
        <p:origin x="124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67F392-1AF9-45AD-9015-2BF89DDC6993}"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C5F7134F-8E69-4AFD-8E63-61F81D89AEEC}">
      <dgm:prSet/>
      <dgm:spPr/>
      <dgm:t>
        <a:bodyPr/>
        <a:lstStyle/>
        <a:p>
          <a:r>
            <a:rPr lang="en-US" b="1"/>
            <a:t>Activity 1.0 (10 mins)</a:t>
          </a:r>
          <a:r>
            <a:rPr lang="en-US"/>
            <a:t>:</a:t>
          </a:r>
        </a:p>
      </dgm:t>
    </dgm:pt>
    <dgm:pt modelId="{E9EB3DC5-D477-4EA3-BE14-BFDE2EB6ABB5}" type="parTrans" cxnId="{175E0104-9375-4C21-89CA-56F17286B9A1}">
      <dgm:prSet/>
      <dgm:spPr/>
      <dgm:t>
        <a:bodyPr/>
        <a:lstStyle/>
        <a:p>
          <a:endParaRPr lang="en-US"/>
        </a:p>
      </dgm:t>
    </dgm:pt>
    <dgm:pt modelId="{64EDEF73-A96E-47D8-9FE6-FA1B8A93240B}" type="sibTrans" cxnId="{175E0104-9375-4C21-89CA-56F17286B9A1}">
      <dgm:prSet/>
      <dgm:spPr/>
      <dgm:t>
        <a:bodyPr/>
        <a:lstStyle/>
        <a:p>
          <a:endParaRPr lang="en-US"/>
        </a:p>
      </dgm:t>
    </dgm:pt>
    <dgm:pt modelId="{2307EE58-5353-4EA9-A5ED-86698DF32407}">
      <dgm:prSet/>
      <dgm:spPr/>
      <dgm:t>
        <a:bodyPr/>
        <a:lstStyle/>
        <a:p>
          <a:r>
            <a:rPr lang="en-US" altLang="en-US" dirty="0">
              <a:latin typeface="+mn-lt"/>
            </a:rPr>
            <a:t>Assumes that 2 islands and 2 riverbanks become the nodes of the graph. Meanwhile 7 bridges become the arcs.</a:t>
          </a:r>
          <a:endParaRPr lang="en-US" dirty="0"/>
        </a:p>
      </dgm:t>
    </dgm:pt>
    <dgm:pt modelId="{4A54A56E-4936-42C6-82E6-C1EB564CF593}" type="parTrans" cxnId="{C35F185C-A09B-40E6-9BBC-A27AADD68ACE}">
      <dgm:prSet/>
      <dgm:spPr/>
      <dgm:t>
        <a:bodyPr/>
        <a:lstStyle/>
        <a:p>
          <a:endParaRPr lang="en-US"/>
        </a:p>
      </dgm:t>
    </dgm:pt>
    <dgm:pt modelId="{3B55A239-DDE6-4406-9568-344DF15C5D3F}" type="sibTrans" cxnId="{C35F185C-A09B-40E6-9BBC-A27AADD68ACE}">
      <dgm:prSet/>
      <dgm:spPr/>
      <dgm:t>
        <a:bodyPr/>
        <a:lstStyle/>
        <a:p>
          <a:endParaRPr lang="en-US"/>
        </a:p>
      </dgm:t>
    </dgm:pt>
    <dgm:pt modelId="{DA54C542-D59F-4EAE-94D0-D6CF8409290B}">
      <dgm:prSet/>
      <dgm:spPr/>
      <dgm:t>
        <a:bodyPr/>
        <a:lstStyle/>
        <a:p>
          <a:endParaRPr lang="en-US"/>
        </a:p>
      </dgm:t>
    </dgm:pt>
    <dgm:pt modelId="{6EF71D40-5D76-4F28-B0AE-7B2611CF58B7}" type="parTrans" cxnId="{FAD71161-9AD7-438A-AA25-01A91BE4FB0E}">
      <dgm:prSet/>
      <dgm:spPr/>
      <dgm:t>
        <a:bodyPr/>
        <a:lstStyle/>
        <a:p>
          <a:endParaRPr lang="en-MY"/>
        </a:p>
      </dgm:t>
    </dgm:pt>
    <dgm:pt modelId="{F73A6E28-28BF-43D4-9C06-C4B7FC864D20}" type="sibTrans" cxnId="{FAD71161-9AD7-438A-AA25-01A91BE4FB0E}">
      <dgm:prSet/>
      <dgm:spPr/>
      <dgm:t>
        <a:bodyPr/>
        <a:lstStyle/>
        <a:p>
          <a:endParaRPr lang="en-MY"/>
        </a:p>
      </dgm:t>
    </dgm:pt>
    <dgm:pt modelId="{42B326A7-B4A9-4EAD-B894-4716559EE6A2}">
      <dgm:prSet/>
      <dgm:spPr/>
      <dgm:t>
        <a:bodyPr/>
        <a:lstStyle/>
        <a:p>
          <a:r>
            <a:rPr lang="en-US"/>
            <a:t>Share in the class.</a:t>
          </a:r>
        </a:p>
      </dgm:t>
    </dgm:pt>
    <dgm:pt modelId="{8164278C-3400-4774-80C5-D3F50568D8FA}" type="parTrans" cxnId="{9E56D68B-2F91-4937-A88F-E205B394E908}">
      <dgm:prSet/>
      <dgm:spPr/>
      <dgm:t>
        <a:bodyPr/>
        <a:lstStyle/>
        <a:p>
          <a:endParaRPr lang="en-MY"/>
        </a:p>
      </dgm:t>
    </dgm:pt>
    <dgm:pt modelId="{09308280-B4C3-4131-A24B-B381C0E587EA}" type="sibTrans" cxnId="{9E56D68B-2F91-4937-A88F-E205B394E908}">
      <dgm:prSet/>
      <dgm:spPr/>
      <dgm:t>
        <a:bodyPr/>
        <a:lstStyle/>
        <a:p>
          <a:endParaRPr lang="en-MY"/>
        </a:p>
      </dgm:t>
    </dgm:pt>
    <dgm:pt modelId="{F1ADA076-15A0-4EE4-9F1B-69A9D05FDC82}">
      <dgm:prSet/>
      <dgm:spPr/>
      <dgm:t>
        <a:bodyPr/>
        <a:lstStyle/>
        <a:p>
          <a:r>
            <a:rPr lang="en-US" altLang="en-US" dirty="0">
              <a:latin typeface="+mn-lt"/>
            </a:rPr>
            <a:t>Draw a graph that consist all those nodes and arcs.</a:t>
          </a:r>
        </a:p>
      </dgm:t>
    </dgm:pt>
    <dgm:pt modelId="{757D2929-5792-45C4-9197-F6EFE6616A5F}" type="parTrans" cxnId="{7B928437-768C-4019-8876-12E30EA0546B}">
      <dgm:prSet/>
      <dgm:spPr/>
      <dgm:t>
        <a:bodyPr/>
        <a:lstStyle/>
        <a:p>
          <a:endParaRPr lang="en-MY"/>
        </a:p>
      </dgm:t>
    </dgm:pt>
    <dgm:pt modelId="{E435FC7E-5FBB-4B0D-9E70-B14E1DD0DFCD}" type="sibTrans" cxnId="{7B928437-768C-4019-8876-12E30EA0546B}">
      <dgm:prSet/>
      <dgm:spPr/>
      <dgm:t>
        <a:bodyPr/>
        <a:lstStyle/>
        <a:p>
          <a:endParaRPr lang="en-MY"/>
        </a:p>
      </dgm:t>
    </dgm:pt>
    <dgm:pt modelId="{9EE4B910-146A-4F08-8B69-E1401C022AC3}" type="pres">
      <dgm:prSet presAssocID="{4067F392-1AF9-45AD-9015-2BF89DDC6993}" presName="linear" presStyleCnt="0">
        <dgm:presLayoutVars>
          <dgm:animLvl val="lvl"/>
          <dgm:resizeHandles val="exact"/>
        </dgm:presLayoutVars>
      </dgm:prSet>
      <dgm:spPr/>
      <dgm:t>
        <a:bodyPr/>
        <a:lstStyle/>
        <a:p>
          <a:endParaRPr lang="en-MY"/>
        </a:p>
      </dgm:t>
    </dgm:pt>
    <dgm:pt modelId="{983A2BCA-1953-4A72-9A13-7E45799F329A}" type="pres">
      <dgm:prSet presAssocID="{C5F7134F-8E69-4AFD-8E63-61F81D89AEEC}" presName="parentText" presStyleLbl="node1" presStyleIdx="0" presStyleCnt="1">
        <dgm:presLayoutVars>
          <dgm:chMax val="0"/>
          <dgm:bulletEnabled val="1"/>
        </dgm:presLayoutVars>
      </dgm:prSet>
      <dgm:spPr/>
      <dgm:t>
        <a:bodyPr/>
        <a:lstStyle/>
        <a:p>
          <a:endParaRPr lang="en-MY"/>
        </a:p>
      </dgm:t>
    </dgm:pt>
    <dgm:pt modelId="{9DA19176-22A9-43D2-B3E6-01CEF99DFDD3}" type="pres">
      <dgm:prSet presAssocID="{C5F7134F-8E69-4AFD-8E63-61F81D89AEEC}" presName="childText" presStyleLbl="revTx" presStyleIdx="0" presStyleCnt="1">
        <dgm:presLayoutVars>
          <dgm:bulletEnabled val="1"/>
        </dgm:presLayoutVars>
      </dgm:prSet>
      <dgm:spPr/>
      <dgm:t>
        <a:bodyPr/>
        <a:lstStyle/>
        <a:p>
          <a:endParaRPr lang="en-MY"/>
        </a:p>
      </dgm:t>
    </dgm:pt>
  </dgm:ptLst>
  <dgm:cxnLst>
    <dgm:cxn modelId="{9E56D68B-2F91-4937-A88F-E205B394E908}" srcId="{C5F7134F-8E69-4AFD-8E63-61F81D89AEEC}" destId="{42B326A7-B4A9-4EAD-B894-4716559EE6A2}" srcOrd="2" destOrd="0" parTransId="{8164278C-3400-4774-80C5-D3F50568D8FA}" sibTransId="{09308280-B4C3-4131-A24B-B381C0E587EA}"/>
    <dgm:cxn modelId="{E663F647-223E-45C5-814B-392102CCAA82}" type="presOf" srcId="{F1ADA076-15A0-4EE4-9F1B-69A9D05FDC82}" destId="{9DA19176-22A9-43D2-B3E6-01CEF99DFDD3}" srcOrd="0" destOrd="1" presId="urn:microsoft.com/office/officeart/2005/8/layout/vList2"/>
    <dgm:cxn modelId="{F87CF3CA-D4BD-47B0-AE6B-42108F600F4D}" type="presOf" srcId="{42B326A7-B4A9-4EAD-B894-4716559EE6A2}" destId="{9DA19176-22A9-43D2-B3E6-01CEF99DFDD3}" srcOrd="0" destOrd="2" presId="urn:microsoft.com/office/officeart/2005/8/layout/vList2"/>
    <dgm:cxn modelId="{B56423CD-8E1F-4788-A3E0-BC98518ABFE5}" type="presOf" srcId="{DA54C542-D59F-4EAE-94D0-D6CF8409290B}" destId="{9DA19176-22A9-43D2-B3E6-01CEF99DFDD3}" srcOrd="0" destOrd="3" presId="urn:microsoft.com/office/officeart/2005/8/layout/vList2"/>
    <dgm:cxn modelId="{C107432E-B586-4089-9B00-2A64AE5FDF3F}" type="presOf" srcId="{C5F7134F-8E69-4AFD-8E63-61F81D89AEEC}" destId="{983A2BCA-1953-4A72-9A13-7E45799F329A}" srcOrd="0" destOrd="0" presId="urn:microsoft.com/office/officeart/2005/8/layout/vList2"/>
    <dgm:cxn modelId="{FAD71161-9AD7-438A-AA25-01A91BE4FB0E}" srcId="{C5F7134F-8E69-4AFD-8E63-61F81D89AEEC}" destId="{DA54C542-D59F-4EAE-94D0-D6CF8409290B}" srcOrd="3" destOrd="0" parTransId="{6EF71D40-5D76-4F28-B0AE-7B2611CF58B7}" sibTransId="{F73A6E28-28BF-43D4-9C06-C4B7FC864D20}"/>
    <dgm:cxn modelId="{2930F3DB-D6FB-4C62-A437-11DCF0B4A353}" type="presOf" srcId="{4067F392-1AF9-45AD-9015-2BF89DDC6993}" destId="{9EE4B910-146A-4F08-8B69-E1401C022AC3}" srcOrd="0" destOrd="0" presId="urn:microsoft.com/office/officeart/2005/8/layout/vList2"/>
    <dgm:cxn modelId="{C35F185C-A09B-40E6-9BBC-A27AADD68ACE}" srcId="{C5F7134F-8E69-4AFD-8E63-61F81D89AEEC}" destId="{2307EE58-5353-4EA9-A5ED-86698DF32407}" srcOrd="0" destOrd="0" parTransId="{4A54A56E-4936-42C6-82E6-C1EB564CF593}" sibTransId="{3B55A239-DDE6-4406-9568-344DF15C5D3F}"/>
    <dgm:cxn modelId="{D45764C1-74A0-43AF-A062-0F53725ED806}" type="presOf" srcId="{2307EE58-5353-4EA9-A5ED-86698DF32407}" destId="{9DA19176-22A9-43D2-B3E6-01CEF99DFDD3}" srcOrd="0" destOrd="0" presId="urn:microsoft.com/office/officeart/2005/8/layout/vList2"/>
    <dgm:cxn modelId="{7B928437-768C-4019-8876-12E30EA0546B}" srcId="{C5F7134F-8E69-4AFD-8E63-61F81D89AEEC}" destId="{F1ADA076-15A0-4EE4-9F1B-69A9D05FDC82}" srcOrd="1" destOrd="0" parTransId="{757D2929-5792-45C4-9197-F6EFE6616A5F}" sibTransId="{E435FC7E-5FBB-4B0D-9E70-B14E1DD0DFCD}"/>
    <dgm:cxn modelId="{175E0104-9375-4C21-89CA-56F17286B9A1}" srcId="{4067F392-1AF9-45AD-9015-2BF89DDC6993}" destId="{C5F7134F-8E69-4AFD-8E63-61F81D89AEEC}" srcOrd="0" destOrd="0" parTransId="{E9EB3DC5-D477-4EA3-BE14-BFDE2EB6ABB5}" sibTransId="{64EDEF73-A96E-47D8-9FE6-FA1B8A93240B}"/>
    <dgm:cxn modelId="{A6EFF89E-CDAA-406D-9313-67AE394FDC06}" type="presParOf" srcId="{9EE4B910-146A-4F08-8B69-E1401C022AC3}" destId="{983A2BCA-1953-4A72-9A13-7E45799F329A}" srcOrd="0" destOrd="0" presId="urn:microsoft.com/office/officeart/2005/8/layout/vList2"/>
    <dgm:cxn modelId="{57144BA6-0A75-4738-9E92-0B218DCC3AC0}" type="presParOf" srcId="{9EE4B910-146A-4F08-8B69-E1401C022AC3}" destId="{9DA19176-22A9-43D2-B3E6-01CEF99DFDD3}" srcOrd="1"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67F392-1AF9-45AD-9015-2BF89DDC6993}"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2307EE58-5353-4EA9-A5ED-86698DF32407}">
      <dgm:prSet/>
      <dgm:spPr/>
      <dgm:t>
        <a:bodyPr/>
        <a:lstStyle/>
        <a:p>
          <a:r>
            <a:rPr lang="en-US" altLang="en-US" dirty="0">
              <a:latin typeface="+mn-lt"/>
            </a:rPr>
            <a:t>Based on the given graph of Konigsberg bridge system, two nodes can be connected by an edge. For example, using predicate logic, it can be represented using Connect(i1, i2, b1).</a:t>
          </a:r>
          <a:endParaRPr lang="en-US" dirty="0"/>
        </a:p>
      </dgm:t>
    </dgm:pt>
    <dgm:pt modelId="{4A54A56E-4936-42C6-82E6-C1EB564CF593}" type="parTrans" cxnId="{C35F185C-A09B-40E6-9BBC-A27AADD68ACE}">
      <dgm:prSet/>
      <dgm:spPr/>
      <dgm:t>
        <a:bodyPr/>
        <a:lstStyle/>
        <a:p>
          <a:endParaRPr lang="en-US"/>
        </a:p>
      </dgm:t>
    </dgm:pt>
    <dgm:pt modelId="{3B55A239-DDE6-4406-9568-344DF15C5D3F}" type="sibTrans" cxnId="{C35F185C-A09B-40E6-9BBC-A27AADD68ACE}">
      <dgm:prSet/>
      <dgm:spPr/>
      <dgm:t>
        <a:bodyPr/>
        <a:lstStyle/>
        <a:p>
          <a:endParaRPr lang="en-US"/>
        </a:p>
      </dgm:t>
    </dgm:pt>
    <dgm:pt modelId="{DA54C542-D59F-4EAE-94D0-D6CF8409290B}">
      <dgm:prSet/>
      <dgm:spPr/>
      <dgm:t>
        <a:bodyPr/>
        <a:lstStyle/>
        <a:p>
          <a:endParaRPr lang="en-US"/>
        </a:p>
      </dgm:t>
    </dgm:pt>
    <dgm:pt modelId="{6EF71D40-5D76-4F28-B0AE-7B2611CF58B7}" type="parTrans" cxnId="{FAD71161-9AD7-438A-AA25-01A91BE4FB0E}">
      <dgm:prSet/>
      <dgm:spPr/>
      <dgm:t>
        <a:bodyPr/>
        <a:lstStyle/>
        <a:p>
          <a:endParaRPr lang="en-MY"/>
        </a:p>
      </dgm:t>
    </dgm:pt>
    <dgm:pt modelId="{F73A6E28-28BF-43D4-9C06-C4B7FC864D20}" type="sibTrans" cxnId="{FAD71161-9AD7-438A-AA25-01A91BE4FB0E}">
      <dgm:prSet/>
      <dgm:spPr/>
      <dgm:t>
        <a:bodyPr/>
        <a:lstStyle/>
        <a:p>
          <a:endParaRPr lang="en-MY"/>
        </a:p>
      </dgm:t>
    </dgm:pt>
    <dgm:pt modelId="{42B326A7-B4A9-4EAD-B894-4716559EE6A2}">
      <dgm:prSet/>
      <dgm:spPr/>
      <dgm:t>
        <a:bodyPr/>
        <a:lstStyle/>
        <a:p>
          <a:r>
            <a:rPr lang="en-US" dirty="0"/>
            <a:t>Share in the class.</a:t>
          </a:r>
        </a:p>
      </dgm:t>
    </dgm:pt>
    <dgm:pt modelId="{8164278C-3400-4774-80C5-D3F50568D8FA}" type="parTrans" cxnId="{9E56D68B-2F91-4937-A88F-E205B394E908}">
      <dgm:prSet/>
      <dgm:spPr/>
      <dgm:t>
        <a:bodyPr/>
        <a:lstStyle/>
        <a:p>
          <a:endParaRPr lang="en-MY"/>
        </a:p>
      </dgm:t>
    </dgm:pt>
    <dgm:pt modelId="{09308280-B4C3-4131-A24B-B381C0E587EA}" type="sibTrans" cxnId="{9E56D68B-2F91-4937-A88F-E205B394E908}">
      <dgm:prSet/>
      <dgm:spPr/>
      <dgm:t>
        <a:bodyPr/>
        <a:lstStyle/>
        <a:p>
          <a:endParaRPr lang="en-MY"/>
        </a:p>
      </dgm:t>
    </dgm:pt>
    <dgm:pt modelId="{F1ADA076-15A0-4EE4-9F1B-69A9D05FDC82}">
      <dgm:prSet/>
      <dgm:spPr/>
      <dgm:t>
        <a:bodyPr/>
        <a:lstStyle/>
        <a:p>
          <a:r>
            <a:rPr lang="en-US" altLang="en-US" dirty="0">
              <a:latin typeface="+mn-lt"/>
            </a:rPr>
            <a:t>List all possible connections in a form of predicate logic.</a:t>
          </a:r>
        </a:p>
      </dgm:t>
    </dgm:pt>
    <dgm:pt modelId="{757D2929-5792-45C4-9197-F6EFE6616A5F}" type="parTrans" cxnId="{7B928437-768C-4019-8876-12E30EA0546B}">
      <dgm:prSet/>
      <dgm:spPr/>
      <dgm:t>
        <a:bodyPr/>
        <a:lstStyle/>
        <a:p>
          <a:endParaRPr lang="en-MY"/>
        </a:p>
      </dgm:t>
    </dgm:pt>
    <dgm:pt modelId="{E435FC7E-5FBB-4B0D-9E70-B14E1DD0DFCD}" type="sibTrans" cxnId="{7B928437-768C-4019-8876-12E30EA0546B}">
      <dgm:prSet/>
      <dgm:spPr/>
      <dgm:t>
        <a:bodyPr/>
        <a:lstStyle/>
        <a:p>
          <a:endParaRPr lang="en-MY"/>
        </a:p>
      </dgm:t>
    </dgm:pt>
    <dgm:pt modelId="{C5F7134F-8E69-4AFD-8E63-61F81D89AEEC}">
      <dgm:prSet/>
      <dgm:spPr/>
      <dgm:t>
        <a:bodyPr/>
        <a:lstStyle/>
        <a:p>
          <a:r>
            <a:rPr lang="en-US" b="1" dirty="0"/>
            <a:t>Activity 2.0 (5 mins)</a:t>
          </a:r>
          <a:r>
            <a:rPr lang="en-US" dirty="0"/>
            <a:t>:</a:t>
          </a:r>
        </a:p>
      </dgm:t>
    </dgm:pt>
    <dgm:pt modelId="{64EDEF73-A96E-47D8-9FE6-FA1B8A93240B}" type="sibTrans" cxnId="{175E0104-9375-4C21-89CA-56F17286B9A1}">
      <dgm:prSet/>
      <dgm:spPr/>
      <dgm:t>
        <a:bodyPr/>
        <a:lstStyle/>
        <a:p>
          <a:endParaRPr lang="en-US"/>
        </a:p>
      </dgm:t>
    </dgm:pt>
    <dgm:pt modelId="{E9EB3DC5-D477-4EA3-BE14-BFDE2EB6ABB5}" type="parTrans" cxnId="{175E0104-9375-4C21-89CA-56F17286B9A1}">
      <dgm:prSet/>
      <dgm:spPr/>
      <dgm:t>
        <a:bodyPr/>
        <a:lstStyle/>
        <a:p>
          <a:endParaRPr lang="en-US"/>
        </a:p>
      </dgm:t>
    </dgm:pt>
    <dgm:pt modelId="{9EE4B910-146A-4F08-8B69-E1401C022AC3}" type="pres">
      <dgm:prSet presAssocID="{4067F392-1AF9-45AD-9015-2BF89DDC6993}" presName="linear" presStyleCnt="0">
        <dgm:presLayoutVars>
          <dgm:animLvl val="lvl"/>
          <dgm:resizeHandles val="exact"/>
        </dgm:presLayoutVars>
      </dgm:prSet>
      <dgm:spPr/>
      <dgm:t>
        <a:bodyPr/>
        <a:lstStyle/>
        <a:p>
          <a:endParaRPr lang="en-MY"/>
        </a:p>
      </dgm:t>
    </dgm:pt>
    <dgm:pt modelId="{983A2BCA-1953-4A72-9A13-7E45799F329A}" type="pres">
      <dgm:prSet presAssocID="{C5F7134F-8E69-4AFD-8E63-61F81D89AEEC}" presName="parentText" presStyleLbl="node1" presStyleIdx="0" presStyleCnt="1" custLinFactNeighborY="-2845">
        <dgm:presLayoutVars>
          <dgm:chMax val="0"/>
          <dgm:bulletEnabled val="1"/>
        </dgm:presLayoutVars>
      </dgm:prSet>
      <dgm:spPr/>
      <dgm:t>
        <a:bodyPr/>
        <a:lstStyle/>
        <a:p>
          <a:endParaRPr lang="en-MY"/>
        </a:p>
      </dgm:t>
    </dgm:pt>
    <dgm:pt modelId="{9DA19176-22A9-43D2-B3E6-01CEF99DFDD3}" type="pres">
      <dgm:prSet presAssocID="{C5F7134F-8E69-4AFD-8E63-61F81D89AEEC}" presName="childText" presStyleLbl="revTx" presStyleIdx="0" presStyleCnt="1">
        <dgm:presLayoutVars>
          <dgm:bulletEnabled val="1"/>
        </dgm:presLayoutVars>
      </dgm:prSet>
      <dgm:spPr/>
      <dgm:t>
        <a:bodyPr/>
        <a:lstStyle/>
        <a:p>
          <a:endParaRPr lang="en-MY"/>
        </a:p>
      </dgm:t>
    </dgm:pt>
  </dgm:ptLst>
  <dgm:cxnLst>
    <dgm:cxn modelId="{9E56D68B-2F91-4937-A88F-E205B394E908}" srcId="{C5F7134F-8E69-4AFD-8E63-61F81D89AEEC}" destId="{42B326A7-B4A9-4EAD-B894-4716559EE6A2}" srcOrd="2" destOrd="0" parTransId="{8164278C-3400-4774-80C5-D3F50568D8FA}" sibTransId="{09308280-B4C3-4131-A24B-B381C0E587EA}"/>
    <dgm:cxn modelId="{E663F647-223E-45C5-814B-392102CCAA82}" type="presOf" srcId="{F1ADA076-15A0-4EE4-9F1B-69A9D05FDC82}" destId="{9DA19176-22A9-43D2-B3E6-01CEF99DFDD3}" srcOrd="0" destOrd="1" presId="urn:microsoft.com/office/officeart/2005/8/layout/vList2"/>
    <dgm:cxn modelId="{F87CF3CA-D4BD-47B0-AE6B-42108F600F4D}" type="presOf" srcId="{42B326A7-B4A9-4EAD-B894-4716559EE6A2}" destId="{9DA19176-22A9-43D2-B3E6-01CEF99DFDD3}" srcOrd="0" destOrd="2" presId="urn:microsoft.com/office/officeart/2005/8/layout/vList2"/>
    <dgm:cxn modelId="{B56423CD-8E1F-4788-A3E0-BC98518ABFE5}" type="presOf" srcId="{DA54C542-D59F-4EAE-94D0-D6CF8409290B}" destId="{9DA19176-22A9-43D2-B3E6-01CEF99DFDD3}" srcOrd="0" destOrd="3" presId="urn:microsoft.com/office/officeart/2005/8/layout/vList2"/>
    <dgm:cxn modelId="{C107432E-B586-4089-9B00-2A64AE5FDF3F}" type="presOf" srcId="{C5F7134F-8E69-4AFD-8E63-61F81D89AEEC}" destId="{983A2BCA-1953-4A72-9A13-7E45799F329A}" srcOrd="0" destOrd="0" presId="urn:microsoft.com/office/officeart/2005/8/layout/vList2"/>
    <dgm:cxn modelId="{FAD71161-9AD7-438A-AA25-01A91BE4FB0E}" srcId="{C5F7134F-8E69-4AFD-8E63-61F81D89AEEC}" destId="{DA54C542-D59F-4EAE-94D0-D6CF8409290B}" srcOrd="3" destOrd="0" parTransId="{6EF71D40-5D76-4F28-B0AE-7B2611CF58B7}" sibTransId="{F73A6E28-28BF-43D4-9C06-C4B7FC864D20}"/>
    <dgm:cxn modelId="{2930F3DB-D6FB-4C62-A437-11DCF0B4A353}" type="presOf" srcId="{4067F392-1AF9-45AD-9015-2BF89DDC6993}" destId="{9EE4B910-146A-4F08-8B69-E1401C022AC3}" srcOrd="0" destOrd="0" presId="urn:microsoft.com/office/officeart/2005/8/layout/vList2"/>
    <dgm:cxn modelId="{C35F185C-A09B-40E6-9BBC-A27AADD68ACE}" srcId="{C5F7134F-8E69-4AFD-8E63-61F81D89AEEC}" destId="{2307EE58-5353-4EA9-A5ED-86698DF32407}" srcOrd="0" destOrd="0" parTransId="{4A54A56E-4936-42C6-82E6-C1EB564CF593}" sibTransId="{3B55A239-DDE6-4406-9568-344DF15C5D3F}"/>
    <dgm:cxn modelId="{D45764C1-74A0-43AF-A062-0F53725ED806}" type="presOf" srcId="{2307EE58-5353-4EA9-A5ED-86698DF32407}" destId="{9DA19176-22A9-43D2-B3E6-01CEF99DFDD3}" srcOrd="0" destOrd="0" presId="urn:microsoft.com/office/officeart/2005/8/layout/vList2"/>
    <dgm:cxn modelId="{7B928437-768C-4019-8876-12E30EA0546B}" srcId="{C5F7134F-8E69-4AFD-8E63-61F81D89AEEC}" destId="{F1ADA076-15A0-4EE4-9F1B-69A9D05FDC82}" srcOrd="1" destOrd="0" parTransId="{757D2929-5792-45C4-9197-F6EFE6616A5F}" sibTransId="{E435FC7E-5FBB-4B0D-9E70-B14E1DD0DFCD}"/>
    <dgm:cxn modelId="{175E0104-9375-4C21-89CA-56F17286B9A1}" srcId="{4067F392-1AF9-45AD-9015-2BF89DDC6993}" destId="{C5F7134F-8E69-4AFD-8E63-61F81D89AEEC}" srcOrd="0" destOrd="0" parTransId="{E9EB3DC5-D477-4EA3-BE14-BFDE2EB6ABB5}" sibTransId="{64EDEF73-A96E-47D8-9FE6-FA1B8A93240B}"/>
    <dgm:cxn modelId="{A6EFF89E-CDAA-406D-9313-67AE394FDC06}" type="presParOf" srcId="{9EE4B910-146A-4F08-8B69-E1401C022AC3}" destId="{983A2BCA-1953-4A72-9A13-7E45799F329A}" srcOrd="0" destOrd="0" presId="urn:microsoft.com/office/officeart/2005/8/layout/vList2"/>
    <dgm:cxn modelId="{57144BA6-0A75-4738-9E92-0B218DCC3AC0}" type="presParOf" srcId="{9EE4B910-146A-4F08-8B69-E1401C022AC3}" destId="{9DA19176-22A9-43D2-B3E6-01CEF99DFDD3}"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F5211D1-6B78-436C-876C-B89E7150F64E}" type="doc">
      <dgm:prSet loTypeId="urn:microsoft.com/office/officeart/2005/8/layout/orgChart1" loCatId="hierarchy" qsTypeId="urn:microsoft.com/office/officeart/2005/8/quickstyle/simple1" qsCatId="simple" csTypeId="urn:microsoft.com/office/officeart/2005/8/colors/colorful5" csCatId="colorful" phldr="1"/>
      <dgm:spPr/>
      <dgm:t>
        <a:bodyPr/>
        <a:lstStyle/>
        <a:p>
          <a:endParaRPr lang="en-US"/>
        </a:p>
      </dgm:t>
    </dgm:pt>
    <dgm:pt modelId="{376C5B4A-42DD-4229-8966-28E020B8DBCF}">
      <dgm:prSet phldrT="[Text]" custT="1"/>
      <dgm:spPr>
        <a:solidFill>
          <a:srgbClr val="C00000"/>
        </a:solidFill>
      </dgm:spPr>
      <dgm:t>
        <a:bodyPr/>
        <a:lstStyle/>
        <a:p>
          <a:r>
            <a:rPr lang="en-US" sz="2000" dirty="0"/>
            <a:t>Search Algorithm</a:t>
          </a:r>
        </a:p>
      </dgm:t>
    </dgm:pt>
    <dgm:pt modelId="{C19919BC-48FE-45B4-94C9-EA3394B160E0}" type="parTrans" cxnId="{67B50D7E-AF01-44D6-A218-A98C168FFD4C}">
      <dgm:prSet/>
      <dgm:spPr/>
      <dgm:t>
        <a:bodyPr/>
        <a:lstStyle/>
        <a:p>
          <a:endParaRPr lang="en-US"/>
        </a:p>
      </dgm:t>
    </dgm:pt>
    <dgm:pt modelId="{D6FF1EFC-9E07-4906-9E52-FBB48FED96D5}" type="sibTrans" cxnId="{67B50D7E-AF01-44D6-A218-A98C168FFD4C}">
      <dgm:prSet/>
      <dgm:spPr/>
      <dgm:t>
        <a:bodyPr/>
        <a:lstStyle/>
        <a:p>
          <a:endParaRPr lang="en-US"/>
        </a:p>
      </dgm:t>
    </dgm:pt>
    <dgm:pt modelId="{83DA1E91-45D4-4CD6-87E0-6D85B4F0A20F}">
      <dgm:prSet phldrT="[Text]" custT="1"/>
      <dgm:spPr>
        <a:noFill/>
      </dgm:spPr>
      <dgm:t>
        <a:bodyPr/>
        <a:lstStyle/>
        <a:p>
          <a:pPr algn="l"/>
          <a:r>
            <a:rPr lang="en-US" sz="1400" dirty="0">
              <a:solidFill>
                <a:sysClr val="windowText" lastClr="000000"/>
              </a:solidFill>
            </a:rPr>
            <a:t>Breadth-first Search</a:t>
          </a:r>
        </a:p>
      </dgm:t>
    </dgm:pt>
    <dgm:pt modelId="{A6192857-B291-4CA7-A342-C3E24166B316}" type="parTrans" cxnId="{C9453BCF-988E-453F-AF81-BAD56BDA0A35}">
      <dgm:prSet/>
      <dgm:spPr>
        <a:ln w="76200">
          <a:solidFill>
            <a:srgbClr val="0070C0"/>
          </a:solidFill>
        </a:ln>
      </dgm:spPr>
      <dgm:t>
        <a:bodyPr/>
        <a:lstStyle/>
        <a:p>
          <a:endParaRPr lang="en-US"/>
        </a:p>
      </dgm:t>
    </dgm:pt>
    <dgm:pt modelId="{4E537F7E-7F9B-46D0-963C-3CBCA493A472}" type="sibTrans" cxnId="{C9453BCF-988E-453F-AF81-BAD56BDA0A35}">
      <dgm:prSet/>
      <dgm:spPr/>
      <dgm:t>
        <a:bodyPr/>
        <a:lstStyle/>
        <a:p>
          <a:endParaRPr lang="en-US"/>
        </a:p>
      </dgm:t>
    </dgm:pt>
    <dgm:pt modelId="{5E46F205-534C-4E32-943C-AC1C4E162236}">
      <dgm:prSet phldrT="[Text]" custT="1"/>
      <dgm:spPr>
        <a:noFill/>
      </dgm:spPr>
      <dgm:t>
        <a:bodyPr/>
        <a:lstStyle/>
        <a:p>
          <a:pPr algn="l"/>
          <a:r>
            <a:rPr lang="en-US" sz="1400" dirty="0">
              <a:solidFill>
                <a:sysClr val="windowText" lastClr="000000"/>
              </a:solidFill>
            </a:rPr>
            <a:t>Depth-first Search</a:t>
          </a:r>
        </a:p>
      </dgm:t>
    </dgm:pt>
    <dgm:pt modelId="{7EEC1C84-60C8-40A6-9BFF-5437A82A98C1}" type="parTrans" cxnId="{298557BF-BB58-486E-99B4-8F61108743C2}">
      <dgm:prSet/>
      <dgm:spPr>
        <a:ln w="76200">
          <a:solidFill>
            <a:srgbClr val="0070C0"/>
          </a:solidFill>
        </a:ln>
      </dgm:spPr>
      <dgm:t>
        <a:bodyPr/>
        <a:lstStyle/>
        <a:p>
          <a:endParaRPr lang="en-US"/>
        </a:p>
      </dgm:t>
    </dgm:pt>
    <dgm:pt modelId="{2E47F0CC-8358-40AF-B8A6-AD640E3A47C8}" type="sibTrans" cxnId="{298557BF-BB58-486E-99B4-8F61108743C2}">
      <dgm:prSet/>
      <dgm:spPr/>
      <dgm:t>
        <a:bodyPr/>
        <a:lstStyle/>
        <a:p>
          <a:endParaRPr lang="en-US"/>
        </a:p>
      </dgm:t>
    </dgm:pt>
    <dgm:pt modelId="{BC6273D8-BB47-418D-8C62-312F338ED5D4}">
      <dgm:prSet phldrT="[Text]" custT="1"/>
      <dgm:spPr>
        <a:noFill/>
      </dgm:spPr>
      <dgm:t>
        <a:bodyPr/>
        <a:lstStyle/>
        <a:p>
          <a:r>
            <a:rPr lang="en-US" sz="1200" i="1" dirty="0">
              <a:solidFill>
                <a:srgbClr val="0070C0"/>
              </a:solidFill>
            </a:rPr>
            <a:t>Depth-limited Search</a:t>
          </a:r>
        </a:p>
      </dgm:t>
    </dgm:pt>
    <dgm:pt modelId="{EA743050-FAFC-40AB-951D-735FE2BDF77D}" type="parTrans" cxnId="{0D79B276-4D63-4CB9-97AB-3EDBD510B288}">
      <dgm:prSet/>
      <dgm:spPr>
        <a:ln>
          <a:solidFill>
            <a:srgbClr val="0070C0"/>
          </a:solidFill>
        </a:ln>
      </dgm:spPr>
      <dgm:t>
        <a:bodyPr/>
        <a:lstStyle/>
        <a:p>
          <a:endParaRPr lang="en-US"/>
        </a:p>
      </dgm:t>
    </dgm:pt>
    <dgm:pt modelId="{C3AFAEA7-B8BC-479E-8F64-0AE1796F1CE8}" type="sibTrans" cxnId="{0D79B276-4D63-4CB9-97AB-3EDBD510B288}">
      <dgm:prSet/>
      <dgm:spPr/>
      <dgm:t>
        <a:bodyPr/>
        <a:lstStyle/>
        <a:p>
          <a:endParaRPr lang="en-US"/>
        </a:p>
      </dgm:t>
    </dgm:pt>
    <dgm:pt modelId="{2AE59193-6BC3-4681-81FE-37DB6EDF65F9}">
      <dgm:prSet phldrT="[Text]" custT="1"/>
      <dgm:spPr>
        <a:noFill/>
      </dgm:spPr>
      <dgm:t>
        <a:bodyPr/>
        <a:lstStyle/>
        <a:p>
          <a:pPr algn="l"/>
          <a:r>
            <a:rPr lang="en-US" sz="1400" dirty="0">
              <a:solidFill>
                <a:sysClr val="windowText" lastClr="000000"/>
              </a:solidFill>
            </a:rPr>
            <a:t>Uniform-cost Search</a:t>
          </a:r>
        </a:p>
      </dgm:t>
    </dgm:pt>
    <dgm:pt modelId="{2F59093F-3F2C-45D2-8E74-D1F6B04DF6E3}" type="parTrans" cxnId="{1AC22A2D-04EA-47DB-97F8-72EA5F06CE37}">
      <dgm:prSet/>
      <dgm:spPr>
        <a:ln w="76200">
          <a:solidFill>
            <a:srgbClr val="0070C0"/>
          </a:solidFill>
        </a:ln>
      </dgm:spPr>
      <dgm:t>
        <a:bodyPr/>
        <a:lstStyle/>
        <a:p>
          <a:endParaRPr lang="en-US"/>
        </a:p>
      </dgm:t>
    </dgm:pt>
    <dgm:pt modelId="{61B81FE7-4C11-4710-9B59-A440D54B9A35}" type="sibTrans" cxnId="{1AC22A2D-04EA-47DB-97F8-72EA5F06CE37}">
      <dgm:prSet/>
      <dgm:spPr/>
      <dgm:t>
        <a:bodyPr/>
        <a:lstStyle/>
        <a:p>
          <a:endParaRPr lang="en-US"/>
        </a:p>
      </dgm:t>
    </dgm:pt>
    <dgm:pt modelId="{0DC258C1-FF0A-4CED-972D-2E22E0BB38CC}">
      <dgm:prSet phldrT="[Text]" custT="1"/>
      <dgm:spPr>
        <a:noFill/>
      </dgm:spPr>
      <dgm:t>
        <a:bodyPr/>
        <a:lstStyle/>
        <a:p>
          <a:pPr algn="l"/>
          <a:r>
            <a:rPr lang="en-US" sz="1400" dirty="0">
              <a:solidFill>
                <a:sysClr val="windowText" lastClr="000000"/>
              </a:solidFill>
            </a:rPr>
            <a:t>Iterative deepening search</a:t>
          </a:r>
        </a:p>
      </dgm:t>
    </dgm:pt>
    <dgm:pt modelId="{E29F7001-4840-4CC8-A6CE-F0CC9632ED68}" type="parTrans" cxnId="{874338AD-27E7-4FA1-BBEC-96F276810573}">
      <dgm:prSet/>
      <dgm:spPr>
        <a:ln w="76200">
          <a:solidFill>
            <a:srgbClr val="0070C0"/>
          </a:solidFill>
        </a:ln>
      </dgm:spPr>
      <dgm:t>
        <a:bodyPr/>
        <a:lstStyle/>
        <a:p>
          <a:endParaRPr lang="en-US"/>
        </a:p>
      </dgm:t>
    </dgm:pt>
    <dgm:pt modelId="{3841A036-6A38-4EEE-A1A0-57BBAAC9BFDE}" type="sibTrans" cxnId="{874338AD-27E7-4FA1-BBEC-96F276810573}">
      <dgm:prSet/>
      <dgm:spPr/>
      <dgm:t>
        <a:bodyPr/>
        <a:lstStyle/>
        <a:p>
          <a:endParaRPr lang="en-US"/>
        </a:p>
      </dgm:t>
    </dgm:pt>
    <dgm:pt modelId="{35487EAE-6534-4DE7-AAAF-19AC2D3126AB}">
      <dgm:prSet phldrT="[Text]" custT="1"/>
      <dgm:spPr>
        <a:noFill/>
      </dgm:spPr>
      <dgm:t>
        <a:bodyPr/>
        <a:lstStyle/>
        <a:p>
          <a:pPr algn="l"/>
          <a:r>
            <a:rPr lang="en-US" sz="1400" dirty="0">
              <a:solidFill>
                <a:sysClr val="windowText" lastClr="000000"/>
              </a:solidFill>
            </a:rPr>
            <a:t>Bidirectional Search</a:t>
          </a:r>
        </a:p>
      </dgm:t>
    </dgm:pt>
    <dgm:pt modelId="{2A352D96-B84D-4993-8308-5451D4A29BD4}" type="parTrans" cxnId="{D04FEDCD-9647-42FA-8764-F7B3B4DE5A00}">
      <dgm:prSet/>
      <dgm:spPr>
        <a:ln w="76200">
          <a:solidFill>
            <a:srgbClr val="0070C0"/>
          </a:solidFill>
        </a:ln>
      </dgm:spPr>
      <dgm:t>
        <a:bodyPr/>
        <a:lstStyle/>
        <a:p>
          <a:endParaRPr lang="en-US"/>
        </a:p>
      </dgm:t>
    </dgm:pt>
    <dgm:pt modelId="{368E80A3-6BA3-442A-A334-F2A62C702E08}" type="sibTrans" cxnId="{D04FEDCD-9647-42FA-8764-F7B3B4DE5A00}">
      <dgm:prSet/>
      <dgm:spPr/>
      <dgm:t>
        <a:bodyPr/>
        <a:lstStyle/>
        <a:p>
          <a:endParaRPr lang="en-US"/>
        </a:p>
      </dgm:t>
    </dgm:pt>
    <dgm:pt modelId="{300EC9B0-18AB-4924-BFCB-87E999ECA181}">
      <dgm:prSet phldrT="[Text]" custT="1"/>
      <dgm:spPr>
        <a:solidFill>
          <a:srgbClr val="0070C0"/>
        </a:solidFill>
        <a:ln w="38100">
          <a:solidFill>
            <a:srgbClr val="0070C0"/>
          </a:solidFill>
        </a:ln>
      </dgm:spPr>
      <dgm:t>
        <a:bodyPr/>
        <a:lstStyle/>
        <a:p>
          <a:r>
            <a:rPr lang="en-US" sz="1600" dirty="0">
              <a:solidFill>
                <a:schemeClr val="bg1"/>
              </a:solidFill>
            </a:rPr>
            <a:t>Uniformed Search/ Blind Search</a:t>
          </a:r>
        </a:p>
      </dgm:t>
    </dgm:pt>
    <dgm:pt modelId="{D418DF3F-304C-419E-A6C9-DACDE4672C54}" type="parTrans" cxnId="{5D5689A3-3598-40BC-8B7E-4E937CC54F2A}">
      <dgm:prSet/>
      <dgm:spPr>
        <a:ln w="38100">
          <a:solidFill>
            <a:srgbClr val="C00000"/>
          </a:solidFill>
        </a:ln>
      </dgm:spPr>
      <dgm:t>
        <a:bodyPr/>
        <a:lstStyle/>
        <a:p>
          <a:endParaRPr lang="en-US"/>
        </a:p>
      </dgm:t>
    </dgm:pt>
    <dgm:pt modelId="{29254D05-F1CB-4CB2-B6E4-30DA8737CFF4}" type="sibTrans" cxnId="{5D5689A3-3598-40BC-8B7E-4E937CC54F2A}">
      <dgm:prSet/>
      <dgm:spPr/>
      <dgm:t>
        <a:bodyPr/>
        <a:lstStyle/>
        <a:p>
          <a:endParaRPr lang="en-US"/>
        </a:p>
      </dgm:t>
    </dgm:pt>
    <dgm:pt modelId="{9D332656-A8AF-4522-8875-83D3CA537CBE}">
      <dgm:prSet phldrT="[Text]" custT="1"/>
      <dgm:spPr>
        <a:solidFill>
          <a:srgbClr val="F79646"/>
        </a:solidFill>
        <a:ln w="38100">
          <a:solidFill>
            <a:srgbClr val="F79646"/>
          </a:solidFill>
        </a:ln>
      </dgm:spPr>
      <dgm:t>
        <a:bodyPr tIns="0" bIns="0"/>
        <a:lstStyle/>
        <a:p>
          <a:r>
            <a:rPr lang="en-US" sz="1600" dirty="0">
              <a:solidFill>
                <a:schemeClr val="bg1"/>
              </a:solidFill>
            </a:rPr>
            <a:t>Informed Search/ Heuristic Search</a:t>
          </a:r>
        </a:p>
      </dgm:t>
    </dgm:pt>
    <dgm:pt modelId="{D623EB4A-515D-47A1-BE28-580A119C766D}" type="parTrans" cxnId="{F884D452-8929-4573-94F0-977BCEE356E8}">
      <dgm:prSet/>
      <dgm:spPr>
        <a:ln w="38100">
          <a:solidFill>
            <a:srgbClr val="C00000"/>
          </a:solidFill>
        </a:ln>
      </dgm:spPr>
      <dgm:t>
        <a:bodyPr/>
        <a:lstStyle/>
        <a:p>
          <a:endParaRPr lang="en-US"/>
        </a:p>
      </dgm:t>
    </dgm:pt>
    <dgm:pt modelId="{4912D165-ED5C-4A73-B732-1A65BF951B85}" type="sibTrans" cxnId="{F884D452-8929-4573-94F0-977BCEE356E8}">
      <dgm:prSet/>
      <dgm:spPr/>
      <dgm:t>
        <a:bodyPr/>
        <a:lstStyle/>
        <a:p>
          <a:endParaRPr lang="en-US"/>
        </a:p>
      </dgm:t>
    </dgm:pt>
    <dgm:pt modelId="{B82AA774-6626-4764-AA9B-A759AB47E467}">
      <dgm:prSet phldrT="[Text]" custT="1"/>
      <dgm:spPr>
        <a:noFill/>
      </dgm:spPr>
      <dgm:t>
        <a:bodyPr/>
        <a:lstStyle/>
        <a:p>
          <a:pPr algn="l"/>
          <a:r>
            <a:rPr lang="en-US" sz="1400" dirty="0">
              <a:solidFill>
                <a:sysClr val="windowText" lastClr="000000"/>
              </a:solidFill>
            </a:rPr>
            <a:t>Best-first Search</a:t>
          </a:r>
        </a:p>
      </dgm:t>
    </dgm:pt>
    <dgm:pt modelId="{50E3783A-7BEC-443B-A608-68154C5EE37C}" type="parTrans" cxnId="{B380E520-B4AE-4B74-A1AA-BCF36DDEAD5D}">
      <dgm:prSet/>
      <dgm:spPr>
        <a:ln w="76200">
          <a:solidFill>
            <a:srgbClr val="F79646"/>
          </a:solidFill>
        </a:ln>
      </dgm:spPr>
      <dgm:t>
        <a:bodyPr/>
        <a:lstStyle/>
        <a:p>
          <a:endParaRPr lang="en-US"/>
        </a:p>
      </dgm:t>
    </dgm:pt>
    <dgm:pt modelId="{F101BEC7-6765-4846-9278-37BB10009850}" type="sibTrans" cxnId="{B380E520-B4AE-4B74-A1AA-BCF36DDEAD5D}">
      <dgm:prSet/>
      <dgm:spPr/>
      <dgm:t>
        <a:bodyPr/>
        <a:lstStyle/>
        <a:p>
          <a:endParaRPr lang="en-US"/>
        </a:p>
      </dgm:t>
    </dgm:pt>
    <dgm:pt modelId="{84578BC7-493A-4869-9DD2-31EAEF69494E}">
      <dgm:prSet phldrT="[Text]" custT="1"/>
      <dgm:spPr>
        <a:noFill/>
      </dgm:spPr>
      <dgm:t>
        <a:bodyPr/>
        <a:lstStyle/>
        <a:p>
          <a:pPr algn="l"/>
          <a:r>
            <a:rPr lang="en-US" sz="1400" dirty="0">
              <a:solidFill>
                <a:sysClr val="windowText" lastClr="000000"/>
              </a:solidFill>
            </a:rPr>
            <a:t>Greedy Best-first Search</a:t>
          </a:r>
        </a:p>
      </dgm:t>
    </dgm:pt>
    <dgm:pt modelId="{FAF277E1-70B7-4B40-89FE-E8D9C4E02121}" type="parTrans" cxnId="{A40AACBA-E625-450B-B5D2-76C104672446}">
      <dgm:prSet/>
      <dgm:spPr>
        <a:ln w="76200">
          <a:solidFill>
            <a:srgbClr val="F79646"/>
          </a:solidFill>
        </a:ln>
      </dgm:spPr>
      <dgm:t>
        <a:bodyPr/>
        <a:lstStyle/>
        <a:p>
          <a:endParaRPr lang="en-US"/>
        </a:p>
      </dgm:t>
    </dgm:pt>
    <dgm:pt modelId="{0B866454-4ABB-405F-9196-8DB0103847CB}" type="sibTrans" cxnId="{A40AACBA-E625-450B-B5D2-76C104672446}">
      <dgm:prSet/>
      <dgm:spPr/>
      <dgm:t>
        <a:bodyPr/>
        <a:lstStyle/>
        <a:p>
          <a:endParaRPr lang="en-US"/>
        </a:p>
      </dgm:t>
    </dgm:pt>
    <dgm:pt modelId="{93E8E496-873B-4250-ACA2-AF69C2F74621}">
      <dgm:prSet phldrT="[Text]" custT="1"/>
      <dgm:spPr>
        <a:noFill/>
      </dgm:spPr>
      <dgm:t>
        <a:bodyPr/>
        <a:lstStyle/>
        <a:p>
          <a:pPr algn="l"/>
          <a:r>
            <a:rPr lang="en-US" sz="1400" dirty="0">
              <a:solidFill>
                <a:sysClr val="windowText" lastClr="000000"/>
              </a:solidFill>
            </a:rPr>
            <a:t>A∗ Search</a:t>
          </a:r>
        </a:p>
      </dgm:t>
    </dgm:pt>
    <dgm:pt modelId="{BC40C0D5-55B5-49E6-BCA9-301A231C8B82}" type="parTrans" cxnId="{9BBF52F2-6675-432E-8B29-5F1E96D921B8}">
      <dgm:prSet/>
      <dgm:spPr>
        <a:ln w="76200">
          <a:solidFill>
            <a:srgbClr val="F79646"/>
          </a:solidFill>
        </a:ln>
      </dgm:spPr>
      <dgm:t>
        <a:bodyPr/>
        <a:lstStyle/>
        <a:p>
          <a:endParaRPr lang="en-US"/>
        </a:p>
      </dgm:t>
    </dgm:pt>
    <dgm:pt modelId="{23B1FB3C-208D-4E7D-8001-6CB7751ACB60}" type="sibTrans" cxnId="{9BBF52F2-6675-432E-8B29-5F1E96D921B8}">
      <dgm:prSet/>
      <dgm:spPr/>
      <dgm:t>
        <a:bodyPr/>
        <a:lstStyle/>
        <a:p>
          <a:endParaRPr lang="en-US"/>
        </a:p>
      </dgm:t>
    </dgm:pt>
    <dgm:pt modelId="{9F076C34-0477-4E10-886A-4A8318DD0C11}">
      <dgm:prSet phldrT="[Text]" custT="1"/>
      <dgm:spPr>
        <a:noFill/>
      </dgm:spPr>
      <dgm:t>
        <a:bodyPr/>
        <a:lstStyle/>
        <a:p>
          <a:pPr algn="l"/>
          <a:r>
            <a:rPr lang="en-US" sz="1400" dirty="0">
              <a:solidFill>
                <a:sysClr val="windowText" lastClr="000000"/>
              </a:solidFill>
            </a:rPr>
            <a:t>Recursive Best-first Search</a:t>
          </a:r>
        </a:p>
      </dgm:t>
    </dgm:pt>
    <dgm:pt modelId="{A5E40715-9B6E-47A7-91B8-E7BA1F2B6B7C}" type="parTrans" cxnId="{A78F5C45-931C-4DB9-A1FF-95842F75894C}">
      <dgm:prSet/>
      <dgm:spPr>
        <a:ln w="76200">
          <a:solidFill>
            <a:srgbClr val="F79646"/>
          </a:solidFill>
        </a:ln>
      </dgm:spPr>
      <dgm:t>
        <a:bodyPr/>
        <a:lstStyle/>
        <a:p>
          <a:endParaRPr lang="en-US"/>
        </a:p>
      </dgm:t>
    </dgm:pt>
    <dgm:pt modelId="{BC1B3ACD-7911-4B99-AD54-6C97D7855522}" type="sibTrans" cxnId="{A78F5C45-931C-4DB9-A1FF-95842F75894C}">
      <dgm:prSet/>
      <dgm:spPr/>
      <dgm:t>
        <a:bodyPr/>
        <a:lstStyle/>
        <a:p>
          <a:endParaRPr lang="en-US"/>
        </a:p>
      </dgm:t>
    </dgm:pt>
    <dgm:pt modelId="{3C7B5A1E-1C05-4136-9422-3F5AD59968D8}" type="pres">
      <dgm:prSet presAssocID="{8F5211D1-6B78-436C-876C-B89E7150F64E}" presName="hierChild1" presStyleCnt="0">
        <dgm:presLayoutVars>
          <dgm:orgChart val="1"/>
          <dgm:chPref val="1"/>
          <dgm:dir/>
          <dgm:animOne val="branch"/>
          <dgm:animLvl val="lvl"/>
          <dgm:resizeHandles/>
        </dgm:presLayoutVars>
      </dgm:prSet>
      <dgm:spPr/>
      <dgm:t>
        <a:bodyPr/>
        <a:lstStyle/>
        <a:p>
          <a:endParaRPr lang="en-MY"/>
        </a:p>
      </dgm:t>
    </dgm:pt>
    <dgm:pt modelId="{9B401C40-F15E-4CB3-B90C-F722E3D8B3D8}" type="pres">
      <dgm:prSet presAssocID="{376C5B4A-42DD-4229-8966-28E020B8DBCF}" presName="hierRoot1" presStyleCnt="0">
        <dgm:presLayoutVars>
          <dgm:hierBranch val="init"/>
        </dgm:presLayoutVars>
      </dgm:prSet>
      <dgm:spPr/>
    </dgm:pt>
    <dgm:pt modelId="{BFE29D45-2E96-43B7-8F82-DC0B2CC107B1}" type="pres">
      <dgm:prSet presAssocID="{376C5B4A-42DD-4229-8966-28E020B8DBCF}" presName="rootComposite1" presStyleCnt="0"/>
      <dgm:spPr/>
    </dgm:pt>
    <dgm:pt modelId="{EE06A788-2955-4A82-833E-06D0E6AAE6E3}" type="pres">
      <dgm:prSet presAssocID="{376C5B4A-42DD-4229-8966-28E020B8DBCF}" presName="rootText1" presStyleLbl="node0" presStyleIdx="0" presStyleCnt="1" custScaleX="197327" custLinFactNeighborY="-40197">
        <dgm:presLayoutVars>
          <dgm:chPref val="3"/>
        </dgm:presLayoutVars>
      </dgm:prSet>
      <dgm:spPr/>
      <dgm:t>
        <a:bodyPr/>
        <a:lstStyle/>
        <a:p>
          <a:endParaRPr lang="en-MY"/>
        </a:p>
      </dgm:t>
    </dgm:pt>
    <dgm:pt modelId="{010044CC-DDBB-4DD9-A443-0A174A3EC6D5}" type="pres">
      <dgm:prSet presAssocID="{376C5B4A-42DD-4229-8966-28E020B8DBCF}" presName="rootConnector1" presStyleLbl="node1" presStyleIdx="0" presStyleCnt="0"/>
      <dgm:spPr/>
      <dgm:t>
        <a:bodyPr/>
        <a:lstStyle/>
        <a:p>
          <a:endParaRPr lang="en-MY"/>
        </a:p>
      </dgm:t>
    </dgm:pt>
    <dgm:pt modelId="{7DC435E7-CE88-454A-9A88-4DEC08C07976}" type="pres">
      <dgm:prSet presAssocID="{376C5B4A-42DD-4229-8966-28E020B8DBCF}" presName="hierChild2" presStyleCnt="0"/>
      <dgm:spPr/>
    </dgm:pt>
    <dgm:pt modelId="{100DFB12-7659-454F-B3D1-84CDF52A17C0}" type="pres">
      <dgm:prSet presAssocID="{D418DF3F-304C-419E-A6C9-DACDE4672C54}" presName="Name37" presStyleLbl="parChTrans1D2" presStyleIdx="0" presStyleCnt="2"/>
      <dgm:spPr/>
      <dgm:t>
        <a:bodyPr/>
        <a:lstStyle/>
        <a:p>
          <a:endParaRPr lang="en-MY"/>
        </a:p>
      </dgm:t>
    </dgm:pt>
    <dgm:pt modelId="{00DBA5B3-4EC1-4536-8DF8-5C268DC7F6A7}" type="pres">
      <dgm:prSet presAssocID="{300EC9B0-18AB-4924-BFCB-87E999ECA181}" presName="hierRoot2" presStyleCnt="0">
        <dgm:presLayoutVars>
          <dgm:hierBranch val="init"/>
        </dgm:presLayoutVars>
      </dgm:prSet>
      <dgm:spPr/>
    </dgm:pt>
    <dgm:pt modelId="{BA1FC6E5-9412-49BB-B1C6-4E62AE2DDCFE}" type="pres">
      <dgm:prSet presAssocID="{300EC9B0-18AB-4924-BFCB-87E999ECA181}" presName="rootComposite" presStyleCnt="0"/>
      <dgm:spPr/>
    </dgm:pt>
    <dgm:pt modelId="{57C70BDD-9035-4EA3-845C-52CFB00D8258}" type="pres">
      <dgm:prSet presAssocID="{300EC9B0-18AB-4924-BFCB-87E999ECA181}" presName="rootText" presStyleLbl="node2" presStyleIdx="0" presStyleCnt="2" custScaleX="292311" custScaleY="79360" custLinFactNeighborY="0">
        <dgm:presLayoutVars>
          <dgm:chPref val="3"/>
        </dgm:presLayoutVars>
      </dgm:prSet>
      <dgm:spPr/>
      <dgm:t>
        <a:bodyPr/>
        <a:lstStyle/>
        <a:p>
          <a:endParaRPr lang="en-MY"/>
        </a:p>
      </dgm:t>
    </dgm:pt>
    <dgm:pt modelId="{738E73BD-C036-4586-8E4D-F167A966200F}" type="pres">
      <dgm:prSet presAssocID="{300EC9B0-18AB-4924-BFCB-87E999ECA181}" presName="rootConnector" presStyleLbl="node2" presStyleIdx="0" presStyleCnt="2"/>
      <dgm:spPr/>
      <dgm:t>
        <a:bodyPr/>
        <a:lstStyle/>
        <a:p>
          <a:endParaRPr lang="en-MY"/>
        </a:p>
      </dgm:t>
    </dgm:pt>
    <dgm:pt modelId="{3D7A6761-E02B-42A1-801C-71ED430BAA99}" type="pres">
      <dgm:prSet presAssocID="{300EC9B0-18AB-4924-BFCB-87E999ECA181}" presName="hierChild4" presStyleCnt="0"/>
      <dgm:spPr/>
    </dgm:pt>
    <dgm:pt modelId="{65FCB24B-DEDF-4672-B12F-833C6DA7EA18}" type="pres">
      <dgm:prSet presAssocID="{A6192857-B291-4CA7-A342-C3E24166B316}" presName="Name37" presStyleLbl="parChTrans1D3" presStyleIdx="0" presStyleCnt="9"/>
      <dgm:spPr/>
      <dgm:t>
        <a:bodyPr/>
        <a:lstStyle/>
        <a:p>
          <a:endParaRPr lang="en-MY"/>
        </a:p>
      </dgm:t>
    </dgm:pt>
    <dgm:pt modelId="{D657A8A4-245F-4749-A4A6-29F7F389A700}" type="pres">
      <dgm:prSet presAssocID="{83DA1E91-45D4-4CD6-87E0-6D85B4F0A20F}" presName="hierRoot2" presStyleCnt="0">
        <dgm:presLayoutVars>
          <dgm:hierBranch val="init"/>
        </dgm:presLayoutVars>
      </dgm:prSet>
      <dgm:spPr/>
    </dgm:pt>
    <dgm:pt modelId="{0A56A8DF-BD96-4EF8-82C4-540FF2D9A900}" type="pres">
      <dgm:prSet presAssocID="{83DA1E91-45D4-4CD6-87E0-6D85B4F0A20F}" presName="rootComposite" presStyleCnt="0"/>
      <dgm:spPr/>
    </dgm:pt>
    <dgm:pt modelId="{5E37B3C7-B63D-4D42-8AA3-6C39C206CF83}" type="pres">
      <dgm:prSet presAssocID="{83DA1E91-45D4-4CD6-87E0-6D85B4F0A20F}" presName="rootText" presStyleLbl="node3" presStyleIdx="0" presStyleCnt="9" custLinFactX="18850" custLinFactNeighborX="100000" custLinFactNeighborY="13715">
        <dgm:presLayoutVars>
          <dgm:chPref val="3"/>
        </dgm:presLayoutVars>
      </dgm:prSet>
      <dgm:spPr/>
      <dgm:t>
        <a:bodyPr/>
        <a:lstStyle/>
        <a:p>
          <a:endParaRPr lang="en-MY"/>
        </a:p>
      </dgm:t>
    </dgm:pt>
    <dgm:pt modelId="{19110435-AEAC-4825-95A5-CF33B00EA3B9}" type="pres">
      <dgm:prSet presAssocID="{83DA1E91-45D4-4CD6-87E0-6D85B4F0A20F}" presName="rootConnector" presStyleLbl="node3" presStyleIdx="0" presStyleCnt="9"/>
      <dgm:spPr/>
      <dgm:t>
        <a:bodyPr/>
        <a:lstStyle/>
        <a:p>
          <a:endParaRPr lang="en-MY"/>
        </a:p>
      </dgm:t>
    </dgm:pt>
    <dgm:pt modelId="{119FCD3E-59C8-4C9D-9EA0-F33509C98563}" type="pres">
      <dgm:prSet presAssocID="{83DA1E91-45D4-4CD6-87E0-6D85B4F0A20F}" presName="hierChild4" presStyleCnt="0"/>
      <dgm:spPr/>
    </dgm:pt>
    <dgm:pt modelId="{F82159E2-25F1-45B7-8AA2-090AB0AE14ED}" type="pres">
      <dgm:prSet presAssocID="{83DA1E91-45D4-4CD6-87E0-6D85B4F0A20F}" presName="hierChild5" presStyleCnt="0"/>
      <dgm:spPr/>
    </dgm:pt>
    <dgm:pt modelId="{1F7BE450-AFD6-4E04-AF2B-812EDBB1E2AE}" type="pres">
      <dgm:prSet presAssocID="{2F59093F-3F2C-45D2-8E74-D1F6B04DF6E3}" presName="Name37" presStyleLbl="parChTrans1D3" presStyleIdx="1" presStyleCnt="9"/>
      <dgm:spPr/>
      <dgm:t>
        <a:bodyPr/>
        <a:lstStyle/>
        <a:p>
          <a:endParaRPr lang="en-MY"/>
        </a:p>
      </dgm:t>
    </dgm:pt>
    <dgm:pt modelId="{79A8B316-80D2-4611-B88B-9726E365827A}" type="pres">
      <dgm:prSet presAssocID="{2AE59193-6BC3-4681-81FE-37DB6EDF65F9}" presName="hierRoot2" presStyleCnt="0">
        <dgm:presLayoutVars>
          <dgm:hierBranch val="init"/>
        </dgm:presLayoutVars>
      </dgm:prSet>
      <dgm:spPr/>
    </dgm:pt>
    <dgm:pt modelId="{0EA3D288-2CB7-40C5-9C25-F6C53EC44B72}" type="pres">
      <dgm:prSet presAssocID="{2AE59193-6BC3-4681-81FE-37DB6EDF65F9}" presName="rootComposite" presStyleCnt="0"/>
      <dgm:spPr/>
    </dgm:pt>
    <dgm:pt modelId="{3D0C8E70-76ED-437F-B4E4-31A61CE4E797}" type="pres">
      <dgm:prSet presAssocID="{2AE59193-6BC3-4681-81FE-37DB6EDF65F9}" presName="rootText" presStyleLbl="node3" presStyleIdx="1" presStyleCnt="9" custLinFactY="85753" custLinFactNeighborX="-2506" custLinFactNeighborY="100000">
        <dgm:presLayoutVars>
          <dgm:chPref val="3"/>
        </dgm:presLayoutVars>
      </dgm:prSet>
      <dgm:spPr/>
      <dgm:t>
        <a:bodyPr/>
        <a:lstStyle/>
        <a:p>
          <a:endParaRPr lang="en-MY"/>
        </a:p>
      </dgm:t>
    </dgm:pt>
    <dgm:pt modelId="{D9C5A5C8-AED3-4D4E-B471-E526A0D3506C}" type="pres">
      <dgm:prSet presAssocID="{2AE59193-6BC3-4681-81FE-37DB6EDF65F9}" presName="rootConnector" presStyleLbl="node3" presStyleIdx="1" presStyleCnt="9"/>
      <dgm:spPr/>
      <dgm:t>
        <a:bodyPr/>
        <a:lstStyle/>
        <a:p>
          <a:endParaRPr lang="en-MY"/>
        </a:p>
      </dgm:t>
    </dgm:pt>
    <dgm:pt modelId="{01ADFA81-FF49-4550-A93D-FEF28792BF84}" type="pres">
      <dgm:prSet presAssocID="{2AE59193-6BC3-4681-81FE-37DB6EDF65F9}" presName="hierChild4" presStyleCnt="0"/>
      <dgm:spPr/>
    </dgm:pt>
    <dgm:pt modelId="{0F864DDB-2686-42E6-936B-F4054933D65B}" type="pres">
      <dgm:prSet presAssocID="{2AE59193-6BC3-4681-81FE-37DB6EDF65F9}" presName="hierChild5" presStyleCnt="0"/>
      <dgm:spPr/>
    </dgm:pt>
    <dgm:pt modelId="{1ADD73D7-999D-4D03-996D-97223C1814D5}" type="pres">
      <dgm:prSet presAssocID="{7EEC1C84-60C8-40A6-9BFF-5437A82A98C1}" presName="Name37" presStyleLbl="parChTrans1D3" presStyleIdx="2" presStyleCnt="9"/>
      <dgm:spPr/>
      <dgm:t>
        <a:bodyPr/>
        <a:lstStyle/>
        <a:p>
          <a:endParaRPr lang="en-MY"/>
        </a:p>
      </dgm:t>
    </dgm:pt>
    <dgm:pt modelId="{EF5DBCA9-022B-4A4F-86E6-0669F1A1C3EA}" type="pres">
      <dgm:prSet presAssocID="{5E46F205-534C-4E32-943C-AC1C4E162236}" presName="hierRoot2" presStyleCnt="0">
        <dgm:presLayoutVars>
          <dgm:hierBranch val="init"/>
        </dgm:presLayoutVars>
      </dgm:prSet>
      <dgm:spPr/>
    </dgm:pt>
    <dgm:pt modelId="{9E2E4737-FA3E-4683-86C6-8A03F45EEBEC}" type="pres">
      <dgm:prSet presAssocID="{5E46F205-534C-4E32-943C-AC1C4E162236}" presName="rootComposite" presStyleCnt="0"/>
      <dgm:spPr/>
    </dgm:pt>
    <dgm:pt modelId="{300A3A4C-8AAB-4DFA-89FF-EF762377645A}" type="pres">
      <dgm:prSet presAssocID="{5E46F205-534C-4E32-943C-AC1C4E162236}" presName="rootText" presStyleLbl="node3" presStyleIdx="2" presStyleCnt="9" custLinFactX="-28186" custLinFactY="129248" custLinFactNeighborX="-100000" custLinFactNeighborY="200000">
        <dgm:presLayoutVars>
          <dgm:chPref val="3"/>
        </dgm:presLayoutVars>
      </dgm:prSet>
      <dgm:spPr/>
      <dgm:t>
        <a:bodyPr/>
        <a:lstStyle/>
        <a:p>
          <a:endParaRPr lang="en-MY"/>
        </a:p>
      </dgm:t>
    </dgm:pt>
    <dgm:pt modelId="{26BBF717-81F6-4F4B-B7C8-DBA39A93B236}" type="pres">
      <dgm:prSet presAssocID="{5E46F205-534C-4E32-943C-AC1C4E162236}" presName="rootConnector" presStyleLbl="node3" presStyleIdx="2" presStyleCnt="9"/>
      <dgm:spPr/>
      <dgm:t>
        <a:bodyPr/>
        <a:lstStyle/>
        <a:p>
          <a:endParaRPr lang="en-MY"/>
        </a:p>
      </dgm:t>
    </dgm:pt>
    <dgm:pt modelId="{2BFBBABE-FFB6-43B2-820D-775DE970DB1F}" type="pres">
      <dgm:prSet presAssocID="{5E46F205-534C-4E32-943C-AC1C4E162236}" presName="hierChild4" presStyleCnt="0"/>
      <dgm:spPr/>
    </dgm:pt>
    <dgm:pt modelId="{F6040DEB-9757-41DC-9C83-070E334DC705}" type="pres">
      <dgm:prSet presAssocID="{EA743050-FAFC-40AB-951D-735FE2BDF77D}" presName="Name37" presStyleLbl="parChTrans1D4" presStyleIdx="0" presStyleCnt="1"/>
      <dgm:spPr/>
      <dgm:t>
        <a:bodyPr/>
        <a:lstStyle/>
        <a:p>
          <a:endParaRPr lang="en-MY"/>
        </a:p>
      </dgm:t>
    </dgm:pt>
    <dgm:pt modelId="{2F27B701-418A-4262-83B1-A70D5CC34413}" type="pres">
      <dgm:prSet presAssocID="{BC6273D8-BB47-418D-8C62-312F338ED5D4}" presName="hierRoot2" presStyleCnt="0">
        <dgm:presLayoutVars>
          <dgm:hierBranch val="init"/>
        </dgm:presLayoutVars>
      </dgm:prSet>
      <dgm:spPr/>
    </dgm:pt>
    <dgm:pt modelId="{C3FC6210-226A-4118-9FFF-E6DED96523AD}" type="pres">
      <dgm:prSet presAssocID="{BC6273D8-BB47-418D-8C62-312F338ED5D4}" presName="rootComposite" presStyleCnt="0"/>
      <dgm:spPr/>
    </dgm:pt>
    <dgm:pt modelId="{9248A5ED-0B8E-4BC7-9381-C90D42AC181C}" type="pres">
      <dgm:prSet presAssocID="{BC6273D8-BB47-418D-8C62-312F338ED5D4}" presName="rootText" presStyleLbl="node4" presStyleIdx="0" presStyleCnt="1" custScaleX="132826" custLinFactX="-24869" custLinFactY="100000" custLinFactNeighborX="-100000" custLinFactNeighborY="172911">
        <dgm:presLayoutVars>
          <dgm:chPref val="3"/>
        </dgm:presLayoutVars>
      </dgm:prSet>
      <dgm:spPr/>
      <dgm:t>
        <a:bodyPr/>
        <a:lstStyle/>
        <a:p>
          <a:endParaRPr lang="en-MY"/>
        </a:p>
      </dgm:t>
    </dgm:pt>
    <dgm:pt modelId="{7E513094-0BC1-484A-A8D6-93A6331222EA}" type="pres">
      <dgm:prSet presAssocID="{BC6273D8-BB47-418D-8C62-312F338ED5D4}" presName="rootConnector" presStyleLbl="node4" presStyleIdx="0" presStyleCnt="1"/>
      <dgm:spPr/>
      <dgm:t>
        <a:bodyPr/>
        <a:lstStyle/>
        <a:p>
          <a:endParaRPr lang="en-MY"/>
        </a:p>
      </dgm:t>
    </dgm:pt>
    <dgm:pt modelId="{C5EA7458-0A99-4487-ABEE-42B3F8C54C1F}" type="pres">
      <dgm:prSet presAssocID="{BC6273D8-BB47-418D-8C62-312F338ED5D4}" presName="hierChild4" presStyleCnt="0"/>
      <dgm:spPr/>
    </dgm:pt>
    <dgm:pt modelId="{041BAAA6-A5B3-4A47-8867-80185C103552}" type="pres">
      <dgm:prSet presAssocID="{BC6273D8-BB47-418D-8C62-312F338ED5D4}" presName="hierChild5" presStyleCnt="0"/>
      <dgm:spPr/>
    </dgm:pt>
    <dgm:pt modelId="{B2AEBFB0-12A2-406B-8166-839AF53CC920}" type="pres">
      <dgm:prSet presAssocID="{5E46F205-534C-4E32-943C-AC1C4E162236}" presName="hierChild5" presStyleCnt="0"/>
      <dgm:spPr/>
    </dgm:pt>
    <dgm:pt modelId="{99DCC596-4BB8-4160-8BAC-7560BB40BD28}" type="pres">
      <dgm:prSet presAssocID="{E29F7001-4840-4CC8-A6CE-F0CC9632ED68}" presName="Name37" presStyleLbl="parChTrans1D3" presStyleIdx="3" presStyleCnt="9"/>
      <dgm:spPr/>
      <dgm:t>
        <a:bodyPr/>
        <a:lstStyle/>
        <a:p>
          <a:endParaRPr lang="en-MY"/>
        </a:p>
      </dgm:t>
    </dgm:pt>
    <dgm:pt modelId="{F6865C26-BC99-4195-8E1C-CA33E8CF786A}" type="pres">
      <dgm:prSet presAssocID="{0DC258C1-FF0A-4CED-972D-2E22E0BB38CC}" presName="hierRoot2" presStyleCnt="0">
        <dgm:presLayoutVars>
          <dgm:hierBranch val="init"/>
        </dgm:presLayoutVars>
      </dgm:prSet>
      <dgm:spPr/>
    </dgm:pt>
    <dgm:pt modelId="{4D598F86-7F79-4627-A263-4F844BB12523}" type="pres">
      <dgm:prSet presAssocID="{0DC258C1-FF0A-4CED-972D-2E22E0BB38CC}" presName="rootComposite" presStyleCnt="0"/>
      <dgm:spPr/>
    </dgm:pt>
    <dgm:pt modelId="{0877115F-125C-440A-A679-4DB5481CD61C}" type="pres">
      <dgm:prSet presAssocID="{0DC258C1-FF0A-4CED-972D-2E22E0BB38CC}" presName="rootText" presStyleLbl="node3" presStyleIdx="3" presStyleCnt="9" custLinFactNeighborX="1335" custLinFactNeighborY="60837">
        <dgm:presLayoutVars>
          <dgm:chPref val="3"/>
        </dgm:presLayoutVars>
      </dgm:prSet>
      <dgm:spPr/>
      <dgm:t>
        <a:bodyPr/>
        <a:lstStyle/>
        <a:p>
          <a:endParaRPr lang="en-MY"/>
        </a:p>
      </dgm:t>
    </dgm:pt>
    <dgm:pt modelId="{F9E8C943-78A3-458C-B908-6075C988D5EE}" type="pres">
      <dgm:prSet presAssocID="{0DC258C1-FF0A-4CED-972D-2E22E0BB38CC}" presName="rootConnector" presStyleLbl="node3" presStyleIdx="3" presStyleCnt="9"/>
      <dgm:spPr/>
      <dgm:t>
        <a:bodyPr/>
        <a:lstStyle/>
        <a:p>
          <a:endParaRPr lang="en-MY"/>
        </a:p>
      </dgm:t>
    </dgm:pt>
    <dgm:pt modelId="{85E36D93-DEA0-489D-820C-7A40645BBAEC}" type="pres">
      <dgm:prSet presAssocID="{0DC258C1-FF0A-4CED-972D-2E22E0BB38CC}" presName="hierChild4" presStyleCnt="0"/>
      <dgm:spPr/>
    </dgm:pt>
    <dgm:pt modelId="{58E61ADA-E792-49F8-8C81-C38758ACF750}" type="pres">
      <dgm:prSet presAssocID="{0DC258C1-FF0A-4CED-972D-2E22E0BB38CC}" presName="hierChild5" presStyleCnt="0"/>
      <dgm:spPr/>
    </dgm:pt>
    <dgm:pt modelId="{5675614D-3886-4565-8F75-57956918EB09}" type="pres">
      <dgm:prSet presAssocID="{2A352D96-B84D-4993-8308-5451D4A29BD4}" presName="Name37" presStyleLbl="parChTrans1D3" presStyleIdx="4" presStyleCnt="9"/>
      <dgm:spPr/>
      <dgm:t>
        <a:bodyPr/>
        <a:lstStyle/>
        <a:p>
          <a:endParaRPr lang="en-MY"/>
        </a:p>
      </dgm:t>
    </dgm:pt>
    <dgm:pt modelId="{529B46E8-330B-4326-A7F6-0AFD4A918F0A}" type="pres">
      <dgm:prSet presAssocID="{35487EAE-6534-4DE7-AAAF-19AC2D3126AB}" presName="hierRoot2" presStyleCnt="0">
        <dgm:presLayoutVars>
          <dgm:hierBranch val="init"/>
        </dgm:presLayoutVars>
      </dgm:prSet>
      <dgm:spPr/>
    </dgm:pt>
    <dgm:pt modelId="{F7FEAAA0-2671-4F9B-BB61-78F7AE0B0490}" type="pres">
      <dgm:prSet presAssocID="{35487EAE-6534-4DE7-AAAF-19AC2D3126AB}" presName="rootComposite" presStyleCnt="0"/>
      <dgm:spPr/>
    </dgm:pt>
    <dgm:pt modelId="{DCAE4F04-A025-4BF6-94F8-D2D4E6C4F196}" type="pres">
      <dgm:prSet presAssocID="{35487EAE-6534-4DE7-AAAF-19AC2D3126AB}" presName="rootText" presStyleLbl="node3" presStyleIdx="4" presStyleCnt="9" custLinFactX="-21429" custLinFactY="100000" custLinFactNeighborX="-100000" custLinFactNeighborY="128407">
        <dgm:presLayoutVars>
          <dgm:chPref val="3"/>
        </dgm:presLayoutVars>
      </dgm:prSet>
      <dgm:spPr/>
      <dgm:t>
        <a:bodyPr/>
        <a:lstStyle/>
        <a:p>
          <a:endParaRPr lang="en-MY"/>
        </a:p>
      </dgm:t>
    </dgm:pt>
    <dgm:pt modelId="{A9B87730-B106-4BF0-8B58-DA9F0DF674A1}" type="pres">
      <dgm:prSet presAssocID="{35487EAE-6534-4DE7-AAAF-19AC2D3126AB}" presName="rootConnector" presStyleLbl="node3" presStyleIdx="4" presStyleCnt="9"/>
      <dgm:spPr/>
      <dgm:t>
        <a:bodyPr/>
        <a:lstStyle/>
        <a:p>
          <a:endParaRPr lang="en-MY"/>
        </a:p>
      </dgm:t>
    </dgm:pt>
    <dgm:pt modelId="{F641D376-686E-4BA2-A84F-B5C2046B84C3}" type="pres">
      <dgm:prSet presAssocID="{35487EAE-6534-4DE7-AAAF-19AC2D3126AB}" presName="hierChild4" presStyleCnt="0"/>
      <dgm:spPr/>
    </dgm:pt>
    <dgm:pt modelId="{DC0664F9-5701-4F3A-9D40-DDB36470A7F6}" type="pres">
      <dgm:prSet presAssocID="{35487EAE-6534-4DE7-AAAF-19AC2D3126AB}" presName="hierChild5" presStyleCnt="0"/>
      <dgm:spPr/>
    </dgm:pt>
    <dgm:pt modelId="{2D37693A-EF95-4DBD-989A-637765CA1023}" type="pres">
      <dgm:prSet presAssocID="{300EC9B0-18AB-4924-BFCB-87E999ECA181}" presName="hierChild5" presStyleCnt="0"/>
      <dgm:spPr/>
    </dgm:pt>
    <dgm:pt modelId="{EC6269DC-B2E3-4BD8-A480-6E3AE59EFCEE}" type="pres">
      <dgm:prSet presAssocID="{D623EB4A-515D-47A1-BE28-580A119C766D}" presName="Name37" presStyleLbl="parChTrans1D2" presStyleIdx="1" presStyleCnt="2"/>
      <dgm:spPr/>
      <dgm:t>
        <a:bodyPr/>
        <a:lstStyle/>
        <a:p>
          <a:endParaRPr lang="en-MY"/>
        </a:p>
      </dgm:t>
    </dgm:pt>
    <dgm:pt modelId="{70EBB6BF-6BC4-4992-AC2F-A40FB4520638}" type="pres">
      <dgm:prSet presAssocID="{9D332656-A8AF-4522-8875-83D3CA537CBE}" presName="hierRoot2" presStyleCnt="0">
        <dgm:presLayoutVars>
          <dgm:hierBranch val="init"/>
        </dgm:presLayoutVars>
      </dgm:prSet>
      <dgm:spPr/>
    </dgm:pt>
    <dgm:pt modelId="{68D8321D-A49C-46C3-8A9C-96061872440E}" type="pres">
      <dgm:prSet presAssocID="{9D332656-A8AF-4522-8875-83D3CA537CBE}" presName="rootComposite" presStyleCnt="0"/>
      <dgm:spPr/>
    </dgm:pt>
    <dgm:pt modelId="{00DCED65-8A51-45C5-A629-E7F6F96C8E6D}" type="pres">
      <dgm:prSet presAssocID="{9D332656-A8AF-4522-8875-83D3CA537CBE}" presName="rootText" presStyleLbl="node2" presStyleIdx="1" presStyleCnt="2" custScaleX="292311" custScaleY="79360" custLinFactNeighborX="-574" custLinFactNeighborY="0">
        <dgm:presLayoutVars>
          <dgm:chPref val="3"/>
        </dgm:presLayoutVars>
      </dgm:prSet>
      <dgm:spPr/>
      <dgm:t>
        <a:bodyPr/>
        <a:lstStyle/>
        <a:p>
          <a:endParaRPr lang="en-MY"/>
        </a:p>
      </dgm:t>
    </dgm:pt>
    <dgm:pt modelId="{63BFEEEF-D1C5-41A6-9710-E7A2C3526707}" type="pres">
      <dgm:prSet presAssocID="{9D332656-A8AF-4522-8875-83D3CA537CBE}" presName="rootConnector" presStyleLbl="node2" presStyleIdx="1" presStyleCnt="2"/>
      <dgm:spPr/>
      <dgm:t>
        <a:bodyPr/>
        <a:lstStyle/>
        <a:p>
          <a:endParaRPr lang="en-MY"/>
        </a:p>
      </dgm:t>
    </dgm:pt>
    <dgm:pt modelId="{22B1073F-C673-40B5-B2CD-F9D7FA83A1A4}" type="pres">
      <dgm:prSet presAssocID="{9D332656-A8AF-4522-8875-83D3CA537CBE}" presName="hierChild4" presStyleCnt="0"/>
      <dgm:spPr/>
    </dgm:pt>
    <dgm:pt modelId="{3749C064-C6F8-4779-BA55-935A95C15EC4}" type="pres">
      <dgm:prSet presAssocID="{50E3783A-7BEC-443B-A608-68154C5EE37C}" presName="Name37" presStyleLbl="parChTrans1D3" presStyleIdx="5" presStyleCnt="9"/>
      <dgm:spPr/>
      <dgm:t>
        <a:bodyPr/>
        <a:lstStyle/>
        <a:p>
          <a:endParaRPr lang="en-MY"/>
        </a:p>
      </dgm:t>
    </dgm:pt>
    <dgm:pt modelId="{4CA0AF88-57D5-4DB0-93A5-CFFE446B3C29}" type="pres">
      <dgm:prSet presAssocID="{B82AA774-6626-4764-AA9B-A759AB47E467}" presName="hierRoot2" presStyleCnt="0">
        <dgm:presLayoutVars>
          <dgm:hierBranch val="init"/>
        </dgm:presLayoutVars>
      </dgm:prSet>
      <dgm:spPr/>
    </dgm:pt>
    <dgm:pt modelId="{A97F4B99-E4D7-453C-87F7-3118743EF25D}" type="pres">
      <dgm:prSet presAssocID="{B82AA774-6626-4764-AA9B-A759AB47E467}" presName="rootComposite" presStyleCnt="0"/>
      <dgm:spPr/>
    </dgm:pt>
    <dgm:pt modelId="{F80E32FC-0664-41B7-8079-8CE3B4050137}" type="pres">
      <dgm:prSet presAssocID="{B82AA774-6626-4764-AA9B-A759AB47E467}" presName="rootText" presStyleLbl="node3" presStyleIdx="5" presStyleCnt="9" custScaleX="178298" custLinFactNeighborX="-5328">
        <dgm:presLayoutVars>
          <dgm:chPref val="3"/>
        </dgm:presLayoutVars>
      </dgm:prSet>
      <dgm:spPr/>
      <dgm:t>
        <a:bodyPr/>
        <a:lstStyle/>
        <a:p>
          <a:endParaRPr lang="en-MY"/>
        </a:p>
      </dgm:t>
    </dgm:pt>
    <dgm:pt modelId="{F8B3DB2B-3BD4-4EB6-957C-C3511D05C79A}" type="pres">
      <dgm:prSet presAssocID="{B82AA774-6626-4764-AA9B-A759AB47E467}" presName="rootConnector" presStyleLbl="node3" presStyleIdx="5" presStyleCnt="9"/>
      <dgm:spPr/>
      <dgm:t>
        <a:bodyPr/>
        <a:lstStyle/>
        <a:p>
          <a:endParaRPr lang="en-MY"/>
        </a:p>
      </dgm:t>
    </dgm:pt>
    <dgm:pt modelId="{58B2C2F6-63B5-4A29-B33F-C406E40C79FF}" type="pres">
      <dgm:prSet presAssocID="{B82AA774-6626-4764-AA9B-A759AB47E467}" presName="hierChild4" presStyleCnt="0"/>
      <dgm:spPr/>
    </dgm:pt>
    <dgm:pt modelId="{F99F825E-C800-42B7-B603-77C772958DDA}" type="pres">
      <dgm:prSet presAssocID="{B82AA774-6626-4764-AA9B-A759AB47E467}" presName="hierChild5" presStyleCnt="0"/>
      <dgm:spPr/>
    </dgm:pt>
    <dgm:pt modelId="{5BBAC023-9A23-4DF1-BB68-77E4A504B03E}" type="pres">
      <dgm:prSet presAssocID="{FAF277E1-70B7-4B40-89FE-E8D9C4E02121}" presName="Name37" presStyleLbl="parChTrans1D3" presStyleIdx="6" presStyleCnt="9"/>
      <dgm:spPr/>
      <dgm:t>
        <a:bodyPr/>
        <a:lstStyle/>
        <a:p>
          <a:endParaRPr lang="en-MY"/>
        </a:p>
      </dgm:t>
    </dgm:pt>
    <dgm:pt modelId="{28D8DBDF-6302-40EE-9E1F-75B0D7FB1878}" type="pres">
      <dgm:prSet presAssocID="{84578BC7-493A-4869-9DD2-31EAEF69494E}" presName="hierRoot2" presStyleCnt="0">
        <dgm:presLayoutVars>
          <dgm:hierBranch val="init"/>
        </dgm:presLayoutVars>
      </dgm:prSet>
      <dgm:spPr/>
    </dgm:pt>
    <dgm:pt modelId="{77A04099-9F0E-45F6-8DAC-CED9F34D7A2B}" type="pres">
      <dgm:prSet presAssocID="{84578BC7-493A-4869-9DD2-31EAEF69494E}" presName="rootComposite" presStyleCnt="0"/>
      <dgm:spPr/>
    </dgm:pt>
    <dgm:pt modelId="{E2951DA7-9806-4D99-9780-8A79838F756A}" type="pres">
      <dgm:prSet presAssocID="{84578BC7-493A-4869-9DD2-31EAEF69494E}" presName="rootText" presStyleLbl="node3" presStyleIdx="6" presStyleCnt="9" custScaleX="178298" custLinFactNeighborX="-5328">
        <dgm:presLayoutVars>
          <dgm:chPref val="3"/>
        </dgm:presLayoutVars>
      </dgm:prSet>
      <dgm:spPr/>
      <dgm:t>
        <a:bodyPr/>
        <a:lstStyle/>
        <a:p>
          <a:endParaRPr lang="en-MY"/>
        </a:p>
      </dgm:t>
    </dgm:pt>
    <dgm:pt modelId="{127B6166-6A4C-4187-B4F2-A27BE7A58AD2}" type="pres">
      <dgm:prSet presAssocID="{84578BC7-493A-4869-9DD2-31EAEF69494E}" presName="rootConnector" presStyleLbl="node3" presStyleIdx="6" presStyleCnt="9"/>
      <dgm:spPr/>
      <dgm:t>
        <a:bodyPr/>
        <a:lstStyle/>
        <a:p>
          <a:endParaRPr lang="en-MY"/>
        </a:p>
      </dgm:t>
    </dgm:pt>
    <dgm:pt modelId="{E9A50434-805F-4A94-A946-25117DB7E2ED}" type="pres">
      <dgm:prSet presAssocID="{84578BC7-493A-4869-9DD2-31EAEF69494E}" presName="hierChild4" presStyleCnt="0"/>
      <dgm:spPr/>
    </dgm:pt>
    <dgm:pt modelId="{596EDC5F-5D6F-424F-8D94-F70E9EF68A3A}" type="pres">
      <dgm:prSet presAssocID="{84578BC7-493A-4869-9DD2-31EAEF69494E}" presName="hierChild5" presStyleCnt="0"/>
      <dgm:spPr/>
    </dgm:pt>
    <dgm:pt modelId="{DEF4970A-0B16-403C-80D2-E4935C3ECCF3}" type="pres">
      <dgm:prSet presAssocID="{BC40C0D5-55B5-49E6-BCA9-301A231C8B82}" presName="Name37" presStyleLbl="parChTrans1D3" presStyleIdx="7" presStyleCnt="9"/>
      <dgm:spPr/>
      <dgm:t>
        <a:bodyPr/>
        <a:lstStyle/>
        <a:p>
          <a:endParaRPr lang="en-MY"/>
        </a:p>
      </dgm:t>
    </dgm:pt>
    <dgm:pt modelId="{759E62D2-E8A2-4E3F-82D4-BD48240304DB}" type="pres">
      <dgm:prSet presAssocID="{93E8E496-873B-4250-ACA2-AF69C2F74621}" presName="hierRoot2" presStyleCnt="0">
        <dgm:presLayoutVars>
          <dgm:hierBranch val="init"/>
        </dgm:presLayoutVars>
      </dgm:prSet>
      <dgm:spPr/>
    </dgm:pt>
    <dgm:pt modelId="{C5A81C41-5B8D-473F-855F-8885956577FC}" type="pres">
      <dgm:prSet presAssocID="{93E8E496-873B-4250-ACA2-AF69C2F74621}" presName="rootComposite" presStyleCnt="0"/>
      <dgm:spPr/>
    </dgm:pt>
    <dgm:pt modelId="{F46EE249-76A8-4C7E-B1A1-77B69A32FB3F}" type="pres">
      <dgm:prSet presAssocID="{93E8E496-873B-4250-ACA2-AF69C2F74621}" presName="rootText" presStyleLbl="node3" presStyleIdx="7" presStyleCnt="9" custScaleX="178298" custLinFactNeighborX="2264" custLinFactNeighborY="9446">
        <dgm:presLayoutVars>
          <dgm:chPref val="3"/>
        </dgm:presLayoutVars>
      </dgm:prSet>
      <dgm:spPr/>
      <dgm:t>
        <a:bodyPr/>
        <a:lstStyle/>
        <a:p>
          <a:endParaRPr lang="en-MY"/>
        </a:p>
      </dgm:t>
    </dgm:pt>
    <dgm:pt modelId="{8D3AB26C-FCE8-4178-9E09-FB592187335C}" type="pres">
      <dgm:prSet presAssocID="{93E8E496-873B-4250-ACA2-AF69C2F74621}" presName="rootConnector" presStyleLbl="node3" presStyleIdx="7" presStyleCnt="9"/>
      <dgm:spPr/>
      <dgm:t>
        <a:bodyPr/>
        <a:lstStyle/>
        <a:p>
          <a:endParaRPr lang="en-MY"/>
        </a:p>
      </dgm:t>
    </dgm:pt>
    <dgm:pt modelId="{FBF0B2EE-7271-4AC1-B9A9-3601E9B14BA0}" type="pres">
      <dgm:prSet presAssocID="{93E8E496-873B-4250-ACA2-AF69C2F74621}" presName="hierChild4" presStyleCnt="0"/>
      <dgm:spPr/>
    </dgm:pt>
    <dgm:pt modelId="{3DFB82E0-51B3-48DE-9DC7-34811DBF0FF6}" type="pres">
      <dgm:prSet presAssocID="{93E8E496-873B-4250-ACA2-AF69C2F74621}" presName="hierChild5" presStyleCnt="0"/>
      <dgm:spPr/>
    </dgm:pt>
    <dgm:pt modelId="{4FFA9773-155F-4060-8E3B-76EB6BBA0C3F}" type="pres">
      <dgm:prSet presAssocID="{A5E40715-9B6E-47A7-91B8-E7BA1F2B6B7C}" presName="Name37" presStyleLbl="parChTrans1D3" presStyleIdx="8" presStyleCnt="9"/>
      <dgm:spPr/>
      <dgm:t>
        <a:bodyPr/>
        <a:lstStyle/>
        <a:p>
          <a:endParaRPr lang="en-MY"/>
        </a:p>
      </dgm:t>
    </dgm:pt>
    <dgm:pt modelId="{4E0597ED-8C93-4A32-B042-DB902DD54A05}" type="pres">
      <dgm:prSet presAssocID="{9F076C34-0477-4E10-886A-4A8318DD0C11}" presName="hierRoot2" presStyleCnt="0">
        <dgm:presLayoutVars>
          <dgm:hierBranch val="init"/>
        </dgm:presLayoutVars>
      </dgm:prSet>
      <dgm:spPr/>
    </dgm:pt>
    <dgm:pt modelId="{371D10C2-56D3-490F-BD58-1D83B7DB0FB4}" type="pres">
      <dgm:prSet presAssocID="{9F076C34-0477-4E10-886A-4A8318DD0C11}" presName="rootComposite" presStyleCnt="0"/>
      <dgm:spPr/>
    </dgm:pt>
    <dgm:pt modelId="{49711CA6-6E4C-42C9-9CC0-9B44EE916B1B}" type="pres">
      <dgm:prSet presAssocID="{9F076C34-0477-4E10-886A-4A8318DD0C11}" presName="rootText" presStyleLbl="node3" presStyleIdx="8" presStyleCnt="9" custScaleX="214916" custLinFactNeighborX="80497">
        <dgm:presLayoutVars>
          <dgm:chPref val="3"/>
        </dgm:presLayoutVars>
      </dgm:prSet>
      <dgm:spPr/>
      <dgm:t>
        <a:bodyPr/>
        <a:lstStyle/>
        <a:p>
          <a:endParaRPr lang="en-MY"/>
        </a:p>
      </dgm:t>
    </dgm:pt>
    <dgm:pt modelId="{CC35114A-606B-4594-94C6-47D44AFDE38A}" type="pres">
      <dgm:prSet presAssocID="{9F076C34-0477-4E10-886A-4A8318DD0C11}" presName="rootConnector" presStyleLbl="node3" presStyleIdx="8" presStyleCnt="9"/>
      <dgm:spPr/>
      <dgm:t>
        <a:bodyPr/>
        <a:lstStyle/>
        <a:p>
          <a:endParaRPr lang="en-MY"/>
        </a:p>
      </dgm:t>
    </dgm:pt>
    <dgm:pt modelId="{8F6B218C-473C-4F4C-9FA8-03C4B0531917}" type="pres">
      <dgm:prSet presAssocID="{9F076C34-0477-4E10-886A-4A8318DD0C11}" presName="hierChild4" presStyleCnt="0"/>
      <dgm:spPr/>
    </dgm:pt>
    <dgm:pt modelId="{A7AA170B-B115-43CA-B588-158AEF2B2766}" type="pres">
      <dgm:prSet presAssocID="{9F076C34-0477-4E10-886A-4A8318DD0C11}" presName="hierChild5" presStyleCnt="0"/>
      <dgm:spPr/>
    </dgm:pt>
    <dgm:pt modelId="{19489F11-61F2-4CE2-8D1F-DAA8E9144E96}" type="pres">
      <dgm:prSet presAssocID="{9D332656-A8AF-4522-8875-83D3CA537CBE}" presName="hierChild5" presStyleCnt="0"/>
      <dgm:spPr/>
    </dgm:pt>
    <dgm:pt modelId="{CE108E30-EF87-4026-92D3-FA80B54A56FC}" type="pres">
      <dgm:prSet presAssocID="{376C5B4A-42DD-4229-8966-28E020B8DBCF}" presName="hierChild3" presStyleCnt="0"/>
      <dgm:spPr/>
    </dgm:pt>
  </dgm:ptLst>
  <dgm:cxnLst>
    <dgm:cxn modelId="{2CBAAED0-8916-4161-BDA8-9CDD7D212C7C}" type="presOf" srcId="{2F59093F-3F2C-45D2-8E74-D1F6B04DF6E3}" destId="{1F7BE450-AFD6-4E04-AF2B-812EDBB1E2AE}" srcOrd="0" destOrd="0" presId="urn:microsoft.com/office/officeart/2005/8/layout/orgChart1"/>
    <dgm:cxn modelId="{A40AACBA-E625-450B-B5D2-76C104672446}" srcId="{9D332656-A8AF-4522-8875-83D3CA537CBE}" destId="{84578BC7-493A-4869-9DD2-31EAEF69494E}" srcOrd="1" destOrd="0" parTransId="{FAF277E1-70B7-4B40-89FE-E8D9C4E02121}" sibTransId="{0B866454-4ABB-405F-9196-8DB0103847CB}"/>
    <dgm:cxn modelId="{F22188E3-8045-4713-BF12-B0EFC82EA540}" type="presOf" srcId="{0DC258C1-FF0A-4CED-972D-2E22E0BB38CC}" destId="{F9E8C943-78A3-458C-B908-6075C988D5EE}" srcOrd="1" destOrd="0" presId="urn:microsoft.com/office/officeart/2005/8/layout/orgChart1"/>
    <dgm:cxn modelId="{B380E520-B4AE-4B74-A1AA-BCF36DDEAD5D}" srcId="{9D332656-A8AF-4522-8875-83D3CA537CBE}" destId="{B82AA774-6626-4764-AA9B-A759AB47E467}" srcOrd="0" destOrd="0" parTransId="{50E3783A-7BEC-443B-A608-68154C5EE37C}" sibTransId="{F101BEC7-6765-4846-9278-37BB10009850}"/>
    <dgm:cxn modelId="{AB74CEE3-0089-4455-99D1-251635EF360B}" type="presOf" srcId="{9F076C34-0477-4E10-886A-4A8318DD0C11}" destId="{CC35114A-606B-4594-94C6-47D44AFDE38A}" srcOrd="1" destOrd="0" presId="urn:microsoft.com/office/officeart/2005/8/layout/orgChart1"/>
    <dgm:cxn modelId="{D360A015-A2F4-412F-B140-95724194D062}" type="presOf" srcId="{5E46F205-534C-4E32-943C-AC1C4E162236}" destId="{300A3A4C-8AAB-4DFA-89FF-EF762377645A}" srcOrd="0" destOrd="0" presId="urn:microsoft.com/office/officeart/2005/8/layout/orgChart1"/>
    <dgm:cxn modelId="{EA9E2DC4-ACA3-46A9-BFB8-7419C6856B80}" type="presOf" srcId="{BC6273D8-BB47-418D-8C62-312F338ED5D4}" destId="{7E513094-0BC1-484A-A8D6-93A6331222EA}" srcOrd="1" destOrd="0" presId="urn:microsoft.com/office/officeart/2005/8/layout/orgChart1"/>
    <dgm:cxn modelId="{6A2E97A6-28FA-41E3-9591-34C6B3CF44DD}" type="presOf" srcId="{E29F7001-4840-4CC8-A6CE-F0CC9632ED68}" destId="{99DCC596-4BB8-4160-8BAC-7560BB40BD28}" srcOrd="0" destOrd="0" presId="urn:microsoft.com/office/officeart/2005/8/layout/orgChart1"/>
    <dgm:cxn modelId="{D756BA62-B53A-4687-A5AE-8386339596A1}" type="presOf" srcId="{5E46F205-534C-4E32-943C-AC1C4E162236}" destId="{26BBF717-81F6-4F4B-B7C8-DBA39A93B236}" srcOrd="1" destOrd="0" presId="urn:microsoft.com/office/officeart/2005/8/layout/orgChart1"/>
    <dgm:cxn modelId="{04F12A1A-2D23-4D0F-ADF3-41FC605E4D41}" type="presOf" srcId="{EA743050-FAFC-40AB-951D-735FE2BDF77D}" destId="{F6040DEB-9757-41DC-9C83-070E334DC705}" srcOrd="0" destOrd="0" presId="urn:microsoft.com/office/officeart/2005/8/layout/orgChart1"/>
    <dgm:cxn modelId="{31F2119B-E77A-4CD2-B6EC-1EC201B5ACC9}" type="presOf" srcId="{FAF277E1-70B7-4B40-89FE-E8D9C4E02121}" destId="{5BBAC023-9A23-4DF1-BB68-77E4A504B03E}" srcOrd="0" destOrd="0" presId="urn:microsoft.com/office/officeart/2005/8/layout/orgChart1"/>
    <dgm:cxn modelId="{B0C312CC-5617-4B48-9281-3616080DA1F6}" type="presOf" srcId="{D418DF3F-304C-419E-A6C9-DACDE4672C54}" destId="{100DFB12-7659-454F-B3D1-84CDF52A17C0}" srcOrd="0" destOrd="0" presId="urn:microsoft.com/office/officeart/2005/8/layout/orgChart1"/>
    <dgm:cxn modelId="{9B38E275-5A46-4E4C-8E20-034EDC2EB6C8}" type="presOf" srcId="{2A352D96-B84D-4993-8308-5451D4A29BD4}" destId="{5675614D-3886-4565-8F75-57956918EB09}" srcOrd="0" destOrd="0" presId="urn:microsoft.com/office/officeart/2005/8/layout/orgChart1"/>
    <dgm:cxn modelId="{1AC22A2D-04EA-47DB-97F8-72EA5F06CE37}" srcId="{300EC9B0-18AB-4924-BFCB-87E999ECA181}" destId="{2AE59193-6BC3-4681-81FE-37DB6EDF65F9}" srcOrd="1" destOrd="0" parTransId="{2F59093F-3F2C-45D2-8E74-D1F6B04DF6E3}" sibTransId="{61B81FE7-4C11-4710-9B59-A440D54B9A35}"/>
    <dgm:cxn modelId="{0D79B276-4D63-4CB9-97AB-3EDBD510B288}" srcId="{5E46F205-534C-4E32-943C-AC1C4E162236}" destId="{BC6273D8-BB47-418D-8C62-312F338ED5D4}" srcOrd="0" destOrd="0" parTransId="{EA743050-FAFC-40AB-951D-735FE2BDF77D}" sibTransId="{C3AFAEA7-B8BC-479E-8F64-0AE1796F1CE8}"/>
    <dgm:cxn modelId="{BC0A8F21-39EC-4E1F-AA83-C735FF8AF215}" type="presOf" srcId="{93E8E496-873B-4250-ACA2-AF69C2F74621}" destId="{F46EE249-76A8-4C7E-B1A1-77B69A32FB3F}" srcOrd="0" destOrd="0" presId="urn:microsoft.com/office/officeart/2005/8/layout/orgChart1"/>
    <dgm:cxn modelId="{36DD2A9F-F1D8-4698-9658-C9D1E87C81E4}" type="presOf" srcId="{A5E40715-9B6E-47A7-91B8-E7BA1F2B6B7C}" destId="{4FFA9773-155F-4060-8E3B-76EB6BBA0C3F}" srcOrd="0" destOrd="0" presId="urn:microsoft.com/office/officeart/2005/8/layout/orgChart1"/>
    <dgm:cxn modelId="{1EC9FAA1-4B09-4D72-883B-4665863AA03D}" type="presOf" srcId="{35487EAE-6534-4DE7-AAAF-19AC2D3126AB}" destId="{DCAE4F04-A025-4BF6-94F8-D2D4E6C4F196}" srcOrd="0" destOrd="0" presId="urn:microsoft.com/office/officeart/2005/8/layout/orgChart1"/>
    <dgm:cxn modelId="{5D11DB45-D981-49A3-BACE-30A360391C05}" type="presOf" srcId="{0DC258C1-FF0A-4CED-972D-2E22E0BB38CC}" destId="{0877115F-125C-440A-A679-4DB5481CD61C}" srcOrd="0" destOrd="0" presId="urn:microsoft.com/office/officeart/2005/8/layout/orgChart1"/>
    <dgm:cxn modelId="{AD2E98D5-C64E-4EB1-8E32-E6F98D693192}" type="presOf" srcId="{35487EAE-6534-4DE7-AAAF-19AC2D3126AB}" destId="{A9B87730-B106-4BF0-8B58-DA9F0DF674A1}" srcOrd="1" destOrd="0" presId="urn:microsoft.com/office/officeart/2005/8/layout/orgChart1"/>
    <dgm:cxn modelId="{2AB065CF-3BA0-4314-A10C-5FB8DFCC59EB}" type="presOf" srcId="{50E3783A-7BEC-443B-A608-68154C5EE37C}" destId="{3749C064-C6F8-4779-BA55-935A95C15EC4}" srcOrd="0" destOrd="0" presId="urn:microsoft.com/office/officeart/2005/8/layout/orgChart1"/>
    <dgm:cxn modelId="{8B521A83-F328-4FD4-932B-FB7AB0795ED2}" type="presOf" srcId="{376C5B4A-42DD-4229-8966-28E020B8DBCF}" destId="{010044CC-DDBB-4DD9-A443-0A174A3EC6D5}" srcOrd="1" destOrd="0" presId="urn:microsoft.com/office/officeart/2005/8/layout/orgChart1"/>
    <dgm:cxn modelId="{39334F47-ECE2-4B76-BC73-77CFBADA4A15}" type="presOf" srcId="{9F076C34-0477-4E10-886A-4A8318DD0C11}" destId="{49711CA6-6E4C-42C9-9CC0-9B44EE916B1B}" srcOrd="0" destOrd="0" presId="urn:microsoft.com/office/officeart/2005/8/layout/orgChart1"/>
    <dgm:cxn modelId="{6AB4C012-3BD7-4340-BC6D-2B9ECFDB501C}" type="presOf" srcId="{B82AA774-6626-4764-AA9B-A759AB47E467}" destId="{F80E32FC-0664-41B7-8079-8CE3B4050137}" srcOrd="0" destOrd="0" presId="urn:microsoft.com/office/officeart/2005/8/layout/orgChart1"/>
    <dgm:cxn modelId="{166DC08C-427A-49AA-A1C0-134EF41625E4}" type="presOf" srcId="{83DA1E91-45D4-4CD6-87E0-6D85B4F0A20F}" destId="{19110435-AEAC-4825-95A5-CF33B00EA3B9}" srcOrd="1" destOrd="0" presId="urn:microsoft.com/office/officeart/2005/8/layout/orgChart1"/>
    <dgm:cxn modelId="{D04FEDCD-9647-42FA-8764-F7B3B4DE5A00}" srcId="{300EC9B0-18AB-4924-BFCB-87E999ECA181}" destId="{35487EAE-6534-4DE7-AAAF-19AC2D3126AB}" srcOrd="4" destOrd="0" parTransId="{2A352D96-B84D-4993-8308-5451D4A29BD4}" sibTransId="{368E80A3-6BA3-442A-A334-F2A62C702E08}"/>
    <dgm:cxn modelId="{67B50D7E-AF01-44D6-A218-A98C168FFD4C}" srcId="{8F5211D1-6B78-436C-876C-B89E7150F64E}" destId="{376C5B4A-42DD-4229-8966-28E020B8DBCF}" srcOrd="0" destOrd="0" parTransId="{C19919BC-48FE-45B4-94C9-EA3394B160E0}" sibTransId="{D6FF1EFC-9E07-4906-9E52-FBB48FED96D5}"/>
    <dgm:cxn modelId="{015B85DA-A355-40D9-839F-161D5F92E55C}" type="presOf" srcId="{2AE59193-6BC3-4681-81FE-37DB6EDF65F9}" destId="{3D0C8E70-76ED-437F-B4E4-31A61CE4E797}" srcOrd="0" destOrd="0" presId="urn:microsoft.com/office/officeart/2005/8/layout/orgChart1"/>
    <dgm:cxn modelId="{298557BF-BB58-486E-99B4-8F61108743C2}" srcId="{300EC9B0-18AB-4924-BFCB-87E999ECA181}" destId="{5E46F205-534C-4E32-943C-AC1C4E162236}" srcOrd="2" destOrd="0" parTransId="{7EEC1C84-60C8-40A6-9BFF-5437A82A98C1}" sibTransId="{2E47F0CC-8358-40AF-B8A6-AD640E3A47C8}"/>
    <dgm:cxn modelId="{A3CC5CB2-71C8-48B0-B9FD-B32A4FDE5F1B}" type="presOf" srcId="{A6192857-B291-4CA7-A342-C3E24166B316}" destId="{65FCB24B-DEDF-4672-B12F-833C6DA7EA18}" srcOrd="0" destOrd="0" presId="urn:microsoft.com/office/officeart/2005/8/layout/orgChart1"/>
    <dgm:cxn modelId="{AF04A66A-85F2-49A3-BA9D-56F244333977}" type="presOf" srcId="{BC6273D8-BB47-418D-8C62-312F338ED5D4}" destId="{9248A5ED-0B8E-4BC7-9381-C90D42AC181C}" srcOrd="0" destOrd="0" presId="urn:microsoft.com/office/officeart/2005/8/layout/orgChart1"/>
    <dgm:cxn modelId="{BFA2CC8F-73BA-48B0-83EC-41D2D1DE1135}" type="presOf" srcId="{9D332656-A8AF-4522-8875-83D3CA537CBE}" destId="{63BFEEEF-D1C5-41A6-9710-E7A2C3526707}" srcOrd="1" destOrd="0" presId="urn:microsoft.com/office/officeart/2005/8/layout/orgChart1"/>
    <dgm:cxn modelId="{A78F5C45-931C-4DB9-A1FF-95842F75894C}" srcId="{9D332656-A8AF-4522-8875-83D3CA537CBE}" destId="{9F076C34-0477-4E10-886A-4A8318DD0C11}" srcOrd="3" destOrd="0" parTransId="{A5E40715-9B6E-47A7-91B8-E7BA1F2B6B7C}" sibTransId="{BC1B3ACD-7911-4B99-AD54-6C97D7855522}"/>
    <dgm:cxn modelId="{61477C4F-00F4-4CF0-B4D4-CAE298FE686F}" type="presOf" srcId="{9D332656-A8AF-4522-8875-83D3CA537CBE}" destId="{00DCED65-8A51-45C5-A629-E7F6F96C8E6D}" srcOrd="0" destOrd="0" presId="urn:microsoft.com/office/officeart/2005/8/layout/orgChart1"/>
    <dgm:cxn modelId="{F884D452-8929-4573-94F0-977BCEE356E8}" srcId="{376C5B4A-42DD-4229-8966-28E020B8DBCF}" destId="{9D332656-A8AF-4522-8875-83D3CA537CBE}" srcOrd="1" destOrd="0" parTransId="{D623EB4A-515D-47A1-BE28-580A119C766D}" sibTransId="{4912D165-ED5C-4A73-B732-1A65BF951B85}"/>
    <dgm:cxn modelId="{D706AE55-7C6A-4500-BC48-E28384F944DE}" type="presOf" srcId="{7EEC1C84-60C8-40A6-9BFF-5437A82A98C1}" destId="{1ADD73D7-999D-4D03-996D-97223C1814D5}" srcOrd="0" destOrd="0" presId="urn:microsoft.com/office/officeart/2005/8/layout/orgChart1"/>
    <dgm:cxn modelId="{D77273B5-57DC-473D-B7D3-8BCBDC6581DA}" type="presOf" srcId="{8F5211D1-6B78-436C-876C-B89E7150F64E}" destId="{3C7B5A1E-1C05-4136-9422-3F5AD59968D8}" srcOrd="0" destOrd="0" presId="urn:microsoft.com/office/officeart/2005/8/layout/orgChart1"/>
    <dgm:cxn modelId="{CE8DCB1D-F1E7-41E0-A0C3-4F3A9C8996F8}" type="presOf" srcId="{D623EB4A-515D-47A1-BE28-580A119C766D}" destId="{EC6269DC-B2E3-4BD8-A480-6E3AE59EFCEE}" srcOrd="0" destOrd="0" presId="urn:microsoft.com/office/officeart/2005/8/layout/orgChart1"/>
    <dgm:cxn modelId="{9BBF52F2-6675-432E-8B29-5F1E96D921B8}" srcId="{9D332656-A8AF-4522-8875-83D3CA537CBE}" destId="{93E8E496-873B-4250-ACA2-AF69C2F74621}" srcOrd="2" destOrd="0" parTransId="{BC40C0D5-55B5-49E6-BCA9-301A231C8B82}" sibTransId="{23B1FB3C-208D-4E7D-8001-6CB7751ACB60}"/>
    <dgm:cxn modelId="{874338AD-27E7-4FA1-BBEC-96F276810573}" srcId="{300EC9B0-18AB-4924-BFCB-87E999ECA181}" destId="{0DC258C1-FF0A-4CED-972D-2E22E0BB38CC}" srcOrd="3" destOrd="0" parTransId="{E29F7001-4840-4CC8-A6CE-F0CC9632ED68}" sibTransId="{3841A036-6A38-4EEE-A1A0-57BBAAC9BFDE}"/>
    <dgm:cxn modelId="{8EAAA493-752A-49CD-8E73-0251EADE7B1C}" type="presOf" srcId="{300EC9B0-18AB-4924-BFCB-87E999ECA181}" destId="{738E73BD-C036-4586-8E4D-F167A966200F}" srcOrd="1" destOrd="0" presId="urn:microsoft.com/office/officeart/2005/8/layout/orgChart1"/>
    <dgm:cxn modelId="{33486C75-8168-4FAA-A05B-C019372E0E2B}" type="presOf" srcId="{B82AA774-6626-4764-AA9B-A759AB47E467}" destId="{F8B3DB2B-3BD4-4EB6-957C-C3511D05C79A}" srcOrd="1" destOrd="0" presId="urn:microsoft.com/office/officeart/2005/8/layout/orgChart1"/>
    <dgm:cxn modelId="{CFB13E40-B98C-4EB5-8E69-2B6D6605C5C6}" type="presOf" srcId="{84578BC7-493A-4869-9DD2-31EAEF69494E}" destId="{127B6166-6A4C-4187-B4F2-A27BE7A58AD2}" srcOrd="1" destOrd="0" presId="urn:microsoft.com/office/officeart/2005/8/layout/orgChart1"/>
    <dgm:cxn modelId="{10325EE5-D28C-46EB-9D09-6342800B4AEA}" type="presOf" srcId="{300EC9B0-18AB-4924-BFCB-87E999ECA181}" destId="{57C70BDD-9035-4EA3-845C-52CFB00D8258}" srcOrd="0" destOrd="0" presId="urn:microsoft.com/office/officeart/2005/8/layout/orgChart1"/>
    <dgm:cxn modelId="{5FDC193C-AE53-486A-B678-BF0FCE1F4487}" type="presOf" srcId="{84578BC7-493A-4869-9DD2-31EAEF69494E}" destId="{E2951DA7-9806-4D99-9780-8A79838F756A}" srcOrd="0" destOrd="0" presId="urn:microsoft.com/office/officeart/2005/8/layout/orgChart1"/>
    <dgm:cxn modelId="{5D5689A3-3598-40BC-8B7E-4E937CC54F2A}" srcId="{376C5B4A-42DD-4229-8966-28E020B8DBCF}" destId="{300EC9B0-18AB-4924-BFCB-87E999ECA181}" srcOrd="0" destOrd="0" parTransId="{D418DF3F-304C-419E-A6C9-DACDE4672C54}" sibTransId="{29254D05-F1CB-4CB2-B6E4-30DA8737CFF4}"/>
    <dgm:cxn modelId="{93D5583C-BF48-49F8-97D1-D20657669443}" type="presOf" srcId="{2AE59193-6BC3-4681-81FE-37DB6EDF65F9}" destId="{D9C5A5C8-AED3-4D4E-B471-E526A0D3506C}" srcOrd="1" destOrd="0" presId="urn:microsoft.com/office/officeart/2005/8/layout/orgChart1"/>
    <dgm:cxn modelId="{C9453BCF-988E-453F-AF81-BAD56BDA0A35}" srcId="{300EC9B0-18AB-4924-BFCB-87E999ECA181}" destId="{83DA1E91-45D4-4CD6-87E0-6D85B4F0A20F}" srcOrd="0" destOrd="0" parTransId="{A6192857-B291-4CA7-A342-C3E24166B316}" sibTransId="{4E537F7E-7F9B-46D0-963C-3CBCA493A472}"/>
    <dgm:cxn modelId="{EB90D20F-919C-45A9-86BA-61203F3FC7E0}" type="presOf" srcId="{83DA1E91-45D4-4CD6-87E0-6D85B4F0A20F}" destId="{5E37B3C7-B63D-4D42-8AA3-6C39C206CF83}" srcOrd="0" destOrd="0" presId="urn:microsoft.com/office/officeart/2005/8/layout/orgChart1"/>
    <dgm:cxn modelId="{51E6EB75-4FDE-4E38-9D26-109F269E3063}" type="presOf" srcId="{376C5B4A-42DD-4229-8966-28E020B8DBCF}" destId="{EE06A788-2955-4A82-833E-06D0E6AAE6E3}" srcOrd="0" destOrd="0" presId="urn:microsoft.com/office/officeart/2005/8/layout/orgChart1"/>
    <dgm:cxn modelId="{61904518-2710-4772-A321-77F6D247B0B9}" type="presOf" srcId="{93E8E496-873B-4250-ACA2-AF69C2F74621}" destId="{8D3AB26C-FCE8-4178-9E09-FB592187335C}" srcOrd="1" destOrd="0" presId="urn:microsoft.com/office/officeart/2005/8/layout/orgChart1"/>
    <dgm:cxn modelId="{58547511-9DC4-4118-A756-C201EF3A7F23}" type="presOf" srcId="{BC40C0D5-55B5-49E6-BCA9-301A231C8B82}" destId="{DEF4970A-0B16-403C-80D2-E4935C3ECCF3}" srcOrd="0" destOrd="0" presId="urn:microsoft.com/office/officeart/2005/8/layout/orgChart1"/>
    <dgm:cxn modelId="{B4423F2B-06B1-402C-BC5C-DC3E90B09CD8}" type="presParOf" srcId="{3C7B5A1E-1C05-4136-9422-3F5AD59968D8}" destId="{9B401C40-F15E-4CB3-B90C-F722E3D8B3D8}" srcOrd="0" destOrd="0" presId="urn:microsoft.com/office/officeart/2005/8/layout/orgChart1"/>
    <dgm:cxn modelId="{ECC13282-603A-4257-B231-B086844BBF35}" type="presParOf" srcId="{9B401C40-F15E-4CB3-B90C-F722E3D8B3D8}" destId="{BFE29D45-2E96-43B7-8F82-DC0B2CC107B1}" srcOrd="0" destOrd="0" presId="urn:microsoft.com/office/officeart/2005/8/layout/orgChart1"/>
    <dgm:cxn modelId="{6D54AA75-9E6D-41D0-93FD-ADABB82EAFEF}" type="presParOf" srcId="{BFE29D45-2E96-43B7-8F82-DC0B2CC107B1}" destId="{EE06A788-2955-4A82-833E-06D0E6AAE6E3}" srcOrd="0" destOrd="0" presId="urn:microsoft.com/office/officeart/2005/8/layout/orgChart1"/>
    <dgm:cxn modelId="{8AE234A5-9696-4900-8627-38D4C3433EB4}" type="presParOf" srcId="{BFE29D45-2E96-43B7-8F82-DC0B2CC107B1}" destId="{010044CC-DDBB-4DD9-A443-0A174A3EC6D5}" srcOrd="1" destOrd="0" presId="urn:microsoft.com/office/officeart/2005/8/layout/orgChart1"/>
    <dgm:cxn modelId="{A00C0B68-1C2C-4512-AD8D-F23CACED76DB}" type="presParOf" srcId="{9B401C40-F15E-4CB3-B90C-F722E3D8B3D8}" destId="{7DC435E7-CE88-454A-9A88-4DEC08C07976}" srcOrd="1" destOrd="0" presId="urn:microsoft.com/office/officeart/2005/8/layout/orgChart1"/>
    <dgm:cxn modelId="{C9DE552C-459A-4E4B-AA4D-B490017A0737}" type="presParOf" srcId="{7DC435E7-CE88-454A-9A88-4DEC08C07976}" destId="{100DFB12-7659-454F-B3D1-84CDF52A17C0}" srcOrd="0" destOrd="0" presId="urn:microsoft.com/office/officeart/2005/8/layout/orgChart1"/>
    <dgm:cxn modelId="{B8B723C5-46D0-4914-8379-A055C9E4AA53}" type="presParOf" srcId="{7DC435E7-CE88-454A-9A88-4DEC08C07976}" destId="{00DBA5B3-4EC1-4536-8DF8-5C268DC7F6A7}" srcOrd="1" destOrd="0" presId="urn:microsoft.com/office/officeart/2005/8/layout/orgChart1"/>
    <dgm:cxn modelId="{E14CCD69-29CB-4BB2-AD32-610BFCB45070}" type="presParOf" srcId="{00DBA5B3-4EC1-4536-8DF8-5C268DC7F6A7}" destId="{BA1FC6E5-9412-49BB-B1C6-4E62AE2DDCFE}" srcOrd="0" destOrd="0" presId="urn:microsoft.com/office/officeart/2005/8/layout/orgChart1"/>
    <dgm:cxn modelId="{C1763A28-8E48-49FB-8956-8D8B3AC32306}" type="presParOf" srcId="{BA1FC6E5-9412-49BB-B1C6-4E62AE2DDCFE}" destId="{57C70BDD-9035-4EA3-845C-52CFB00D8258}" srcOrd="0" destOrd="0" presId="urn:microsoft.com/office/officeart/2005/8/layout/orgChart1"/>
    <dgm:cxn modelId="{A05D2DB8-9C7C-4D95-844D-39168715CC9D}" type="presParOf" srcId="{BA1FC6E5-9412-49BB-B1C6-4E62AE2DDCFE}" destId="{738E73BD-C036-4586-8E4D-F167A966200F}" srcOrd="1" destOrd="0" presId="urn:microsoft.com/office/officeart/2005/8/layout/orgChart1"/>
    <dgm:cxn modelId="{63ABD133-C499-4C66-A3A8-F2A025A7AFA6}" type="presParOf" srcId="{00DBA5B3-4EC1-4536-8DF8-5C268DC7F6A7}" destId="{3D7A6761-E02B-42A1-801C-71ED430BAA99}" srcOrd="1" destOrd="0" presId="urn:microsoft.com/office/officeart/2005/8/layout/orgChart1"/>
    <dgm:cxn modelId="{600A3247-98E6-4262-B48B-3B2F16B89F62}" type="presParOf" srcId="{3D7A6761-E02B-42A1-801C-71ED430BAA99}" destId="{65FCB24B-DEDF-4672-B12F-833C6DA7EA18}" srcOrd="0" destOrd="0" presId="urn:microsoft.com/office/officeart/2005/8/layout/orgChart1"/>
    <dgm:cxn modelId="{12B0F53A-6E56-4E5B-B74D-9CD3BC8978AD}" type="presParOf" srcId="{3D7A6761-E02B-42A1-801C-71ED430BAA99}" destId="{D657A8A4-245F-4749-A4A6-29F7F389A700}" srcOrd="1" destOrd="0" presId="urn:microsoft.com/office/officeart/2005/8/layout/orgChart1"/>
    <dgm:cxn modelId="{111680F9-26B2-48EA-9F2D-90DA0E53EDB1}" type="presParOf" srcId="{D657A8A4-245F-4749-A4A6-29F7F389A700}" destId="{0A56A8DF-BD96-4EF8-82C4-540FF2D9A900}" srcOrd="0" destOrd="0" presId="urn:microsoft.com/office/officeart/2005/8/layout/orgChart1"/>
    <dgm:cxn modelId="{ED7B9CEA-64AB-4378-AB04-B07A1763293E}" type="presParOf" srcId="{0A56A8DF-BD96-4EF8-82C4-540FF2D9A900}" destId="{5E37B3C7-B63D-4D42-8AA3-6C39C206CF83}" srcOrd="0" destOrd="0" presId="urn:microsoft.com/office/officeart/2005/8/layout/orgChart1"/>
    <dgm:cxn modelId="{3765847F-9AD9-4472-B919-B2F5FB63CBC5}" type="presParOf" srcId="{0A56A8DF-BD96-4EF8-82C4-540FF2D9A900}" destId="{19110435-AEAC-4825-95A5-CF33B00EA3B9}" srcOrd="1" destOrd="0" presId="urn:microsoft.com/office/officeart/2005/8/layout/orgChart1"/>
    <dgm:cxn modelId="{D81BC684-2B5E-4C16-A3AA-EA1E4F745430}" type="presParOf" srcId="{D657A8A4-245F-4749-A4A6-29F7F389A700}" destId="{119FCD3E-59C8-4C9D-9EA0-F33509C98563}" srcOrd="1" destOrd="0" presId="urn:microsoft.com/office/officeart/2005/8/layout/orgChart1"/>
    <dgm:cxn modelId="{FAB09897-9BAA-47F9-A89B-47411A399045}" type="presParOf" srcId="{D657A8A4-245F-4749-A4A6-29F7F389A700}" destId="{F82159E2-25F1-45B7-8AA2-090AB0AE14ED}" srcOrd="2" destOrd="0" presId="urn:microsoft.com/office/officeart/2005/8/layout/orgChart1"/>
    <dgm:cxn modelId="{E65D7DFE-08DF-42EF-B416-4B294D228105}" type="presParOf" srcId="{3D7A6761-E02B-42A1-801C-71ED430BAA99}" destId="{1F7BE450-AFD6-4E04-AF2B-812EDBB1E2AE}" srcOrd="2" destOrd="0" presId="urn:microsoft.com/office/officeart/2005/8/layout/orgChart1"/>
    <dgm:cxn modelId="{77508DAB-B7F6-40D0-855F-F185B88B4722}" type="presParOf" srcId="{3D7A6761-E02B-42A1-801C-71ED430BAA99}" destId="{79A8B316-80D2-4611-B88B-9726E365827A}" srcOrd="3" destOrd="0" presId="urn:microsoft.com/office/officeart/2005/8/layout/orgChart1"/>
    <dgm:cxn modelId="{C91399C5-F6F1-44DC-BEF5-20E79982BA6E}" type="presParOf" srcId="{79A8B316-80D2-4611-B88B-9726E365827A}" destId="{0EA3D288-2CB7-40C5-9C25-F6C53EC44B72}" srcOrd="0" destOrd="0" presId="urn:microsoft.com/office/officeart/2005/8/layout/orgChart1"/>
    <dgm:cxn modelId="{49E94131-E748-4CF7-B533-5B3D7FB23BED}" type="presParOf" srcId="{0EA3D288-2CB7-40C5-9C25-F6C53EC44B72}" destId="{3D0C8E70-76ED-437F-B4E4-31A61CE4E797}" srcOrd="0" destOrd="0" presId="urn:microsoft.com/office/officeart/2005/8/layout/orgChart1"/>
    <dgm:cxn modelId="{652C0634-54D7-46D0-91D5-8399B4330088}" type="presParOf" srcId="{0EA3D288-2CB7-40C5-9C25-F6C53EC44B72}" destId="{D9C5A5C8-AED3-4D4E-B471-E526A0D3506C}" srcOrd="1" destOrd="0" presId="urn:microsoft.com/office/officeart/2005/8/layout/orgChart1"/>
    <dgm:cxn modelId="{42C1D2BC-3AB3-436E-9DB5-D5D1D11C913E}" type="presParOf" srcId="{79A8B316-80D2-4611-B88B-9726E365827A}" destId="{01ADFA81-FF49-4550-A93D-FEF28792BF84}" srcOrd="1" destOrd="0" presId="urn:microsoft.com/office/officeart/2005/8/layout/orgChart1"/>
    <dgm:cxn modelId="{074F807B-E9C4-4C78-B76D-4413775E39C5}" type="presParOf" srcId="{79A8B316-80D2-4611-B88B-9726E365827A}" destId="{0F864DDB-2686-42E6-936B-F4054933D65B}" srcOrd="2" destOrd="0" presId="urn:microsoft.com/office/officeart/2005/8/layout/orgChart1"/>
    <dgm:cxn modelId="{B59F782F-D519-45EE-917C-651B2C12B2AA}" type="presParOf" srcId="{3D7A6761-E02B-42A1-801C-71ED430BAA99}" destId="{1ADD73D7-999D-4D03-996D-97223C1814D5}" srcOrd="4" destOrd="0" presId="urn:microsoft.com/office/officeart/2005/8/layout/orgChart1"/>
    <dgm:cxn modelId="{2BCB00E6-45CC-41DE-96E6-0EFFC7001F44}" type="presParOf" srcId="{3D7A6761-E02B-42A1-801C-71ED430BAA99}" destId="{EF5DBCA9-022B-4A4F-86E6-0669F1A1C3EA}" srcOrd="5" destOrd="0" presId="urn:microsoft.com/office/officeart/2005/8/layout/orgChart1"/>
    <dgm:cxn modelId="{61CA5C7D-274A-426A-9886-012F6A285009}" type="presParOf" srcId="{EF5DBCA9-022B-4A4F-86E6-0669F1A1C3EA}" destId="{9E2E4737-FA3E-4683-86C6-8A03F45EEBEC}" srcOrd="0" destOrd="0" presId="urn:microsoft.com/office/officeart/2005/8/layout/orgChart1"/>
    <dgm:cxn modelId="{996363DB-6E10-4EEC-89F8-8CB3C68CA186}" type="presParOf" srcId="{9E2E4737-FA3E-4683-86C6-8A03F45EEBEC}" destId="{300A3A4C-8AAB-4DFA-89FF-EF762377645A}" srcOrd="0" destOrd="0" presId="urn:microsoft.com/office/officeart/2005/8/layout/orgChart1"/>
    <dgm:cxn modelId="{95339E79-E2C4-47F6-8E77-F5B530EEA861}" type="presParOf" srcId="{9E2E4737-FA3E-4683-86C6-8A03F45EEBEC}" destId="{26BBF717-81F6-4F4B-B7C8-DBA39A93B236}" srcOrd="1" destOrd="0" presId="urn:microsoft.com/office/officeart/2005/8/layout/orgChart1"/>
    <dgm:cxn modelId="{C4953832-90E9-473F-86C5-7524A6ECC75B}" type="presParOf" srcId="{EF5DBCA9-022B-4A4F-86E6-0669F1A1C3EA}" destId="{2BFBBABE-FFB6-43B2-820D-775DE970DB1F}" srcOrd="1" destOrd="0" presId="urn:microsoft.com/office/officeart/2005/8/layout/orgChart1"/>
    <dgm:cxn modelId="{526CB981-00D9-49D1-905F-AE4918110DA3}" type="presParOf" srcId="{2BFBBABE-FFB6-43B2-820D-775DE970DB1F}" destId="{F6040DEB-9757-41DC-9C83-070E334DC705}" srcOrd="0" destOrd="0" presId="urn:microsoft.com/office/officeart/2005/8/layout/orgChart1"/>
    <dgm:cxn modelId="{0FAF4BDE-A40D-4201-8F55-78474A964984}" type="presParOf" srcId="{2BFBBABE-FFB6-43B2-820D-775DE970DB1F}" destId="{2F27B701-418A-4262-83B1-A70D5CC34413}" srcOrd="1" destOrd="0" presId="urn:microsoft.com/office/officeart/2005/8/layout/orgChart1"/>
    <dgm:cxn modelId="{4DEB37DD-8BA0-441E-90E8-EC355678CB50}" type="presParOf" srcId="{2F27B701-418A-4262-83B1-A70D5CC34413}" destId="{C3FC6210-226A-4118-9FFF-E6DED96523AD}" srcOrd="0" destOrd="0" presId="urn:microsoft.com/office/officeart/2005/8/layout/orgChart1"/>
    <dgm:cxn modelId="{A82497C9-62C3-4057-8A6C-7F20DF1285A8}" type="presParOf" srcId="{C3FC6210-226A-4118-9FFF-E6DED96523AD}" destId="{9248A5ED-0B8E-4BC7-9381-C90D42AC181C}" srcOrd="0" destOrd="0" presId="urn:microsoft.com/office/officeart/2005/8/layout/orgChart1"/>
    <dgm:cxn modelId="{1ACE73CD-642C-49E8-B644-9863F7042DDE}" type="presParOf" srcId="{C3FC6210-226A-4118-9FFF-E6DED96523AD}" destId="{7E513094-0BC1-484A-A8D6-93A6331222EA}" srcOrd="1" destOrd="0" presId="urn:microsoft.com/office/officeart/2005/8/layout/orgChart1"/>
    <dgm:cxn modelId="{3CDBABE8-1563-4885-9EEA-48235F96D649}" type="presParOf" srcId="{2F27B701-418A-4262-83B1-A70D5CC34413}" destId="{C5EA7458-0A99-4487-ABEE-42B3F8C54C1F}" srcOrd="1" destOrd="0" presId="urn:microsoft.com/office/officeart/2005/8/layout/orgChart1"/>
    <dgm:cxn modelId="{0E587ED0-403A-4345-BC81-2862F49821A4}" type="presParOf" srcId="{2F27B701-418A-4262-83B1-A70D5CC34413}" destId="{041BAAA6-A5B3-4A47-8867-80185C103552}" srcOrd="2" destOrd="0" presId="urn:microsoft.com/office/officeart/2005/8/layout/orgChart1"/>
    <dgm:cxn modelId="{E7BC54B5-5E77-4167-9659-56B7387650BC}" type="presParOf" srcId="{EF5DBCA9-022B-4A4F-86E6-0669F1A1C3EA}" destId="{B2AEBFB0-12A2-406B-8166-839AF53CC920}" srcOrd="2" destOrd="0" presId="urn:microsoft.com/office/officeart/2005/8/layout/orgChart1"/>
    <dgm:cxn modelId="{D6F3324E-834F-4E5E-94A3-6E69522CB1D4}" type="presParOf" srcId="{3D7A6761-E02B-42A1-801C-71ED430BAA99}" destId="{99DCC596-4BB8-4160-8BAC-7560BB40BD28}" srcOrd="6" destOrd="0" presId="urn:microsoft.com/office/officeart/2005/8/layout/orgChart1"/>
    <dgm:cxn modelId="{7FAB760A-52C8-4E1B-A842-6E0A7A05B654}" type="presParOf" srcId="{3D7A6761-E02B-42A1-801C-71ED430BAA99}" destId="{F6865C26-BC99-4195-8E1C-CA33E8CF786A}" srcOrd="7" destOrd="0" presId="urn:microsoft.com/office/officeart/2005/8/layout/orgChart1"/>
    <dgm:cxn modelId="{78924D44-6462-45F9-8686-AEF78147BF07}" type="presParOf" srcId="{F6865C26-BC99-4195-8E1C-CA33E8CF786A}" destId="{4D598F86-7F79-4627-A263-4F844BB12523}" srcOrd="0" destOrd="0" presId="urn:microsoft.com/office/officeart/2005/8/layout/orgChart1"/>
    <dgm:cxn modelId="{F5F52B17-8231-440F-B25C-E5965ED40650}" type="presParOf" srcId="{4D598F86-7F79-4627-A263-4F844BB12523}" destId="{0877115F-125C-440A-A679-4DB5481CD61C}" srcOrd="0" destOrd="0" presId="urn:microsoft.com/office/officeart/2005/8/layout/orgChart1"/>
    <dgm:cxn modelId="{89E6E840-FB73-4448-BEB7-59D51ECBBEE1}" type="presParOf" srcId="{4D598F86-7F79-4627-A263-4F844BB12523}" destId="{F9E8C943-78A3-458C-B908-6075C988D5EE}" srcOrd="1" destOrd="0" presId="urn:microsoft.com/office/officeart/2005/8/layout/orgChart1"/>
    <dgm:cxn modelId="{E1C28AF5-CA3B-4C9E-998B-41470C3171C5}" type="presParOf" srcId="{F6865C26-BC99-4195-8E1C-CA33E8CF786A}" destId="{85E36D93-DEA0-489D-820C-7A40645BBAEC}" srcOrd="1" destOrd="0" presId="urn:microsoft.com/office/officeart/2005/8/layout/orgChart1"/>
    <dgm:cxn modelId="{EEDAC972-6E51-435F-A645-A1CD6C7A76DD}" type="presParOf" srcId="{F6865C26-BC99-4195-8E1C-CA33E8CF786A}" destId="{58E61ADA-E792-49F8-8C81-C38758ACF750}" srcOrd="2" destOrd="0" presId="urn:microsoft.com/office/officeart/2005/8/layout/orgChart1"/>
    <dgm:cxn modelId="{F1CD0E2A-3FB6-45B7-9A53-57250D0102F8}" type="presParOf" srcId="{3D7A6761-E02B-42A1-801C-71ED430BAA99}" destId="{5675614D-3886-4565-8F75-57956918EB09}" srcOrd="8" destOrd="0" presId="urn:microsoft.com/office/officeart/2005/8/layout/orgChart1"/>
    <dgm:cxn modelId="{D4414AED-AADF-4985-A21F-29F6A47E03BA}" type="presParOf" srcId="{3D7A6761-E02B-42A1-801C-71ED430BAA99}" destId="{529B46E8-330B-4326-A7F6-0AFD4A918F0A}" srcOrd="9" destOrd="0" presId="urn:microsoft.com/office/officeart/2005/8/layout/orgChart1"/>
    <dgm:cxn modelId="{5CA74DE8-D953-430A-8C7F-A062BF089F28}" type="presParOf" srcId="{529B46E8-330B-4326-A7F6-0AFD4A918F0A}" destId="{F7FEAAA0-2671-4F9B-BB61-78F7AE0B0490}" srcOrd="0" destOrd="0" presId="urn:microsoft.com/office/officeart/2005/8/layout/orgChart1"/>
    <dgm:cxn modelId="{704D3647-3EA3-40C1-95C4-0AB886F8DB07}" type="presParOf" srcId="{F7FEAAA0-2671-4F9B-BB61-78F7AE0B0490}" destId="{DCAE4F04-A025-4BF6-94F8-D2D4E6C4F196}" srcOrd="0" destOrd="0" presId="urn:microsoft.com/office/officeart/2005/8/layout/orgChart1"/>
    <dgm:cxn modelId="{1543BBBF-C471-4B81-A9F6-C729D720EFA8}" type="presParOf" srcId="{F7FEAAA0-2671-4F9B-BB61-78F7AE0B0490}" destId="{A9B87730-B106-4BF0-8B58-DA9F0DF674A1}" srcOrd="1" destOrd="0" presId="urn:microsoft.com/office/officeart/2005/8/layout/orgChart1"/>
    <dgm:cxn modelId="{000E2A69-914A-48C7-8E08-EEC56ECF9037}" type="presParOf" srcId="{529B46E8-330B-4326-A7F6-0AFD4A918F0A}" destId="{F641D376-686E-4BA2-A84F-B5C2046B84C3}" srcOrd="1" destOrd="0" presId="urn:microsoft.com/office/officeart/2005/8/layout/orgChart1"/>
    <dgm:cxn modelId="{9C737396-8819-454D-865E-64F21B935103}" type="presParOf" srcId="{529B46E8-330B-4326-A7F6-0AFD4A918F0A}" destId="{DC0664F9-5701-4F3A-9D40-DDB36470A7F6}" srcOrd="2" destOrd="0" presId="urn:microsoft.com/office/officeart/2005/8/layout/orgChart1"/>
    <dgm:cxn modelId="{7281D84C-715E-4F22-A615-243F76F0007A}" type="presParOf" srcId="{00DBA5B3-4EC1-4536-8DF8-5C268DC7F6A7}" destId="{2D37693A-EF95-4DBD-989A-637765CA1023}" srcOrd="2" destOrd="0" presId="urn:microsoft.com/office/officeart/2005/8/layout/orgChart1"/>
    <dgm:cxn modelId="{8851C32F-A3E1-4722-9C40-D7FD1A79018E}" type="presParOf" srcId="{7DC435E7-CE88-454A-9A88-4DEC08C07976}" destId="{EC6269DC-B2E3-4BD8-A480-6E3AE59EFCEE}" srcOrd="2" destOrd="0" presId="urn:microsoft.com/office/officeart/2005/8/layout/orgChart1"/>
    <dgm:cxn modelId="{EA85ECCD-29DD-403A-89B6-AA8B7C4C8D60}" type="presParOf" srcId="{7DC435E7-CE88-454A-9A88-4DEC08C07976}" destId="{70EBB6BF-6BC4-4992-AC2F-A40FB4520638}" srcOrd="3" destOrd="0" presId="urn:microsoft.com/office/officeart/2005/8/layout/orgChart1"/>
    <dgm:cxn modelId="{587EC7EB-25AE-4282-A5D8-05ADA700308D}" type="presParOf" srcId="{70EBB6BF-6BC4-4992-AC2F-A40FB4520638}" destId="{68D8321D-A49C-46C3-8A9C-96061872440E}" srcOrd="0" destOrd="0" presId="urn:microsoft.com/office/officeart/2005/8/layout/orgChart1"/>
    <dgm:cxn modelId="{E4FD2B49-8BFD-49E4-982E-53E0111731FF}" type="presParOf" srcId="{68D8321D-A49C-46C3-8A9C-96061872440E}" destId="{00DCED65-8A51-45C5-A629-E7F6F96C8E6D}" srcOrd="0" destOrd="0" presId="urn:microsoft.com/office/officeart/2005/8/layout/orgChart1"/>
    <dgm:cxn modelId="{E91CC93C-CAF6-4EC4-B74B-5A9DF91E3D12}" type="presParOf" srcId="{68D8321D-A49C-46C3-8A9C-96061872440E}" destId="{63BFEEEF-D1C5-41A6-9710-E7A2C3526707}" srcOrd="1" destOrd="0" presId="urn:microsoft.com/office/officeart/2005/8/layout/orgChart1"/>
    <dgm:cxn modelId="{CAA6D5F1-BF10-4428-BF3B-07682EF6ECDC}" type="presParOf" srcId="{70EBB6BF-6BC4-4992-AC2F-A40FB4520638}" destId="{22B1073F-C673-40B5-B2CD-F9D7FA83A1A4}" srcOrd="1" destOrd="0" presId="urn:microsoft.com/office/officeart/2005/8/layout/orgChart1"/>
    <dgm:cxn modelId="{3383FDE2-E3E0-4F91-866B-5E5A375DEA6A}" type="presParOf" srcId="{22B1073F-C673-40B5-B2CD-F9D7FA83A1A4}" destId="{3749C064-C6F8-4779-BA55-935A95C15EC4}" srcOrd="0" destOrd="0" presId="urn:microsoft.com/office/officeart/2005/8/layout/orgChart1"/>
    <dgm:cxn modelId="{4C32E69D-BB26-44E2-B7EF-5BEF89DA920E}" type="presParOf" srcId="{22B1073F-C673-40B5-B2CD-F9D7FA83A1A4}" destId="{4CA0AF88-57D5-4DB0-93A5-CFFE446B3C29}" srcOrd="1" destOrd="0" presId="urn:microsoft.com/office/officeart/2005/8/layout/orgChart1"/>
    <dgm:cxn modelId="{091CC303-E69A-4AA4-9D38-DD34D8305A1F}" type="presParOf" srcId="{4CA0AF88-57D5-4DB0-93A5-CFFE446B3C29}" destId="{A97F4B99-E4D7-453C-87F7-3118743EF25D}" srcOrd="0" destOrd="0" presId="urn:microsoft.com/office/officeart/2005/8/layout/orgChart1"/>
    <dgm:cxn modelId="{820176AF-68EF-4F15-B1DE-6BF1DF2CA80D}" type="presParOf" srcId="{A97F4B99-E4D7-453C-87F7-3118743EF25D}" destId="{F80E32FC-0664-41B7-8079-8CE3B4050137}" srcOrd="0" destOrd="0" presId="urn:microsoft.com/office/officeart/2005/8/layout/orgChart1"/>
    <dgm:cxn modelId="{93BB7DA0-F546-4ED1-8C42-ECD63EC7E177}" type="presParOf" srcId="{A97F4B99-E4D7-453C-87F7-3118743EF25D}" destId="{F8B3DB2B-3BD4-4EB6-957C-C3511D05C79A}" srcOrd="1" destOrd="0" presId="urn:microsoft.com/office/officeart/2005/8/layout/orgChart1"/>
    <dgm:cxn modelId="{EC3815B1-F848-425B-87B9-CCFE422696BC}" type="presParOf" srcId="{4CA0AF88-57D5-4DB0-93A5-CFFE446B3C29}" destId="{58B2C2F6-63B5-4A29-B33F-C406E40C79FF}" srcOrd="1" destOrd="0" presId="urn:microsoft.com/office/officeart/2005/8/layout/orgChart1"/>
    <dgm:cxn modelId="{08CDB795-7A8E-4D24-89D1-65916B3E64B5}" type="presParOf" srcId="{4CA0AF88-57D5-4DB0-93A5-CFFE446B3C29}" destId="{F99F825E-C800-42B7-B603-77C772958DDA}" srcOrd="2" destOrd="0" presId="urn:microsoft.com/office/officeart/2005/8/layout/orgChart1"/>
    <dgm:cxn modelId="{30259F20-198C-46E2-9758-0D6BB16AA20B}" type="presParOf" srcId="{22B1073F-C673-40B5-B2CD-F9D7FA83A1A4}" destId="{5BBAC023-9A23-4DF1-BB68-77E4A504B03E}" srcOrd="2" destOrd="0" presId="urn:microsoft.com/office/officeart/2005/8/layout/orgChart1"/>
    <dgm:cxn modelId="{F8B53451-5E8B-4883-B692-A8B96D8EFCB0}" type="presParOf" srcId="{22B1073F-C673-40B5-B2CD-F9D7FA83A1A4}" destId="{28D8DBDF-6302-40EE-9E1F-75B0D7FB1878}" srcOrd="3" destOrd="0" presId="urn:microsoft.com/office/officeart/2005/8/layout/orgChart1"/>
    <dgm:cxn modelId="{FC55A5EE-740F-45C1-8721-F74EED889D62}" type="presParOf" srcId="{28D8DBDF-6302-40EE-9E1F-75B0D7FB1878}" destId="{77A04099-9F0E-45F6-8DAC-CED9F34D7A2B}" srcOrd="0" destOrd="0" presId="urn:microsoft.com/office/officeart/2005/8/layout/orgChart1"/>
    <dgm:cxn modelId="{80216E52-BBF9-46F8-A0BB-CBDDC08BF8A5}" type="presParOf" srcId="{77A04099-9F0E-45F6-8DAC-CED9F34D7A2B}" destId="{E2951DA7-9806-4D99-9780-8A79838F756A}" srcOrd="0" destOrd="0" presId="urn:microsoft.com/office/officeart/2005/8/layout/orgChart1"/>
    <dgm:cxn modelId="{7014E30F-DC4D-4280-A15D-361099DD7AC0}" type="presParOf" srcId="{77A04099-9F0E-45F6-8DAC-CED9F34D7A2B}" destId="{127B6166-6A4C-4187-B4F2-A27BE7A58AD2}" srcOrd="1" destOrd="0" presId="urn:microsoft.com/office/officeart/2005/8/layout/orgChart1"/>
    <dgm:cxn modelId="{83666C30-F808-4B8A-83A3-98C41C7B2D2C}" type="presParOf" srcId="{28D8DBDF-6302-40EE-9E1F-75B0D7FB1878}" destId="{E9A50434-805F-4A94-A946-25117DB7E2ED}" srcOrd="1" destOrd="0" presId="urn:microsoft.com/office/officeart/2005/8/layout/orgChart1"/>
    <dgm:cxn modelId="{793D1492-A409-42C0-BF21-4E5ACB0DA38A}" type="presParOf" srcId="{28D8DBDF-6302-40EE-9E1F-75B0D7FB1878}" destId="{596EDC5F-5D6F-424F-8D94-F70E9EF68A3A}" srcOrd="2" destOrd="0" presId="urn:microsoft.com/office/officeart/2005/8/layout/orgChart1"/>
    <dgm:cxn modelId="{67C508D9-6392-4797-AFB8-1CCB6EB205EA}" type="presParOf" srcId="{22B1073F-C673-40B5-B2CD-F9D7FA83A1A4}" destId="{DEF4970A-0B16-403C-80D2-E4935C3ECCF3}" srcOrd="4" destOrd="0" presId="urn:microsoft.com/office/officeart/2005/8/layout/orgChart1"/>
    <dgm:cxn modelId="{3B302077-B808-48E7-8E3A-5C9B0178CCBF}" type="presParOf" srcId="{22B1073F-C673-40B5-B2CD-F9D7FA83A1A4}" destId="{759E62D2-E8A2-4E3F-82D4-BD48240304DB}" srcOrd="5" destOrd="0" presId="urn:microsoft.com/office/officeart/2005/8/layout/orgChart1"/>
    <dgm:cxn modelId="{5E4A1910-8EB0-48ED-ADBD-A047C518588F}" type="presParOf" srcId="{759E62D2-E8A2-4E3F-82D4-BD48240304DB}" destId="{C5A81C41-5B8D-473F-855F-8885956577FC}" srcOrd="0" destOrd="0" presId="urn:microsoft.com/office/officeart/2005/8/layout/orgChart1"/>
    <dgm:cxn modelId="{0B80FFBF-A1A2-4D4C-B5D8-DB758821AE33}" type="presParOf" srcId="{C5A81C41-5B8D-473F-855F-8885956577FC}" destId="{F46EE249-76A8-4C7E-B1A1-77B69A32FB3F}" srcOrd="0" destOrd="0" presId="urn:microsoft.com/office/officeart/2005/8/layout/orgChart1"/>
    <dgm:cxn modelId="{194BB66E-772D-44E4-8CBA-1D86AE514547}" type="presParOf" srcId="{C5A81C41-5B8D-473F-855F-8885956577FC}" destId="{8D3AB26C-FCE8-4178-9E09-FB592187335C}" srcOrd="1" destOrd="0" presId="urn:microsoft.com/office/officeart/2005/8/layout/orgChart1"/>
    <dgm:cxn modelId="{8806D4AC-CC7A-4923-800D-03B7A17C04C4}" type="presParOf" srcId="{759E62D2-E8A2-4E3F-82D4-BD48240304DB}" destId="{FBF0B2EE-7271-4AC1-B9A9-3601E9B14BA0}" srcOrd="1" destOrd="0" presId="urn:microsoft.com/office/officeart/2005/8/layout/orgChart1"/>
    <dgm:cxn modelId="{C3B942F3-1BCA-4F36-A56B-1396D1C14AB2}" type="presParOf" srcId="{759E62D2-E8A2-4E3F-82D4-BD48240304DB}" destId="{3DFB82E0-51B3-48DE-9DC7-34811DBF0FF6}" srcOrd="2" destOrd="0" presId="urn:microsoft.com/office/officeart/2005/8/layout/orgChart1"/>
    <dgm:cxn modelId="{900835C6-0D8E-4BAF-9FA0-E0E4BF1175A3}" type="presParOf" srcId="{22B1073F-C673-40B5-B2CD-F9D7FA83A1A4}" destId="{4FFA9773-155F-4060-8E3B-76EB6BBA0C3F}" srcOrd="6" destOrd="0" presId="urn:microsoft.com/office/officeart/2005/8/layout/orgChart1"/>
    <dgm:cxn modelId="{E0C7A882-0206-4924-B8B2-47B578AA678F}" type="presParOf" srcId="{22B1073F-C673-40B5-B2CD-F9D7FA83A1A4}" destId="{4E0597ED-8C93-4A32-B042-DB902DD54A05}" srcOrd="7" destOrd="0" presId="urn:microsoft.com/office/officeart/2005/8/layout/orgChart1"/>
    <dgm:cxn modelId="{FA93FF42-5DA9-4C59-9414-5FB34159B5D0}" type="presParOf" srcId="{4E0597ED-8C93-4A32-B042-DB902DD54A05}" destId="{371D10C2-56D3-490F-BD58-1D83B7DB0FB4}" srcOrd="0" destOrd="0" presId="urn:microsoft.com/office/officeart/2005/8/layout/orgChart1"/>
    <dgm:cxn modelId="{A203B811-9E4D-4C9D-8678-154D4F98D0C5}" type="presParOf" srcId="{371D10C2-56D3-490F-BD58-1D83B7DB0FB4}" destId="{49711CA6-6E4C-42C9-9CC0-9B44EE916B1B}" srcOrd="0" destOrd="0" presId="urn:microsoft.com/office/officeart/2005/8/layout/orgChart1"/>
    <dgm:cxn modelId="{25D4E817-4804-4A48-80FC-D3D6142D2AA9}" type="presParOf" srcId="{371D10C2-56D3-490F-BD58-1D83B7DB0FB4}" destId="{CC35114A-606B-4594-94C6-47D44AFDE38A}" srcOrd="1" destOrd="0" presId="urn:microsoft.com/office/officeart/2005/8/layout/orgChart1"/>
    <dgm:cxn modelId="{DDFD7C3C-D22F-44C6-B61C-28CD4CB5F482}" type="presParOf" srcId="{4E0597ED-8C93-4A32-B042-DB902DD54A05}" destId="{8F6B218C-473C-4F4C-9FA8-03C4B0531917}" srcOrd="1" destOrd="0" presId="urn:microsoft.com/office/officeart/2005/8/layout/orgChart1"/>
    <dgm:cxn modelId="{4BD41E46-8238-4CDA-B20F-0AA6D03F80D6}" type="presParOf" srcId="{4E0597ED-8C93-4A32-B042-DB902DD54A05}" destId="{A7AA170B-B115-43CA-B588-158AEF2B2766}" srcOrd="2" destOrd="0" presId="urn:microsoft.com/office/officeart/2005/8/layout/orgChart1"/>
    <dgm:cxn modelId="{02B3471D-6D41-40B6-8FEB-AEE2387127C7}" type="presParOf" srcId="{70EBB6BF-6BC4-4992-AC2F-A40FB4520638}" destId="{19489F11-61F2-4CE2-8D1F-DAA8E9144E96}" srcOrd="2" destOrd="0" presId="urn:microsoft.com/office/officeart/2005/8/layout/orgChart1"/>
    <dgm:cxn modelId="{47C5EDBC-7225-4AAD-B8F7-C7A53CD66C06}" type="presParOf" srcId="{9B401C40-F15E-4CB3-B90C-F722E3D8B3D8}" destId="{CE108E30-EF87-4026-92D3-FA80B54A56FC}"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99FD7AC-C934-4C27-96B5-5231899D095B}" type="doc">
      <dgm:prSet loTypeId="urn:microsoft.com/office/officeart/2008/layout/HorizontalMultiLevelHierarchy" loCatId="hierarchy" qsTypeId="urn:microsoft.com/office/officeart/2005/8/quickstyle/simple1" qsCatId="simple" csTypeId="urn:microsoft.com/office/officeart/2005/8/colors/colorful2" csCatId="colorful" phldr="1"/>
      <dgm:spPr/>
      <dgm:t>
        <a:bodyPr/>
        <a:lstStyle/>
        <a:p>
          <a:endParaRPr lang="en-MY"/>
        </a:p>
      </dgm:t>
    </dgm:pt>
    <dgm:pt modelId="{14BC2445-3AE6-478E-9410-DCC553F75455}">
      <dgm:prSet phldrT="[Text]" custT="1"/>
      <dgm:spPr>
        <a:solidFill>
          <a:schemeClr val="tx1"/>
        </a:solidFill>
      </dgm:spPr>
      <dgm:t>
        <a:bodyPr/>
        <a:lstStyle/>
        <a:p>
          <a:r>
            <a:rPr lang="en-MY" sz="2000" dirty="0"/>
            <a:t>Strategies</a:t>
          </a:r>
        </a:p>
      </dgm:t>
    </dgm:pt>
    <dgm:pt modelId="{5F66A7D2-1B19-45F0-965A-A2607B65006E}" type="parTrans" cxnId="{CF7566DA-6F33-4C01-B27B-1C61B5E82AAC}">
      <dgm:prSet/>
      <dgm:spPr/>
      <dgm:t>
        <a:bodyPr/>
        <a:lstStyle/>
        <a:p>
          <a:endParaRPr lang="en-MY" sz="1400"/>
        </a:p>
      </dgm:t>
    </dgm:pt>
    <dgm:pt modelId="{6102D173-0871-4883-8357-1927DEECFA5F}" type="sibTrans" cxnId="{CF7566DA-6F33-4C01-B27B-1C61B5E82AAC}">
      <dgm:prSet/>
      <dgm:spPr/>
      <dgm:t>
        <a:bodyPr/>
        <a:lstStyle/>
        <a:p>
          <a:endParaRPr lang="en-MY" sz="1400"/>
        </a:p>
      </dgm:t>
    </dgm:pt>
    <dgm:pt modelId="{BCD6B3F3-790F-414A-8EF8-266DB4DFFB8A}">
      <dgm:prSet phldrT="[Text]" custT="1"/>
      <dgm:spPr>
        <a:solidFill>
          <a:srgbClr val="C00000"/>
        </a:solidFill>
      </dgm:spPr>
      <dgm:t>
        <a:bodyPr/>
        <a:lstStyle/>
        <a:p>
          <a:r>
            <a:rPr lang="en-US" altLang="en-US" sz="1800" b="1" dirty="0"/>
            <a:t>Data-Driven Approach </a:t>
          </a:r>
          <a:endParaRPr lang="en-MY" sz="1800" dirty="0"/>
        </a:p>
      </dgm:t>
    </dgm:pt>
    <dgm:pt modelId="{1ADE5A63-6F73-4513-B91C-11E0F0631520}" type="parTrans" cxnId="{C9B81FCC-122F-4CF4-B09F-90201C50066E}">
      <dgm:prSet/>
      <dgm:spPr>
        <a:ln>
          <a:solidFill>
            <a:schemeClr val="tx1"/>
          </a:solidFill>
        </a:ln>
      </dgm:spPr>
      <dgm:t>
        <a:bodyPr/>
        <a:lstStyle/>
        <a:p>
          <a:endParaRPr lang="en-MY" sz="1400"/>
        </a:p>
      </dgm:t>
    </dgm:pt>
    <dgm:pt modelId="{2BBBF175-F763-44BB-A309-9FC1EACB05E6}" type="sibTrans" cxnId="{C9B81FCC-122F-4CF4-B09F-90201C50066E}">
      <dgm:prSet/>
      <dgm:spPr/>
      <dgm:t>
        <a:bodyPr/>
        <a:lstStyle/>
        <a:p>
          <a:endParaRPr lang="en-MY" sz="1400"/>
        </a:p>
      </dgm:t>
    </dgm:pt>
    <dgm:pt modelId="{47FAD59E-D2DF-4E0F-BE46-A65250C60A16}">
      <dgm:prSet custT="1"/>
      <dgm:spPr>
        <a:solidFill>
          <a:schemeClr val="accent6">
            <a:lumMod val="50000"/>
          </a:schemeClr>
        </a:solidFill>
        <a:ln>
          <a:solidFill>
            <a:srgbClr val="984807"/>
          </a:solidFill>
        </a:ln>
      </dgm:spPr>
      <dgm:t>
        <a:bodyPr/>
        <a:lstStyle/>
        <a:p>
          <a:pPr algn="l"/>
          <a:r>
            <a:rPr lang="en-US" altLang="en-US" sz="1400" dirty="0"/>
            <a:t>From a given data of a problem toward a goal</a:t>
          </a:r>
        </a:p>
      </dgm:t>
    </dgm:pt>
    <dgm:pt modelId="{3DD1F9E6-36FA-4EEF-A3CB-FBBAA3950765}" type="parTrans" cxnId="{13915F4B-D37B-4E84-B028-1B2DEBE81B48}">
      <dgm:prSet/>
      <dgm:spPr>
        <a:ln>
          <a:solidFill>
            <a:schemeClr val="accent6">
              <a:lumMod val="75000"/>
            </a:schemeClr>
          </a:solidFill>
        </a:ln>
      </dgm:spPr>
      <dgm:t>
        <a:bodyPr/>
        <a:lstStyle/>
        <a:p>
          <a:endParaRPr lang="en-MY" sz="1400"/>
        </a:p>
      </dgm:t>
    </dgm:pt>
    <dgm:pt modelId="{984108ED-AEBF-4940-A1BB-0B6822EF7609}" type="sibTrans" cxnId="{13915F4B-D37B-4E84-B028-1B2DEBE81B48}">
      <dgm:prSet/>
      <dgm:spPr/>
      <dgm:t>
        <a:bodyPr/>
        <a:lstStyle/>
        <a:p>
          <a:endParaRPr lang="en-MY" sz="1400"/>
        </a:p>
      </dgm:t>
    </dgm:pt>
    <dgm:pt modelId="{BAAA8585-C246-47F3-8306-A3D5D10A4E19}">
      <dgm:prSet custT="1"/>
      <dgm:spPr>
        <a:solidFill>
          <a:schemeClr val="accent6">
            <a:lumMod val="50000"/>
          </a:schemeClr>
        </a:solidFill>
        <a:ln>
          <a:solidFill>
            <a:srgbClr val="984807"/>
          </a:solidFill>
        </a:ln>
      </dgm:spPr>
      <dgm:t>
        <a:bodyPr/>
        <a:lstStyle/>
        <a:p>
          <a:pPr algn="l"/>
          <a:r>
            <a:rPr lang="en-US" altLang="en-US" sz="1400" dirty="0"/>
            <a:t>Also called forward chaining</a:t>
          </a:r>
        </a:p>
      </dgm:t>
    </dgm:pt>
    <dgm:pt modelId="{2C31A745-396B-404A-B9AD-251E440C0C08}" type="parTrans" cxnId="{4A3C4369-3AA8-48E7-BD0B-F1F4CC6A3CE2}">
      <dgm:prSet/>
      <dgm:spPr>
        <a:ln>
          <a:solidFill>
            <a:schemeClr val="accent6">
              <a:lumMod val="75000"/>
            </a:schemeClr>
          </a:solidFill>
        </a:ln>
      </dgm:spPr>
      <dgm:t>
        <a:bodyPr/>
        <a:lstStyle/>
        <a:p>
          <a:endParaRPr lang="en-MY" sz="1400"/>
        </a:p>
      </dgm:t>
    </dgm:pt>
    <dgm:pt modelId="{E4593533-AACF-4B93-A7B0-0543120EAD7F}" type="sibTrans" cxnId="{4A3C4369-3AA8-48E7-BD0B-F1F4CC6A3CE2}">
      <dgm:prSet/>
      <dgm:spPr/>
      <dgm:t>
        <a:bodyPr/>
        <a:lstStyle/>
        <a:p>
          <a:endParaRPr lang="en-MY" sz="1400"/>
        </a:p>
      </dgm:t>
    </dgm:pt>
    <dgm:pt modelId="{1B20CA32-9250-4C63-863B-4D46A68FC6F2}">
      <dgm:prSet custT="1"/>
      <dgm:spPr>
        <a:solidFill>
          <a:schemeClr val="accent6">
            <a:lumMod val="50000"/>
          </a:schemeClr>
        </a:solidFill>
        <a:ln>
          <a:solidFill>
            <a:srgbClr val="984807"/>
          </a:solidFill>
        </a:ln>
      </dgm:spPr>
      <dgm:t>
        <a:bodyPr/>
        <a:lstStyle/>
        <a:p>
          <a:pPr algn="l"/>
          <a:r>
            <a:rPr lang="en-US" altLang="en-US" sz="1400" dirty="0"/>
            <a:t>Given facts, rules</a:t>
          </a:r>
        </a:p>
      </dgm:t>
    </dgm:pt>
    <dgm:pt modelId="{21C83FD7-CCC1-45AB-8639-80576FEC71BE}" type="parTrans" cxnId="{47D4CA15-4A76-4CEB-AA7C-8AAE7EB8970F}">
      <dgm:prSet/>
      <dgm:spPr>
        <a:ln>
          <a:solidFill>
            <a:schemeClr val="accent6">
              <a:lumMod val="75000"/>
            </a:schemeClr>
          </a:solidFill>
        </a:ln>
      </dgm:spPr>
      <dgm:t>
        <a:bodyPr/>
        <a:lstStyle/>
        <a:p>
          <a:endParaRPr lang="en-MY" sz="1400"/>
        </a:p>
      </dgm:t>
    </dgm:pt>
    <dgm:pt modelId="{91A1B6A1-3672-48EA-A004-0786D56E942A}" type="sibTrans" cxnId="{47D4CA15-4A76-4CEB-AA7C-8AAE7EB8970F}">
      <dgm:prSet/>
      <dgm:spPr/>
      <dgm:t>
        <a:bodyPr/>
        <a:lstStyle/>
        <a:p>
          <a:endParaRPr lang="en-MY" sz="1400"/>
        </a:p>
      </dgm:t>
    </dgm:pt>
    <dgm:pt modelId="{2EEB6D6B-3F7E-4CD5-9FE8-DD8966D0D559}">
      <dgm:prSet custT="1"/>
      <dgm:spPr>
        <a:solidFill>
          <a:schemeClr val="accent6">
            <a:lumMod val="50000"/>
          </a:schemeClr>
        </a:solidFill>
        <a:ln>
          <a:solidFill>
            <a:srgbClr val="984807"/>
          </a:solidFill>
        </a:ln>
      </dgm:spPr>
      <dgm:t>
        <a:bodyPr/>
        <a:lstStyle/>
        <a:p>
          <a:pPr algn="l"/>
          <a:r>
            <a:rPr lang="en-US" altLang="en-US" sz="1400" dirty="0"/>
            <a:t>Apply rules to facts to produce new facts</a:t>
          </a:r>
        </a:p>
      </dgm:t>
    </dgm:pt>
    <dgm:pt modelId="{029E6AEA-2B54-4F05-88B8-A0EF0841DAD8}" type="parTrans" cxnId="{F49C21E4-611F-49FD-A540-7D7D7722A8A3}">
      <dgm:prSet/>
      <dgm:spPr>
        <a:ln>
          <a:solidFill>
            <a:schemeClr val="accent6">
              <a:lumMod val="75000"/>
            </a:schemeClr>
          </a:solidFill>
        </a:ln>
      </dgm:spPr>
      <dgm:t>
        <a:bodyPr/>
        <a:lstStyle/>
        <a:p>
          <a:endParaRPr lang="en-MY" sz="1400"/>
        </a:p>
      </dgm:t>
    </dgm:pt>
    <dgm:pt modelId="{894CFCDE-D0C1-4DBE-811C-B520745A8B60}" type="sibTrans" cxnId="{F49C21E4-611F-49FD-A540-7D7D7722A8A3}">
      <dgm:prSet/>
      <dgm:spPr/>
      <dgm:t>
        <a:bodyPr/>
        <a:lstStyle/>
        <a:p>
          <a:endParaRPr lang="en-MY" sz="1400"/>
        </a:p>
      </dgm:t>
    </dgm:pt>
    <dgm:pt modelId="{108DD8EC-5724-4C24-84CF-A70C6B72885B}">
      <dgm:prSet custT="1"/>
      <dgm:spPr>
        <a:solidFill>
          <a:schemeClr val="accent6">
            <a:lumMod val="50000"/>
          </a:schemeClr>
        </a:solidFill>
        <a:ln>
          <a:solidFill>
            <a:srgbClr val="984807"/>
          </a:solidFill>
        </a:ln>
      </dgm:spPr>
      <dgm:t>
        <a:bodyPr/>
        <a:lstStyle/>
        <a:p>
          <a:pPr algn="l"/>
          <a:r>
            <a:rPr lang="en-US" altLang="en-US" sz="1400" dirty="0"/>
            <a:t>Rules use new facts to produce more new facts</a:t>
          </a:r>
        </a:p>
      </dgm:t>
    </dgm:pt>
    <dgm:pt modelId="{FCD431A5-E556-4FE4-BF4F-5EB54F3F9175}" type="parTrans" cxnId="{FEB62DE3-A392-4114-96F7-493A0F2F0D8A}">
      <dgm:prSet/>
      <dgm:spPr>
        <a:ln>
          <a:solidFill>
            <a:schemeClr val="accent6">
              <a:lumMod val="75000"/>
            </a:schemeClr>
          </a:solidFill>
        </a:ln>
      </dgm:spPr>
      <dgm:t>
        <a:bodyPr/>
        <a:lstStyle/>
        <a:p>
          <a:endParaRPr lang="en-MY" sz="1400"/>
        </a:p>
      </dgm:t>
    </dgm:pt>
    <dgm:pt modelId="{67FD8EEB-15BA-45FB-BC52-5258D1F07EEC}" type="sibTrans" cxnId="{FEB62DE3-A392-4114-96F7-493A0F2F0D8A}">
      <dgm:prSet/>
      <dgm:spPr/>
      <dgm:t>
        <a:bodyPr/>
        <a:lstStyle/>
        <a:p>
          <a:endParaRPr lang="en-MY" sz="1400"/>
        </a:p>
      </dgm:t>
    </dgm:pt>
    <dgm:pt modelId="{DE734FF0-1D64-49D8-9B6B-E18EDCB8D015}">
      <dgm:prSet custT="1"/>
      <dgm:spPr>
        <a:solidFill>
          <a:schemeClr val="accent6">
            <a:lumMod val="50000"/>
          </a:schemeClr>
        </a:solidFill>
        <a:ln>
          <a:solidFill>
            <a:srgbClr val="984807"/>
          </a:solidFill>
        </a:ln>
      </dgm:spPr>
      <dgm:t>
        <a:bodyPr/>
        <a:lstStyle/>
        <a:p>
          <a:pPr algn="l"/>
          <a:r>
            <a:rPr lang="en-US" altLang="en-US" sz="1400" dirty="0"/>
            <a:t>Search continues until a path that satisfies goal is generated</a:t>
          </a:r>
        </a:p>
      </dgm:t>
    </dgm:pt>
    <dgm:pt modelId="{7E18E84B-5D0F-4285-9A7A-675BB3D0D818}" type="parTrans" cxnId="{7AA0329B-A3A6-443A-94C1-9233A912DD8D}">
      <dgm:prSet/>
      <dgm:spPr>
        <a:ln>
          <a:solidFill>
            <a:schemeClr val="accent6">
              <a:lumMod val="75000"/>
            </a:schemeClr>
          </a:solidFill>
        </a:ln>
      </dgm:spPr>
      <dgm:t>
        <a:bodyPr/>
        <a:lstStyle/>
        <a:p>
          <a:endParaRPr lang="en-MY" sz="1400"/>
        </a:p>
      </dgm:t>
    </dgm:pt>
    <dgm:pt modelId="{FF35E817-3785-479E-8E97-7C7DC9A0EB2C}" type="sibTrans" cxnId="{7AA0329B-A3A6-443A-94C1-9233A912DD8D}">
      <dgm:prSet/>
      <dgm:spPr/>
      <dgm:t>
        <a:bodyPr/>
        <a:lstStyle/>
        <a:p>
          <a:endParaRPr lang="en-MY" sz="1400"/>
        </a:p>
      </dgm:t>
    </dgm:pt>
    <dgm:pt modelId="{8045801E-02A9-451F-ABF2-94377A0EA08B}">
      <dgm:prSet phldrT="[Text]" custT="1"/>
      <dgm:spPr>
        <a:solidFill>
          <a:schemeClr val="accent5"/>
        </a:solidFill>
      </dgm:spPr>
      <dgm:t>
        <a:bodyPr/>
        <a:lstStyle/>
        <a:p>
          <a:pPr algn="ctr"/>
          <a:r>
            <a:rPr lang="en-US" altLang="en-US" sz="1800" b="1" dirty="0"/>
            <a:t>Goal-Driven Approach </a:t>
          </a:r>
        </a:p>
      </dgm:t>
    </dgm:pt>
    <dgm:pt modelId="{3AAF5CC9-75E1-4D37-A13C-E4A84ED16A09}" type="parTrans" cxnId="{F0163623-A325-4DAF-962B-92C2E606526B}">
      <dgm:prSet/>
      <dgm:spPr>
        <a:ln>
          <a:solidFill>
            <a:schemeClr val="tx1"/>
          </a:solidFill>
        </a:ln>
      </dgm:spPr>
      <dgm:t>
        <a:bodyPr/>
        <a:lstStyle/>
        <a:p>
          <a:endParaRPr lang="en-US"/>
        </a:p>
      </dgm:t>
    </dgm:pt>
    <dgm:pt modelId="{601EE03B-F1D7-4DA5-B3D3-D1057F9D1222}" type="sibTrans" cxnId="{F0163623-A325-4DAF-962B-92C2E606526B}">
      <dgm:prSet/>
      <dgm:spPr/>
      <dgm:t>
        <a:bodyPr/>
        <a:lstStyle/>
        <a:p>
          <a:endParaRPr lang="en-US"/>
        </a:p>
      </dgm:t>
    </dgm:pt>
    <dgm:pt modelId="{F23B7FFC-2535-406E-9734-DFC87BEDEBAB}">
      <dgm:prSet custT="1"/>
      <dgm:spPr>
        <a:solidFill>
          <a:srgbClr val="0070C0"/>
        </a:solidFill>
        <a:ln>
          <a:solidFill>
            <a:srgbClr val="0070C0"/>
          </a:solidFill>
        </a:ln>
      </dgm:spPr>
      <dgm:t>
        <a:bodyPr/>
        <a:lstStyle/>
        <a:p>
          <a:pPr algn="l"/>
          <a:r>
            <a:rPr lang="en-US" altLang="en-US" sz="1400" dirty="0"/>
            <a:t>From a goal back to data</a:t>
          </a:r>
        </a:p>
      </dgm:t>
    </dgm:pt>
    <dgm:pt modelId="{FC34732F-3949-4AEB-B5B8-AAE5FBE6C4EA}" type="parTrans" cxnId="{DA90A342-6FCC-4B3B-BB06-E1FEBE4DA4F6}">
      <dgm:prSet/>
      <dgm:spPr/>
      <dgm:t>
        <a:bodyPr/>
        <a:lstStyle/>
        <a:p>
          <a:endParaRPr lang="en-US"/>
        </a:p>
      </dgm:t>
    </dgm:pt>
    <dgm:pt modelId="{ED046EDD-70DF-41E3-B5FD-95D7D2D2EC0A}" type="sibTrans" cxnId="{DA90A342-6FCC-4B3B-BB06-E1FEBE4DA4F6}">
      <dgm:prSet/>
      <dgm:spPr/>
      <dgm:t>
        <a:bodyPr/>
        <a:lstStyle/>
        <a:p>
          <a:endParaRPr lang="en-US"/>
        </a:p>
      </dgm:t>
    </dgm:pt>
    <dgm:pt modelId="{BA1844C7-1505-408F-B6A7-380D9D79F91A}">
      <dgm:prSet custT="1"/>
      <dgm:spPr>
        <a:solidFill>
          <a:srgbClr val="0070C0"/>
        </a:solidFill>
        <a:ln>
          <a:solidFill>
            <a:srgbClr val="0070C0"/>
          </a:solidFill>
        </a:ln>
      </dgm:spPr>
      <dgm:t>
        <a:bodyPr/>
        <a:lstStyle/>
        <a:p>
          <a:pPr algn="l"/>
          <a:r>
            <a:rPr lang="en-US" altLang="en-US" sz="1400" dirty="0"/>
            <a:t>Also called backward chaining</a:t>
          </a:r>
        </a:p>
      </dgm:t>
    </dgm:pt>
    <dgm:pt modelId="{62449594-CE83-4E2C-A2B8-4B1C5D53D3E4}" type="parTrans" cxnId="{A8FF8D53-566A-442D-8DF3-0E2297E35483}">
      <dgm:prSet/>
      <dgm:spPr/>
      <dgm:t>
        <a:bodyPr/>
        <a:lstStyle/>
        <a:p>
          <a:endParaRPr lang="en-US"/>
        </a:p>
      </dgm:t>
    </dgm:pt>
    <dgm:pt modelId="{ECD5BB23-DD2B-4274-8898-BFDADEB19F20}" type="sibTrans" cxnId="{A8FF8D53-566A-442D-8DF3-0E2297E35483}">
      <dgm:prSet/>
      <dgm:spPr/>
      <dgm:t>
        <a:bodyPr/>
        <a:lstStyle/>
        <a:p>
          <a:endParaRPr lang="en-US"/>
        </a:p>
      </dgm:t>
    </dgm:pt>
    <dgm:pt modelId="{4A2627C2-835F-4DAB-88AC-321AA5373A56}">
      <dgm:prSet custT="1"/>
      <dgm:spPr>
        <a:solidFill>
          <a:srgbClr val="0070C0"/>
        </a:solidFill>
        <a:ln>
          <a:solidFill>
            <a:srgbClr val="0070C0"/>
          </a:solidFill>
        </a:ln>
      </dgm:spPr>
      <dgm:t>
        <a:bodyPr/>
        <a:lstStyle/>
        <a:p>
          <a:pPr algn="l"/>
          <a:r>
            <a:rPr lang="en-US" altLang="en-US" sz="1400" dirty="0"/>
            <a:t>Take the goal, see what rules apply and which conditions are true to use</a:t>
          </a:r>
        </a:p>
      </dgm:t>
    </dgm:pt>
    <dgm:pt modelId="{EC11651A-AC78-4B92-8E45-5D2F90AD4F13}" type="parTrans" cxnId="{D0FB5A1B-E8BA-4E31-A926-F16E6CC697C3}">
      <dgm:prSet/>
      <dgm:spPr/>
      <dgm:t>
        <a:bodyPr/>
        <a:lstStyle/>
        <a:p>
          <a:endParaRPr lang="en-US"/>
        </a:p>
      </dgm:t>
    </dgm:pt>
    <dgm:pt modelId="{76B13A74-07CE-4CC8-9F19-882E8A6E6E8F}" type="sibTrans" cxnId="{D0FB5A1B-E8BA-4E31-A926-F16E6CC697C3}">
      <dgm:prSet/>
      <dgm:spPr/>
      <dgm:t>
        <a:bodyPr/>
        <a:lstStyle/>
        <a:p>
          <a:endParaRPr lang="en-US"/>
        </a:p>
      </dgm:t>
    </dgm:pt>
    <dgm:pt modelId="{D3F0C0CB-09D3-406D-B48D-1578BA8B1591}">
      <dgm:prSet custT="1"/>
      <dgm:spPr>
        <a:solidFill>
          <a:srgbClr val="0070C0"/>
        </a:solidFill>
        <a:ln>
          <a:solidFill>
            <a:srgbClr val="0070C0"/>
          </a:solidFill>
        </a:ln>
      </dgm:spPr>
      <dgm:t>
        <a:bodyPr/>
        <a:lstStyle/>
        <a:p>
          <a:pPr algn="l"/>
          <a:r>
            <a:rPr lang="en-US" altLang="en-US" sz="1400" dirty="0"/>
            <a:t>The condition becomes </a:t>
          </a:r>
          <a:r>
            <a:rPr lang="en-US" altLang="en-US" sz="1400" dirty="0" err="1"/>
            <a:t>subgoal</a:t>
          </a:r>
          <a:endParaRPr lang="en-US" altLang="en-US" sz="1400" dirty="0"/>
        </a:p>
      </dgm:t>
    </dgm:pt>
    <dgm:pt modelId="{AB08F7FB-BB9D-45CA-A002-204DDC17632C}" type="parTrans" cxnId="{D98C3078-0878-474C-8B8E-EA5F565A5845}">
      <dgm:prSet/>
      <dgm:spPr/>
      <dgm:t>
        <a:bodyPr/>
        <a:lstStyle/>
        <a:p>
          <a:endParaRPr lang="en-US"/>
        </a:p>
      </dgm:t>
    </dgm:pt>
    <dgm:pt modelId="{EAC595F0-A375-413B-93BB-3CCB04594C8F}" type="sibTrans" cxnId="{D98C3078-0878-474C-8B8E-EA5F565A5845}">
      <dgm:prSet/>
      <dgm:spPr/>
      <dgm:t>
        <a:bodyPr/>
        <a:lstStyle/>
        <a:p>
          <a:endParaRPr lang="en-US"/>
        </a:p>
      </dgm:t>
    </dgm:pt>
    <dgm:pt modelId="{D8208D17-4D8A-4576-9B16-37E884C1EA6A}">
      <dgm:prSet custT="1"/>
      <dgm:spPr>
        <a:solidFill>
          <a:srgbClr val="0070C0"/>
        </a:solidFill>
        <a:ln>
          <a:solidFill>
            <a:srgbClr val="0070C0"/>
          </a:solidFill>
        </a:ln>
      </dgm:spPr>
      <dgm:t>
        <a:bodyPr/>
        <a:lstStyle/>
        <a:p>
          <a:pPr algn="l"/>
          <a:r>
            <a:rPr lang="en-US" altLang="en-US" sz="1400" dirty="0"/>
            <a:t>Search continues backward through rules and </a:t>
          </a:r>
          <a:r>
            <a:rPr lang="en-US" altLang="en-US" sz="1400" dirty="0" err="1"/>
            <a:t>subgoals</a:t>
          </a:r>
          <a:r>
            <a:rPr lang="en-US" altLang="en-US" sz="1400" dirty="0"/>
            <a:t> to the given facts</a:t>
          </a:r>
        </a:p>
      </dgm:t>
    </dgm:pt>
    <dgm:pt modelId="{FBAABBD9-DD60-44B3-83D2-7784E479F095}" type="parTrans" cxnId="{8BE7B8F4-6CDF-4724-A677-9A564BF69217}">
      <dgm:prSet/>
      <dgm:spPr/>
      <dgm:t>
        <a:bodyPr/>
        <a:lstStyle/>
        <a:p>
          <a:endParaRPr lang="en-US"/>
        </a:p>
      </dgm:t>
    </dgm:pt>
    <dgm:pt modelId="{BEEABADA-EDE6-46EA-943D-6A5ECA918908}" type="sibTrans" cxnId="{8BE7B8F4-6CDF-4724-A677-9A564BF69217}">
      <dgm:prSet/>
      <dgm:spPr/>
      <dgm:t>
        <a:bodyPr/>
        <a:lstStyle/>
        <a:p>
          <a:endParaRPr lang="en-US"/>
        </a:p>
      </dgm:t>
    </dgm:pt>
    <dgm:pt modelId="{E782C801-2E1F-4222-BEE0-4CAEC82D87C0}" type="pres">
      <dgm:prSet presAssocID="{499FD7AC-C934-4C27-96B5-5231899D095B}" presName="Name0" presStyleCnt="0">
        <dgm:presLayoutVars>
          <dgm:chPref val="1"/>
          <dgm:dir/>
          <dgm:animOne val="branch"/>
          <dgm:animLvl val="lvl"/>
          <dgm:resizeHandles val="exact"/>
        </dgm:presLayoutVars>
      </dgm:prSet>
      <dgm:spPr/>
      <dgm:t>
        <a:bodyPr/>
        <a:lstStyle/>
        <a:p>
          <a:endParaRPr lang="en-MY"/>
        </a:p>
      </dgm:t>
    </dgm:pt>
    <dgm:pt modelId="{B50B082B-E95E-4EAA-832F-A1C3748BFCB4}" type="pres">
      <dgm:prSet presAssocID="{14BC2445-3AE6-478E-9410-DCC553F75455}" presName="root1" presStyleCnt="0"/>
      <dgm:spPr/>
    </dgm:pt>
    <dgm:pt modelId="{73D1BB17-7627-40C2-8B55-C79EF743CA6B}" type="pres">
      <dgm:prSet presAssocID="{14BC2445-3AE6-478E-9410-DCC553F75455}" presName="LevelOneTextNode" presStyleLbl="node0" presStyleIdx="0" presStyleCnt="1">
        <dgm:presLayoutVars>
          <dgm:chPref val="3"/>
        </dgm:presLayoutVars>
      </dgm:prSet>
      <dgm:spPr/>
      <dgm:t>
        <a:bodyPr/>
        <a:lstStyle/>
        <a:p>
          <a:endParaRPr lang="en-MY"/>
        </a:p>
      </dgm:t>
    </dgm:pt>
    <dgm:pt modelId="{5F3AEA2D-E387-458C-A8CA-7D1065B5D937}" type="pres">
      <dgm:prSet presAssocID="{14BC2445-3AE6-478E-9410-DCC553F75455}" presName="level2hierChild" presStyleCnt="0"/>
      <dgm:spPr/>
    </dgm:pt>
    <dgm:pt modelId="{FFF2DA4C-69F2-48FA-B3D3-4458904ACBE7}" type="pres">
      <dgm:prSet presAssocID="{1ADE5A63-6F73-4513-B91C-11E0F0631520}" presName="conn2-1" presStyleLbl="parChTrans1D2" presStyleIdx="0" presStyleCnt="2"/>
      <dgm:spPr/>
      <dgm:t>
        <a:bodyPr/>
        <a:lstStyle/>
        <a:p>
          <a:endParaRPr lang="en-MY"/>
        </a:p>
      </dgm:t>
    </dgm:pt>
    <dgm:pt modelId="{FCA6B209-1E0A-4961-87FB-C1E74969CCB3}" type="pres">
      <dgm:prSet presAssocID="{1ADE5A63-6F73-4513-B91C-11E0F0631520}" presName="connTx" presStyleLbl="parChTrans1D2" presStyleIdx="0" presStyleCnt="2"/>
      <dgm:spPr/>
      <dgm:t>
        <a:bodyPr/>
        <a:lstStyle/>
        <a:p>
          <a:endParaRPr lang="en-MY"/>
        </a:p>
      </dgm:t>
    </dgm:pt>
    <dgm:pt modelId="{356841DB-3BE0-467E-9808-F94D6792CAA4}" type="pres">
      <dgm:prSet presAssocID="{BCD6B3F3-790F-414A-8EF8-266DB4DFFB8A}" presName="root2" presStyleCnt="0"/>
      <dgm:spPr/>
    </dgm:pt>
    <dgm:pt modelId="{2BE0F11A-8894-420D-9AC1-96FB28A9EFAB}" type="pres">
      <dgm:prSet presAssocID="{BCD6B3F3-790F-414A-8EF8-266DB4DFFB8A}" presName="LevelTwoTextNode" presStyleLbl="node2" presStyleIdx="0" presStyleCnt="2" custScaleX="124296" custScaleY="276079">
        <dgm:presLayoutVars>
          <dgm:chPref val="3"/>
        </dgm:presLayoutVars>
      </dgm:prSet>
      <dgm:spPr/>
      <dgm:t>
        <a:bodyPr/>
        <a:lstStyle/>
        <a:p>
          <a:endParaRPr lang="en-MY"/>
        </a:p>
      </dgm:t>
    </dgm:pt>
    <dgm:pt modelId="{CE778024-A6E1-4077-94D3-1246F665004D}" type="pres">
      <dgm:prSet presAssocID="{BCD6B3F3-790F-414A-8EF8-266DB4DFFB8A}" presName="level3hierChild" presStyleCnt="0"/>
      <dgm:spPr/>
    </dgm:pt>
    <dgm:pt modelId="{61A1C7DD-8FE1-4DB1-BB6A-2EA1011DB541}" type="pres">
      <dgm:prSet presAssocID="{3DD1F9E6-36FA-4EEF-A3CB-FBBAA3950765}" presName="conn2-1" presStyleLbl="parChTrans1D3" presStyleIdx="0" presStyleCnt="11"/>
      <dgm:spPr/>
      <dgm:t>
        <a:bodyPr/>
        <a:lstStyle/>
        <a:p>
          <a:endParaRPr lang="en-MY"/>
        </a:p>
      </dgm:t>
    </dgm:pt>
    <dgm:pt modelId="{CA19B76F-2F48-4ADD-B87D-3F124BAEEE15}" type="pres">
      <dgm:prSet presAssocID="{3DD1F9E6-36FA-4EEF-A3CB-FBBAA3950765}" presName="connTx" presStyleLbl="parChTrans1D3" presStyleIdx="0" presStyleCnt="11"/>
      <dgm:spPr/>
      <dgm:t>
        <a:bodyPr/>
        <a:lstStyle/>
        <a:p>
          <a:endParaRPr lang="en-MY"/>
        </a:p>
      </dgm:t>
    </dgm:pt>
    <dgm:pt modelId="{D5E252E6-F388-4954-BC15-B236F8BF6E23}" type="pres">
      <dgm:prSet presAssocID="{47FAD59E-D2DF-4E0F-BE46-A65250C60A16}" presName="root2" presStyleCnt="0"/>
      <dgm:spPr/>
    </dgm:pt>
    <dgm:pt modelId="{255EBB94-55D3-402C-BDD2-DA46B062B217}" type="pres">
      <dgm:prSet presAssocID="{47FAD59E-D2DF-4E0F-BE46-A65250C60A16}" presName="LevelTwoTextNode" presStyleLbl="node3" presStyleIdx="0" presStyleCnt="11" custScaleX="481078">
        <dgm:presLayoutVars>
          <dgm:chPref val="3"/>
        </dgm:presLayoutVars>
      </dgm:prSet>
      <dgm:spPr/>
      <dgm:t>
        <a:bodyPr/>
        <a:lstStyle/>
        <a:p>
          <a:endParaRPr lang="en-MY"/>
        </a:p>
      </dgm:t>
    </dgm:pt>
    <dgm:pt modelId="{F8E58971-F90B-4733-8BA8-924FF0D65288}" type="pres">
      <dgm:prSet presAssocID="{47FAD59E-D2DF-4E0F-BE46-A65250C60A16}" presName="level3hierChild" presStyleCnt="0"/>
      <dgm:spPr/>
    </dgm:pt>
    <dgm:pt modelId="{44536D90-A1D6-47FD-9128-0EB13EAC0499}" type="pres">
      <dgm:prSet presAssocID="{2C31A745-396B-404A-B9AD-251E440C0C08}" presName="conn2-1" presStyleLbl="parChTrans1D3" presStyleIdx="1" presStyleCnt="11"/>
      <dgm:spPr/>
      <dgm:t>
        <a:bodyPr/>
        <a:lstStyle/>
        <a:p>
          <a:endParaRPr lang="en-MY"/>
        </a:p>
      </dgm:t>
    </dgm:pt>
    <dgm:pt modelId="{527893FA-A7F2-4485-B389-CA79A7AA4FC7}" type="pres">
      <dgm:prSet presAssocID="{2C31A745-396B-404A-B9AD-251E440C0C08}" presName="connTx" presStyleLbl="parChTrans1D3" presStyleIdx="1" presStyleCnt="11"/>
      <dgm:spPr/>
      <dgm:t>
        <a:bodyPr/>
        <a:lstStyle/>
        <a:p>
          <a:endParaRPr lang="en-MY"/>
        </a:p>
      </dgm:t>
    </dgm:pt>
    <dgm:pt modelId="{99573D4D-982C-435E-9CA9-A9E318424482}" type="pres">
      <dgm:prSet presAssocID="{BAAA8585-C246-47F3-8306-A3D5D10A4E19}" presName="root2" presStyleCnt="0"/>
      <dgm:spPr/>
    </dgm:pt>
    <dgm:pt modelId="{E41DC724-9B2F-4C63-A8F0-06E03EF5EEE6}" type="pres">
      <dgm:prSet presAssocID="{BAAA8585-C246-47F3-8306-A3D5D10A4E19}" presName="LevelTwoTextNode" presStyleLbl="node3" presStyleIdx="1" presStyleCnt="11" custScaleX="481078">
        <dgm:presLayoutVars>
          <dgm:chPref val="3"/>
        </dgm:presLayoutVars>
      </dgm:prSet>
      <dgm:spPr/>
      <dgm:t>
        <a:bodyPr/>
        <a:lstStyle/>
        <a:p>
          <a:endParaRPr lang="en-MY"/>
        </a:p>
      </dgm:t>
    </dgm:pt>
    <dgm:pt modelId="{F66E6A0B-ED97-4292-8531-3161244EB0E0}" type="pres">
      <dgm:prSet presAssocID="{BAAA8585-C246-47F3-8306-A3D5D10A4E19}" presName="level3hierChild" presStyleCnt="0"/>
      <dgm:spPr/>
    </dgm:pt>
    <dgm:pt modelId="{76661531-83EE-4012-9C42-57183D4B0000}" type="pres">
      <dgm:prSet presAssocID="{21C83FD7-CCC1-45AB-8639-80576FEC71BE}" presName="conn2-1" presStyleLbl="parChTrans1D3" presStyleIdx="2" presStyleCnt="11"/>
      <dgm:spPr/>
      <dgm:t>
        <a:bodyPr/>
        <a:lstStyle/>
        <a:p>
          <a:endParaRPr lang="en-MY"/>
        </a:p>
      </dgm:t>
    </dgm:pt>
    <dgm:pt modelId="{5825F4D5-4FBC-4196-883B-F9144CDE9512}" type="pres">
      <dgm:prSet presAssocID="{21C83FD7-CCC1-45AB-8639-80576FEC71BE}" presName="connTx" presStyleLbl="parChTrans1D3" presStyleIdx="2" presStyleCnt="11"/>
      <dgm:spPr/>
      <dgm:t>
        <a:bodyPr/>
        <a:lstStyle/>
        <a:p>
          <a:endParaRPr lang="en-MY"/>
        </a:p>
      </dgm:t>
    </dgm:pt>
    <dgm:pt modelId="{36799554-A1F8-4E35-B718-75FDB5A2BDFA}" type="pres">
      <dgm:prSet presAssocID="{1B20CA32-9250-4C63-863B-4D46A68FC6F2}" presName="root2" presStyleCnt="0"/>
      <dgm:spPr/>
    </dgm:pt>
    <dgm:pt modelId="{8CCA5189-37A2-4197-8E36-1E123B579346}" type="pres">
      <dgm:prSet presAssocID="{1B20CA32-9250-4C63-863B-4D46A68FC6F2}" presName="LevelTwoTextNode" presStyleLbl="node3" presStyleIdx="2" presStyleCnt="11" custScaleX="481078">
        <dgm:presLayoutVars>
          <dgm:chPref val="3"/>
        </dgm:presLayoutVars>
      </dgm:prSet>
      <dgm:spPr/>
      <dgm:t>
        <a:bodyPr/>
        <a:lstStyle/>
        <a:p>
          <a:endParaRPr lang="en-MY"/>
        </a:p>
      </dgm:t>
    </dgm:pt>
    <dgm:pt modelId="{2FBE4AC4-7E58-44B6-8750-DB3607E879F6}" type="pres">
      <dgm:prSet presAssocID="{1B20CA32-9250-4C63-863B-4D46A68FC6F2}" presName="level3hierChild" presStyleCnt="0"/>
      <dgm:spPr/>
    </dgm:pt>
    <dgm:pt modelId="{C4AE9124-F570-4F26-A0EF-19CE57D9EA53}" type="pres">
      <dgm:prSet presAssocID="{029E6AEA-2B54-4F05-88B8-A0EF0841DAD8}" presName="conn2-1" presStyleLbl="parChTrans1D3" presStyleIdx="3" presStyleCnt="11"/>
      <dgm:spPr/>
      <dgm:t>
        <a:bodyPr/>
        <a:lstStyle/>
        <a:p>
          <a:endParaRPr lang="en-MY"/>
        </a:p>
      </dgm:t>
    </dgm:pt>
    <dgm:pt modelId="{96605B19-2A70-42A3-95D1-03F75BA210FA}" type="pres">
      <dgm:prSet presAssocID="{029E6AEA-2B54-4F05-88B8-A0EF0841DAD8}" presName="connTx" presStyleLbl="parChTrans1D3" presStyleIdx="3" presStyleCnt="11"/>
      <dgm:spPr/>
      <dgm:t>
        <a:bodyPr/>
        <a:lstStyle/>
        <a:p>
          <a:endParaRPr lang="en-MY"/>
        </a:p>
      </dgm:t>
    </dgm:pt>
    <dgm:pt modelId="{F6CA6A1A-3F30-4068-9460-760DFCF5161A}" type="pres">
      <dgm:prSet presAssocID="{2EEB6D6B-3F7E-4CD5-9FE8-DD8966D0D559}" presName="root2" presStyleCnt="0"/>
      <dgm:spPr/>
    </dgm:pt>
    <dgm:pt modelId="{9FF40BD1-018B-400B-8EE4-B7EB315D1FDC}" type="pres">
      <dgm:prSet presAssocID="{2EEB6D6B-3F7E-4CD5-9FE8-DD8966D0D559}" presName="LevelTwoTextNode" presStyleLbl="node3" presStyleIdx="3" presStyleCnt="11" custScaleX="481078">
        <dgm:presLayoutVars>
          <dgm:chPref val="3"/>
        </dgm:presLayoutVars>
      </dgm:prSet>
      <dgm:spPr/>
      <dgm:t>
        <a:bodyPr/>
        <a:lstStyle/>
        <a:p>
          <a:endParaRPr lang="en-MY"/>
        </a:p>
      </dgm:t>
    </dgm:pt>
    <dgm:pt modelId="{75C2B226-902F-499B-85B0-C200A8763E38}" type="pres">
      <dgm:prSet presAssocID="{2EEB6D6B-3F7E-4CD5-9FE8-DD8966D0D559}" presName="level3hierChild" presStyleCnt="0"/>
      <dgm:spPr/>
    </dgm:pt>
    <dgm:pt modelId="{24C1E59E-8719-4CF7-9384-11EA74EBD0EC}" type="pres">
      <dgm:prSet presAssocID="{FCD431A5-E556-4FE4-BF4F-5EB54F3F9175}" presName="conn2-1" presStyleLbl="parChTrans1D3" presStyleIdx="4" presStyleCnt="11"/>
      <dgm:spPr/>
      <dgm:t>
        <a:bodyPr/>
        <a:lstStyle/>
        <a:p>
          <a:endParaRPr lang="en-MY"/>
        </a:p>
      </dgm:t>
    </dgm:pt>
    <dgm:pt modelId="{4539928F-BE56-41CC-8C9A-5B395BE7CE42}" type="pres">
      <dgm:prSet presAssocID="{FCD431A5-E556-4FE4-BF4F-5EB54F3F9175}" presName="connTx" presStyleLbl="parChTrans1D3" presStyleIdx="4" presStyleCnt="11"/>
      <dgm:spPr/>
      <dgm:t>
        <a:bodyPr/>
        <a:lstStyle/>
        <a:p>
          <a:endParaRPr lang="en-MY"/>
        </a:p>
      </dgm:t>
    </dgm:pt>
    <dgm:pt modelId="{3BD800BB-7725-4E3B-A5C0-2692056A70FC}" type="pres">
      <dgm:prSet presAssocID="{108DD8EC-5724-4C24-84CF-A70C6B72885B}" presName="root2" presStyleCnt="0"/>
      <dgm:spPr/>
    </dgm:pt>
    <dgm:pt modelId="{85231DE1-DE14-4037-ABE7-95B35B502ED0}" type="pres">
      <dgm:prSet presAssocID="{108DD8EC-5724-4C24-84CF-A70C6B72885B}" presName="LevelTwoTextNode" presStyleLbl="node3" presStyleIdx="4" presStyleCnt="11" custScaleX="481078">
        <dgm:presLayoutVars>
          <dgm:chPref val="3"/>
        </dgm:presLayoutVars>
      </dgm:prSet>
      <dgm:spPr/>
      <dgm:t>
        <a:bodyPr/>
        <a:lstStyle/>
        <a:p>
          <a:endParaRPr lang="en-MY"/>
        </a:p>
      </dgm:t>
    </dgm:pt>
    <dgm:pt modelId="{0D9C0771-A9DF-4490-8E6A-E1E4F2928E9C}" type="pres">
      <dgm:prSet presAssocID="{108DD8EC-5724-4C24-84CF-A70C6B72885B}" presName="level3hierChild" presStyleCnt="0"/>
      <dgm:spPr/>
    </dgm:pt>
    <dgm:pt modelId="{D4B9C6F1-7F11-4E16-A891-D1A32F060CFC}" type="pres">
      <dgm:prSet presAssocID="{7E18E84B-5D0F-4285-9A7A-675BB3D0D818}" presName="conn2-1" presStyleLbl="parChTrans1D3" presStyleIdx="5" presStyleCnt="11"/>
      <dgm:spPr/>
      <dgm:t>
        <a:bodyPr/>
        <a:lstStyle/>
        <a:p>
          <a:endParaRPr lang="en-MY"/>
        </a:p>
      </dgm:t>
    </dgm:pt>
    <dgm:pt modelId="{6D32A4E3-E883-448E-A30A-EA29E4F4E8D5}" type="pres">
      <dgm:prSet presAssocID="{7E18E84B-5D0F-4285-9A7A-675BB3D0D818}" presName="connTx" presStyleLbl="parChTrans1D3" presStyleIdx="5" presStyleCnt="11"/>
      <dgm:spPr/>
      <dgm:t>
        <a:bodyPr/>
        <a:lstStyle/>
        <a:p>
          <a:endParaRPr lang="en-MY"/>
        </a:p>
      </dgm:t>
    </dgm:pt>
    <dgm:pt modelId="{EC5D8F90-072E-4C6E-89CA-06B3994D72B9}" type="pres">
      <dgm:prSet presAssocID="{DE734FF0-1D64-49D8-9B6B-E18EDCB8D015}" presName="root2" presStyleCnt="0"/>
      <dgm:spPr/>
    </dgm:pt>
    <dgm:pt modelId="{4AD90EA0-EA23-4761-BB14-04D3569243E4}" type="pres">
      <dgm:prSet presAssocID="{DE734FF0-1D64-49D8-9B6B-E18EDCB8D015}" presName="LevelTwoTextNode" presStyleLbl="node3" presStyleIdx="5" presStyleCnt="11" custScaleX="481078">
        <dgm:presLayoutVars>
          <dgm:chPref val="3"/>
        </dgm:presLayoutVars>
      </dgm:prSet>
      <dgm:spPr/>
      <dgm:t>
        <a:bodyPr/>
        <a:lstStyle/>
        <a:p>
          <a:endParaRPr lang="en-MY"/>
        </a:p>
      </dgm:t>
    </dgm:pt>
    <dgm:pt modelId="{8A506985-688D-4B49-A199-0AE213538218}" type="pres">
      <dgm:prSet presAssocID="{DE734FF0-1D64-49D8-9B6B-E18EDCB8D015}" presName="level3hierChild" presStyleCnt="0"/>
      <dgm:spPr/>
    </dgm:pt>
    <dgm:pt modelId="{45FF3274-C026-4081-A556-4C9B4EC500FB}" type="pres">
      <dgm:prSet presAssocID="{3AAF5CC9-75E1-4D37-A13C-E4A84ED16A09}" presName="conn2-1" presStyleLbl="parChTrans1D2" presStyleIdx="1" presStyleCnt="2"/>
      <dgm:spPr/>
      <dgm:t>
        <a:bodyPr/>
        <a:lstStyle/>
        <a:p>
          <a:endParaRPr lang="en-MY"/>
        </a:p>
      </dgm:t>
    </dgm:pt>
    <dgm:pt modelId="{3038188F-8644-4640-A454-705F39D6C320}" type="pres">
      <dgm:prSet presAssocID="{3AAF5CC9-75E1-4D37-A13C-E4A84ED16A09}" presName="connTx" presStyleLbl="parChTrans1D2" presStyleIdx="1" presStyleCnt="2"/>
      <dgm:spPr/>
      <dgm:t>
        <a:bodyPr/>
        <a:lstStyle/>
        <a:p>
          <a:endParaRPr lang="en-MY"/>
        </a:p>
      </dgm:t>
    </dgm:pt>
    <dgm:pt modelId="{0C4551E5-CDD1-4828-83BF-5D96FAAAF6F0}" type="pres">
      <dgm:prSet presAssocID="{8045801E-02A9-451F-ABF2-94377A0EA08B}" presName="root2" presStyleCnt="0"/>
      <dgm:spPr/>
    </dgm:pt>
    <dgm:pt modelId="{845B5C23-6D93-454C-8BAB-0AAA7646C3E0}" type="pres">
      <dgm:prSet presAssocID="{8045801E-02A9-451F-ABF2-94377A0EA08B}" presName="LevelTwoTextNode" presStyleLbl="node2" presStyleIdx="1" presStyleCnt="2" custScaleX="124296" custScaleY="270236">
        <dgm:presLayoutVars>
          <dgm:chPref val="3"/>
        </dgm:presLayoutVars>
      </dgm:prSet>
      <dgm:spPr/>
      <dgm:t>
        <a:bodyPr/>
        <a:lstStyle/>
        <a:p>
          <a:endParaRPr lang="en-MY"/>
        </a:p>
      </dgm:t>
    </dgm:pt>
    <dgm:pt modelId="{83FFC18D-E750-4242-9224-D3FEBE9A88E6}" type="pres">
      <dgm:prSet presAssocID="{8045801E-02A9-451F-ABF2-94377A0EA08B}" presName="level3hierChild" presStyleCnt="0"/>
      <dgm:spPr/>
    </dgm:pt>
    <dgm:pt modelId="{1BC5FE9F-CAD9-49D7-8A0E-1BC47CAEC20F}" type="pres">
      <dgm:prSet presAssocID="{FC34732F-3949-4AEB-B5B8-AAE5FBE6C4EA}" presName="conn2-1" presStyleLbl="parChTrans1D3" presStyleIdx="6" presStyleCnt="11"/>
      <dgm:spPr/>
      <dgm:t>
        <a:bodyPr/>
        <a:lstStyle/>
        <a:p>
          <a:endParaRPr lang="en-MY"/>
        </a:p>
      </dgm:t>
    </dgm:pt>
    <dgm:pt modelId="{CC988078-5451-4516-BB7B-725C179F3FE2}" type="pres">
      <dgm:prSet presAssocID="{FC34732F-3949-4AEB-B5B8-AAE5FBE6C4EA}" presName="connTx" presStyleLbl="parChTrans1D3" presStyleIdx="6" presStyleCnt="11"/>
      <dgm:spPr/>
      <dgm:t>
        <a:bodyPr/>
        <a:lstStyle/>
        <a:p>
          <a:endParaRPr lang="en-MY"/>
        </a:p>
      </dgm:t>
    </dgm:pt>
    <dgm:pt modelId="{EDC4FCBF-57C7-4EA4-B2B6-5519FF233706}" type="pres">
      <dgm:prSet presAssocID="{F23B7FFC-2535-406E-9734-DFC87BEDEBAB}" presName="root2" presStyleCnt="0"/>
      <dgm:spPr/>
    </dgm:pt>
    <dgm:pt modelId="{3D495E80-883D-4F69-AABB-54EE1FADE385}" type="pres">
      <dgm:prSet presAssocID="{F23B7FFC-2535-406E-9734-DFC87BEDEBAB}" presName="LevelTwoTextNode" presStyleLbl="node3" presStyleIdx="6" presStyleCnt="11" custScaleX="481078">
        <dgm:presLayoutVars>
          <dgm:chPref val="3"/>
        </dgm:presLayoutVars>
      </dgm:prSet>
      <dgm:spPr/>
      <dgm:t>
        <a:bodyPr/>
        <a:lstStyle/>
        <a:p>
          <a:endParaRPr lang="en-MY"/>
        </a:p>
      </dgm:t>
    </dgm:pt>
    <dgm:pt modelId="{3B66AED6-CA79-4E8B-B42C-75BE46ED5E5F}" type="pres">
      <dgm:prSet presAssocID="{F23B7FFC-2535-406E-9734-DFC87BEDEBAB}" presName="level3hierChild" presStyleCnt="0"/>
      <dgm:spPr/>
    </dgm:pt>
    <dgm:pt modelId="{1BAFC2D2-B782-454D-9425-F6CB628685EC}" type="pres">
      <dgm:prSet presAssocID="{62449594-CE83-4E2C-A2B8-4B1C5D53D3E4}" presName="conn2-1" presStyleLbl="parChTrans1D3" presStyleIdx="7" presStyleCnt="11"/>
      <dgm:spPr/>
      <dgm:t>
        <a:bodyPr/>
        <a:lstStyle/>
        <a:p>
          <a:endParaRPr lang="en-MY"/>
        </a:p>
      </dgm:t>
    </dgm:pt>
    <dgm:pt modelId="{B2444945-FC00-4810-A7ED-0A923612F8A5}" type="pres">
      <dgm:prSet presAssocID="{62449594-CE83-4E2C-A2B8-4B1C5D53D3E4}" presName="connTx" presStyleLbl="parChTrans1D3" presStyleIdx="7" presStyleCnt="11"/>
      <dgm:spPr/>
      <dgm:t>
        <a:bodyPr/>
        <a:lstStyle/>
        <a:p>
          <a:endParaRPr lang="en-MY"/>
        </a:p>
      </dgm:t>
    </dgm:pt>
    <dgm:pt modelId="{6063658C-995E-40F8-B519-49DA8DE050A5}" type="pres">
      <dgm:prSet presAssocID="{BA1844C7-1505-408F-B6A7-380D9D79F91A}" presName="root2" presStyleCnt="0"/>
      <dgm:spPr/>
    </dgm:pt>
    <dgm:pt modelId="{B2ED4302-F004-4AF2-BAC9-316BC277EE4B}" type="pres">
      <dgm:prSet presAssocID="{BA1844C7-1505-408F-B6A7-380D9D79F91A}" presName="LevelTwoTextNode" presStyleLbl="node3" presStyleIdx="7" presStyleCnt="11" custScaleX="481078">
        <dgm:presLayoutVars>
          <dgm:chPref val="3"/>
        </dgm:presLayoutVars>
      </dgm:prSet>
      <dgm:spPr/>
      <dgm:t>
        <a:bodyPr/>
        <a:lstStyle/>
        <a:p>
          <a:endParaRPr lang="en-MY"/>
        </a:p>
      </dgm:t>
    </dgm:pt>
    <dgm:pt modelId="{536BA018-11E4-4B14-9937-699BAC84DCEB}" type="pres">
      <dgm:prSet presAssocID="{BA1844C7-1505-408F-B6A7-380D9D79F91A}" presName="level3hierChild" presStyleCnt="0"/>
      <dgm:spPr/>
    </dgm:pt>
    <dgm:pt modelId="{9F690762-C182-4DC3-AD06-383F76591EC8}" type="pres">
      <dgm:prSet presAssocID="{EC11651A-AC78-4B92-8E45-5D2F90AD4F13}" presName="conn2-1" presStyleLbl="parChTrans1D3" presStyleIdx="8" presStyleCnt="11"/>
      <dgm:spPr/>
      <dgm:t>
        <a:bodyPr/>
        <a:lstStyle/>
        <a:p>
          <a:endParaRPr lang="en-MY"/>
        </a:p>
      </dgm:t>
    </dgm:pt>
    <dgm:pt modelId="{37E3BC31-0A5D-4C2B-B3B2-1112577EBDD8}" type="pres">
      <dgm:prSet presAssocID="{EC11651A-AC78-4B92-8E45-5D2F90AD4F13}" presName="connTx" presStyleLbl="parChTrans1D3" presStyleIdx="8" presStyleCnt="11"/>
      <dgm:spPr/>
      <dgm:t>
        <a:bodyPr/>
        <a:lstStyle/>
        <a:p>
          <a:endParaRPr lang="en-MY"/>
        </a:p>
      </dgm:t>
    </dgm:pt>
    <dgm:pt modelId="{582752FE-D8A2-4F02-91CE-6F92CCDC775E}" type="pres">
      <dgm:prSet presAssocID="{4A2627C2-835F-4DAB-88AC-321AA5373A56}" presName="root2" presStyleCnt="0"/>
      <dgm:spPr/>
    </dgm:pt>
    <dgm:pt modelId="{EDE0952C-D4C3-4A79-A1D9-3BEB29BBAA68}" type="pres">
      <dgm:prSet presAssocID="{4A2627C2-835F-4DAB-88AC-321AA5373A56}" presName="LevelTwoTextNode" presStyleLbl="node3" presStyleIdx="8" presStyleCnt="11" custScaleX="481078">
        <dgm:presLayoutVars>
          <dgm:chPref val="3"/>
        </dgm:presLayoutVars>
      </dgm:prSet>
      <dgm:spPr/>
      <dgm:t>
        <a:bodyPr/>
        <a:lstStyle/>
        <a:p>
          <a:endParaRPr lang="en-MY"/>
        </a:p>
      </dgm:t>
    </dgm:pt>
    <dgm:pt modelId="{3F988408-7500-4FA8-AB08-230435F82F75}" type="pres">
      <dgm:prSet presAssocID="{4A2627C2-835F-4DAB-88AC-321AA5373A56}" presName="level3hierChild" presStyleCnt="0"/>
      <dgm:spPr/>
    </dgm:pt>
    <dgm:pt modelId="{79720021-72B0-4B3D-BEA4-1EAEF5BA347C}" type="pres">
      <dgm:prSet presAssocID="{AB08F7FB-BB9D-45CA-A002-204DDC17632C}" presName="conn2-1" presStyleLbl="parChTrans1D3" presStyleIdx="9" presStyleCnt="11"/>
      <dgm:spPr/>
      <dgm:t>
        <a:bodyPr/>
        <a:lstStyle/>
        <a:p>
          <a:endParaRPr lang="en-MY"/>
        </a:p>
      </dgm:t>
    </dgm:pt>
    <dgm:pt modelId="{EB535CA1-1509-4F50-8D1E-F6BCC774326B}" type="pres">
      <dgm:prSet presAssocID="{AB08F7FB-BB9D-45CA-A002-204DDC17632C}" presName="connTx" presStyleLbl="parChTrans1D3" presStyleIdx="9" presStyleCnt="11"/>
      <dgm:spPr/>
      <dgm:t>
        <a:bodyPr/>
        <a:lstStyle/>
        <a:p>
          <a:endParaRPr lang="en-MY"/>
        </a:p>
      </dgm:t>
    </dgm:pt>
    <dgm:pt modelId="{1F0D680B-0D66-42CD-9FCA-A9BF4E7D3112}" type="pres">
      <dgm:prSet presAssocID="{D3F0C0CB-09D3-406D-B48D-1578BA8B1591}" presName="root2" presStyleCnt="0"/>
      <dgm:spPr/>
    </dgm:pt>
    <dgm:pt modelId="{04A229AF-2798-40A3-9665-E75EF6BBFAB3}" type="pres">
      <dgm:prSet presAssocID="{D3F0C0CB-09D3-406D-B48D-1578BA8B1591}" presName="LevelTwoTextNode" presStyleLbl="node3" presStyleIdx="9" presStyleCnt="11" custScaleX="481078">
        <dgm:presLayoutVars>
          <dgm:chPref val="3"/>
        </dgm:presLayoutVars>
      </dgm:prSet>
      <dgm:spPr/>
      <dgm:t>
        <a:bodyPr/>
        <a:lstStyle/>
        <a:p>
          <a:endParaRPr lang="en-MY"/>
        </a:p>
      </dgm:t>
    </dgm:pt>
    <dgm:pt modelId="{4AFBC2B0-B887-4B1D-B5D3-303834D71AFE}" type="pres">
      <dgm:prSet presAssocID="{D3F0C0CB-09D3-406D-B48D-1578BA8B1591}" presName="level3hierChild" presStyleCnt="0"/>
      <dgm:spPr/>
    </dgm:pt>
    <dgm:pt modelId="{D715C94C-87A2-4498-BEB9-7E72C23674BD}" type="pres">
      <dgm:prSet presAssocID="{FBAABBD9-DD60-44B3-83D2-7784E479F095}" presName="conn2-1" presStyleLbl="parChTrans1D3" presStyleIdx="10" presStyleCnt="11"/>
      <dgm:spPr/>
      <dgm:t>
        <a:bodyPr/>
        <a:lstStyle/>
        <a:p>
          <a:endParaRPr lang="en-MY"/>
        </a:p>
      </dgm:t>
    </dgm:pt>
    <dgm:pt modelId="{06D8BA2A-2C95-43EF-827F-AFE0D6172B1B}" type="pres">
      <dgm:prSet presAssocID="{FBAABBD9-DD60-44B3-83D2-7784E479F095}" presName="connTx" presStyleLbl="parChTrans1D3" presStyleIdx="10" presStyleCnt="11"/>
      <dgm:spPr/>
      <dgm:t>
        <a:bodyPr/>
        <a:lstStyle/>
        <a:p>
          <a:endParaRPr lang="en-MY"/>
        </a:p>
      </dgm:t>
    </dgm:pt>
    <dgm:pt modelId="{F6D760B8-D638-4EFD-8E09-8425D672EFDE}" type="pres">
      <dgm:prSet presAssocID="{D8208D17-4D8A-4576-9B16-37E884C1EA6A}" presName="root2" presStyleCnt="0"/>
      <dgm:spPr/>
    </dgm:pt>
    <dgm:pt modelId="{CC76E36C-A176-4056-8DD6-D4D5CF579AF5}" type="pres">
      <dgm:prSet presAssocID="{D8208D17-4D8A-4576-9B16-37E884C1EA6A}" presName="LevelTwoTextNode" presStyleLbl="node3" presStyleIdx="10" presStyleCnt="11" custScaleX="481078">
        <dgm:presLayoutVars>
          <dgm:chPref val="3"/>
        </dgm:presLayoutVars>
      </dgm:prSet>
      <dgm:spPr/>
      <dgm:t>
        <a:bodyPr/>
        <a:lstStyle/>
        <a:p>
          <a:endParaRPr lang="en-MY"/>
        </a:p>
      </dgm:t>
    </dgm:pt>
    <dgm:pt modelId="{A04D2B2B-0B09-41E3-BB75-DBA81DBC8DCF}" type="pres">
      <dgm:prSet presAssocID="{D8208D17-4D8A-4576-9B16-37E884C1EA6A}" presName="level3hierChild" presStyleCnt="0"/>
      <dgm:spPr/>
    </dgm:pt>
  </dgm:ptLst>
  <dgm:cxnLst>
    <dgm:cxn modelId="{C9B81FCC-122F-4CF4-B09F-90201C50066E}" srcId="{14BC2445-3AE6-478E-9410-DCC553F75455}" destId="{BCD6B3F3-790F-414A-8EF8-266DB4DFFB8A}" srcOrd="0" destOrd="0" parTransId="{1ADE5A63-6F73-4513-B91C-11E0F0631520}" sibTransId="{2BBBF175-F763-44BB-A309-9FC1EACB05E6}"/>
    <dgm:cxn modelId="{DA90A342-6FCC-4B3B-BB06-E1FEBE4DA4F6}" srcId="{8045801E-02A9-451F-ABF2-94377A0EA08B}" destId="{F23B7FFC-2535-406E-9734-DFC87BEDEBAB}" srcOrd="0" destOrd="0" parTransId="{FC34732F-3949-4AEB-B5B8-AAE5FBE6C4EA}" sibTransId="{ED046EDD-70DF-41E3-B5FD-95D7D2D2EC0A}"/>
    <dgm:cxn modelId="{04D1643B-C1D2-4982-9C7C-66C92A681A3B}" type="presOf" srcId="{47FAD59E-D2DF-4E0F-BE46-A65250C60A16}" destId="{255EBB94-55D3-402C-BDD2-DA46B062B217}" srcOrd="0" destOrd="0" presId="urn:microsoft.com/office/officeart/2008/layout/HorizontalMultiLevelHierarchy"/>
    <dgm:cxn modelId="{7EC31D75-E547-4C6C-9F81-9A35D9C34731}" type="presOf" srcId="{AB08F7FB-BB9D-45CA-A002-204DDC17632C}" destId="{79720021-72B0-4B3D-BEA4-1EAEF5BA347C}" srcOrd="0" destOrd="0" presId="urn:microsoft.com/office/officeart/2008/layout/HorizontalMultiLevelHierarchy"/>
    <dgm:cxn modelId="{A8FF8D53-566A-442D-8DF3-0E2297E35483}" srcId="{8045801E-02A9-451F-ABF2-94377A0EA08B}" destId="{BA1844C7-1505-408F-B6A7-380D9D79F91A}" srcOrd="1" destOrd="0" parTransId="{62449594-CE83-4E2C-A2B8-4B1C5D53D3E4}" sibTransId="{ECD5BB23-DD2B-4274-8898-BFDADEB19F20}"/>
    <dgm:cxn modelId="{92C73B2C-56D5-45CC-813B-BF4DD959A0C9}" type="presOf" srcId="{BA1844C7-1505-408F-B6A7-380D9D79F91A}" destId="{B2ED4302-F004-4AF2-BAC9-316BC277EE4B}" srcOrd="0" destOrd="0" presId="urn:microsoft.com/office/officeart/2008/layout/HorizontalMultiLevelHierarchy"/>
    <dgm:cxn modelId="{0EFB8FD4-5A8F-43B3-9BA5-C1EB4E594A04}" type="presOf" srcId="{7E18E84B-5D0F-4285-9A7A-675BB3D0D818}" destId="{6D32A4E3-E883-448E-A30A-EA29E4F4E8D5}" srcOrd="1" destOrd="0" presId="urn:microsoft.com/office/officeart/2008/layout/HorizontalMultiLevelHierarchy"/>
    <dgm:cxn modelId="{AC5A79CD-A1A5-4307-AD4B-7C6CB6B9350A}" type="presOf" srcId="{2C31A745-396B-404A-B9AD-251E440C0C08}" destId="{527893FA-A7F2-4485-B389-CA79A7AA4FC7}" srcOrd="1" destOrd="0" presId="urn:microsoft.com/office/officeart/2008/layout/HorizontalMultiLevelHierarchy"/>
    <dgm:cxn modelId="{CF2D89C4-8AB5-4B9C-9BBC-417B90EBEBAB}" type="presOf" srcId="{21C83FD7-CCC1-45AB-8639-80576FEC71BE}" destId="{76661531-83EE-4012-9C42-57183D4B0000}" srcOrd="0" destOrd="0" presId="urn:microsoft.com/office/officeart/2008/layout/HorizontalMultiLevelHierarchy"/>
    <dgm:cxn modelId="{0493270E-A230-4FEF-8D80-FCC6D0C36EDE}" type="presOf" srcId="{FBAABBD9-DD60-44B3-83D2-7784E479F095}" destId="{D715C94C-87A2-4498-BEB9-7E72C23674BD}" srcOrd="0" destOrd="0" presId="urn:microsoft.com/office/officeart/2008/layout/HorizontalMultiLevelHierarchy"/>
    <dgm:cxn modelId="{17187E64-AFED-46C0-BE52-DA4732188ED1}" type="presOf" srcId="{3DD1F9E6-36FA-4EEF-A3CB-FBBAA3950765}" destId="{61A1C7DD-8FE1-4DB1-BB6A-2EA1011DB541}" srcOrd="0" destOrd="0" presId="urn:microsoft.com/office/officeart/2008/layout/HorizontalMultiLevelHierarchy"/>
    <dgm:cxn modelId="{7F349217-F506-4013-A9EA-1D064C0772E4}" type="presOf" srcId="{7E18E84B-5D0F-4285-9A7A-675BB3D0D818}" destId="{D4B9C6F1-7F11-4E16-A891-D1A32F060CFC}" srcOrd="0" destOrd="0" presId="urn:microsoft.com/office/officeart/2008/layout/HorizontalMultiLevelHierarchy"/>
    <dgm:cxn modelId="{A8646B5A-2A19-486E-805C-8779629D563C}" type="presOf" srcId="{3AAF5CC9-75E1-4D37-A13C-E4A84ED16A09}" destId="{3038188F-8644-4640-A454-705F39D6C320}" srcOrd="1" destOrd="0" presId="urn:microsoft.com/office/officeart/2008/layout/HorizontalMultiLevelHierarchy"/>
    <dgm:cxn modelId="{2CF07436-7950-49FC-8B4E-2F15530CE647}" type="presOf" srcId="{2C31A745-396B-404A-B9AD-251E440C0C08}" destId="{44536D90-A1D6-47FD-9128-0EB13EAC0499}" srcOrd="0" destOrd="0" presId="urn:microsoft.com/office/officeart/2008/layout/HorizontalMultiLevelHierarchy"/>
    <dgm:cxn modelId="{0A491E6D-9500-414C-8561-C69D4A39F188}" type="presOf" srcId="{21C83FD7-CCC1-45AB-8639-80576FEC71BE}" destId="{5825F4D5-4FBC-4196-883B-F9144CDE9512}" srcOrd="1" destOrd="0" presId="urn:microsoft.com/office/officeart/2008/layout/HorizontalMultiLevelHierarchy"/>
    <dgm:cxn modelId="{2DF1B4B9-C8A7-4AEC-B1D5-564F7D660882}" type="presOf" srcId="{3AAF5CC9-75E1-4D37-A13C-E4A84ED16A09}" destId="{45FF3274-C026-4081-A556-4C9B4EC500FB}" srcOrd="0" destOrd="0" presId="urn:microsoft.com/office/officeart/2008/layout/HorizontalMultiLevelHierarchy"/>
    <dgm:cxn modelId="{7AA0329B-A3A6-443A-94C1-9233A912DD8D}" srcId="{BCD6B3F3-790F-414A-8EF8-266DB4DFFB8A}" destId="{DE734FF0-1D64-49D8-9B6B-E18EDCB8D015}" srcOrd="5" destOrd="0" parTransId="{7E18E84B-5D0F-4285-9A7A-675BB3D0D818}" sibTransId="{FF35E817-3785-479E-8E97-7C7DC9A0EB2C}"/>
    <dgm:cxn modelId="{7A3F84B8-EF52-42A9-8407-352380B1454B}" type="presOf" srcId="{62449594-CE83-4E2C-A2B8-4B1C5D53D3E4}" destId="{1BAFC2D2-B782-454D-9425-F6CB628685EC}" srcOrd="0" destOrd="0" presId="urn:microsoft.com/office/officeart/2008/layout/HorizontalMultiLevelHierarchy"/>
    <dgm:cxn modelId="{E9C2405F-5EB1-4717-892F-B1F6A98159E7}" type="presOf" srcId="{1ADE5A63-6F73-4513-B91C-11E0F0631520}" destId="{FCA6B209-1E0A-4961-87FB-C1E74969CCB3}" srcOrd="1" destOrd="0" presId="urn:microsoft.com/office/officeart/2008/layout/HorizontalMultiLevelHierarchy"/>
    <dgm:cxn modelId="{FEB62DE3-A392-4114-96F7-493A0F2F0D8A}" srcId="{BCD6B3F3-790F-414A-8EF8-266DB4DFFB8A}" destId="{108DD8EC-5724-4C24-84CF-A70C6B72885B}" srcOrd="4" destOrd="0" parTransId="{FCD431A5-E556-4FE4-BF4F-5EB54F3F9175}" sibTransId="{67FD8EEB-15BA-45FB-BC52-5258D1F07EEC}"/>
    <dgm:cxn modelId="{7354EEE2-0897-4D11-85AC-6B25AFC81AC2}" type="presOf" srcId="{FCD431A5-E556-4FE4-BF4F-5EB54F3F9175}" destId="{24C1E59E-8719-4CF7-9384-11EA74EBD0EC}" srcOrd="0" destOrd="0" presId="urn:microsoft.com/office/officeart/2008/layout/HorizontalMultiLevelHierarchy"/>
    <dgm:cxn modelId="{16029111-A96E-4156-B47F-BC3ACAE3900F}" type="presOf" srcId="{FCD431A5-E556-4FE4-BF4F-5EB54F3F9175}" destId="{4539928F-BE56-41CC-8C9A-5B395BE7CE42}" srcOrd="1" destOrd="0" presId="urn:microsoft.com/office/officeart/2008/layout/HorizontalMultiLevelHierarchy"/>
    <dgm:cxn modelId="{47D4CA15-4A76-4CEB-AA7C-8AAE7EB8970F}" srcId="{BCD6B3F3-790F-414A-8EF8-266DB4DFFB8A}" destId="{1B20CA32-9250-4C63-863B-4D46A68FC6F2}" srcOrd="2" destOrd="0" parTransId="{21C83FD7-CCC1-45AB-8639-80576FEC71BE}" sibTransId="{91A1B6A1-3672-48EA-A004-0786D56E942A}"/>
    <dgm:cxn modelId="{DB6BB65F-65D6-4368-AA40-B95DD8711101}" type="presOf" srcId="{DE734FF0-1D64-49D8-9B6B-E18EDCB8D015}" destId="{4AD90EA0-EA23-4761-BB14-04D3569243E4}" srcOrd="0" destOrd="0" presId="urn:microsoft.com/office/officeart/2008/layout/HorizontalMultiLevelHierarchy"/>
    <dgm:cxn modelId="{79B9E0A5-9C2A-48DF-847B-BE1FCC7F137A}" type="presOf" srcId="{14BC2445-3AE6-478E-9410-DCC553F75455}" destId="{73D1BB17-7627-40C2-8B55-C79EF743CA6B}" srcOrd="0" destOrd="0" presId="urn:microsoft.com/office/officeart/2008/layout/HorizontalMultiLevelHierarchy"/>
    <dgm:cxn modelId="{1FD9595D-983E-40D9-AA05-372BE89D056D}" type="presOf" srcId="{EC11651A-AC78-4B92-8E45-5D2F90AD4F13}" destId="{37E3BC31-0A5D-4C2B-B3B2-1112577EBDD8}" srcOrd="1" destOrd="0" presId="urn:microsoft.com/office/officeart/2008/layout/HorizontalMultiLevelHierarchy"/>
    <dgm:cxn modelId="{46E3B4F8-4A95-48CA-9EA8-7B54B8B7A4B7}" type="presOf" srcId="{D8208D17-4D8A-4576-9B16-37E884C1EA6A}" destId="{CC76E36C-A176-4056-8DD6-D4D5CF579AF5}" srcOrd="0" destOrd="0" presId="urn:microsoft.com/office/officeart/2008/layout/HorizontalMultiLevelHierarchy"/>
    <dgm:cxn modelId="{C1D00B46-FF5C-4DF7-B056-4B1E799F6D3C}" type="presOf" srcId="{3DD1F9E6-36FA-4EEF-A3CB-FBBAA3950765}" destId="{CA19B76F-2F48-4ADD-B87D-3F124BAEEE15}" srcOrd="1" destOrd="0" presId="urn:microsoft.com/office/officeart/2008/layout/HorizontalMultiLevelHierarchy"/>
    <dgm:cxn modelId="{D0FB5A1B-E8BA-4E31-A926-F16E6CC697C3}" srcId="{8045801E-02A9-451F-ABF2-94377A0EA08B}" destId="{4A2627C2-835F-4DAB-88AC-321AA5373A56}" srcOrd="2" destOrd="0" parTransId="{EC11651A-AC78-4B92-8E45-5D2F90AD4F13}" sibTransId="{76B13A74-07CE-4CC8-9F19-882E8A6E6E8F}"/>
    <dgm:cxn modelId="{F90833E5-99E9-4794-BAD2-A46A00CC6D12}" type="presOf" srcId="{FC34732F-3949-4AEB-B5B8-AAE5FBE6C4EA}" destId="{CC988078-5451-4516-BB7B-725C179F3FE2}" srcOrd="1" destOrd="0" presId="urn:microsoft.com/office/officeart/2008/layout/HorizontalMultiLevelHierarchy"/>
    <dgm:cxn modelId="{F0163623-A325-4DAF-962B-92C2E606526B}" srcId="{14BC2445-3AE6-478E-9410-DCC553F75455}" destId="{8045801E-02A9-451F-ABF2-94377A0EA08B}" srcOrd="1" destOrd="0" parTransId="{3AAF5CC9-75E1-4D37-A13C-E4A84ED16A09}" sibTransId="{601EE03B-F1D7-4DA5-B3D3-D1057F9D1222}"/>
    <dgm:cxn modelId="{E90B3914-BA92-4F6C-9870-FB8936CBCC1B}" type="presOf" srcId="{499FD7AC-C934-4C27-96B5-5231899D095B}" destId="{E782C801-2E1F-4222-BEE0-4CAEC82D87C0}" srcOrd="0" destOrd="0" presId="urn:microsoft.com/office/officeart/2008/layout/HorizontalMultiLevelHierarchy"/>
    <dgm:cxn modelId="{2E70332F-8EF1-4918-9D23-1D1F611E04E7}" type="presOf" srcId="{108DD8EC-5724-4C24-84CF-A70C6B72885B}" destId="{85231DE1-DE14-4037-ABE7-95B35B502ED0}" srcOrd="0" destOrd="0" presId="urn:microsoft.com/office/officeart/2008/layout/HorizontalMultiLevelHierarchy"/>
    <dgm:cxn modelId="{8BE7B8F4-6CDF-4724-A677-9A564BF69217}" srcId="{8045801E-02A9-451F-ABF2-94377A0EA08B}" destId="{D8208D17-4D8A-4576-9B16-37E884C1EA6A}" srcOrd="4" destOrd="0" parTransId="{FBAABBD9-DD60-44B3-83D2-7784E479F095}" sibTransId="{BEEABADA-EDE6-46EA-943D-6A5ECA918908}"/>
    <dgm:cxn modelId="{77C83B87-2FCC-43B8-959E-B6668816059B}" type="presOf" srcId="{BAAA8585-C246-47F3-8306-A3D5D10A4E19}" destId="{E41DC724-9B2F-4C63-A8F0-06E03EF5EEE6}" srcOrd="0" destOrd="0" presId="urn:microsoft.com/office/officeart/2008/layout/HorizontalMultiLevelHierarchy"/>
    <dgm:cxn modelId="{27B9C9C0-A1AF-45BB-9A57-C379148CC658}" type="presOf" srcId="{BCD6B3F3-790F-414A-8EF8-266DB4DFFB8A}" destId="{2BE0F11A-8894-420D-9AC1-96FB28A9EFAB}" srcOrd="0" destOrd="0" presId="urn:microsoft.com/office/officeart/2008/layout/HorizontalMultiLevelHierarchy"/>
    <dgm:cxn modelId="{941DE44A-F58B-402B-81EE-8E872F1F16F0}" type="presOf" srcId="{4A2627C2-835F-4DAB-88AC-321AA5373A56}" destId="{EDE0952C-D4C3-4A79-A1D9-3BEB29BBAA68}" srcOrd="0" destOrd="0" presId="urn:microsoft.com/office/officeart/2008/layout/HorizontalMultiLevelHierarchy"/>
    <dgm:cxn modelId="{CF7566DA-6F33-4C01-B27B-1C61B5E82AAC}" srcId="{499FD7AC-C934-4C27-96B5-5231899D095B}" destId="{14BC2445-3AE6-478E-9410-DCC553F75455}" srcOrd="0" destOrd="0" parTransId="{5F66A7D2-1B19-45F0-965A-A2607B65006E}" sibTransId="{6102D173-0871-4883-8357-1927DEECFA5F}"/>
    <dgm:cxn modelId="{4A3C4369-3AA8-48E7-BD0B-F1F4CC6A3CE2}" srcId="{BCD6B3F3-790F-414A-8EF8-266DB4DFFB8A}" destId="{BAAA8585-C246-47F3-8306-A3D5D10A4E19}" srcOrd="1" destOrd="0" parTransId="{2C31A745-396B-404A-B9AD-251E440C0C08}" sibTransId="{E4593533-AACF-4B93-A7B0-0543120EAD7F}"/>
    <dgm:cxn modelId="{37CC7058-AB43-4A5C-BF1F-8E5EE3B41E44}" type="presOf" srcId="{FC34732F-3949-4AEB-B5B8-AAE5FBE6C4EA}" destId="{1BC5FE9F-CAD9-49D7-8A0E-1BC47CAEC20F}" srcOrd="0" destOrd="0" presId="urn:microsoft.com/office/officeart/2008/layout/HorizontalMultiLevelHierarchy"/>
    <dgm:cxn modelId="{DBD1271D-599F-4457-AC27-DE8D46A7DB9C}" type="presOf" srcId="{AB08F7FB-BB9D-45CA-A002-204DDC17632C}" destId="{EB535CA1-1509-4F50-8D1E-F6BCC774326B}" srcOrd="1" destOrd="0" presId="urn:microsoft.com/office/officeart/2008/layout/HorizontalMultiLevelHierarchy"/>
    <dgm:cxn modelId="{3104C92D-9D65-46A5-BD14-3BD537678439}" type="presOf" srcId="{1B20CA32-9250-4C63-863B-4D46A68FC6F2}" destId="{8CCA5189-37A2-4197-8E36-1E123B579346}" srcOrd="0" destOrd="0" presId="urn:microsoft.com/office/officeart/2008/layout/HorizontalMultiLevelHierarchy"/>
    <dgm:cxn modelId="{5307B40F-58AA-4630-9544-16DFC6D46F72}" type="presOf" srcId="{62449594-CE83-4E2C-A2B8-4B1C5D53D3E4}" destId="{B2444945-FC00-4810-A7ED-0A923612F8A5}" srcOrd="1" destOrd="0" presId="urn:microsoft.com/office/officeart/2008/layout/HorizontalMultiLevelHierarchy"/>
    <dgm:cxn modelId="{8B6797CF-C396-4FEF-B55E-EA8DB1B3010D}" type="presOf" srcId="{EC11651A-AC78-4B92-8E45-5D2F90AD4F13}" destId="{9F690762-C182-4DC3-AD06-383F76591EC8}" srcOrd="0" destOrd="0" presId="urn:microsoft.com/office/officeart/2008/layout/HorizontalMultiLevelHierarchy"/>
    <dgm:cxn modelId="{D98C3078-0878-474C-8B8E-EA5F565A5845}" srcId="{8045801E-02A9-451F-ABF2-94377A0EA08B}" destId="{D3F0C0CB-09D3-406D-B48D-1578BA8B1591}" srcOrd="3" destOrd="0" parTransId="{AB08F7FB-BB9D-45CA-A002-204DDC17632C}" sibTransId="{EAC595F0-A375-413B-93BB-3CCB04594C8F}"/>
    <dgm:cxn modelId="{25BBB834-D6F4-49E0-A921-FC42FE3EBC99}" type="presOf" srcId="{D3F0C0CB-09D3-406D-B48D-1578BA8B1591}" destId="{04A229AF-2798-40A3-9665-E75EF6BBFAB3}" srcOrd="0" destOrd="0" presId="urn:microsoft.com/office/officeart/2008/layout/HorizontalMultiLevelHierarchy"/>
    <dgm:cxn modelId="{22529AA4-51E3-4011-BB04-149E580A31CD}" type="presOf" srcId="{F23B7FFC-2535-406E-9734-DFC87BEDEBAB}" destId="{3D495E80-883D-4F69-AABB-54EE1FADE385}" srcOrd="0" destOrd="0" presId="urn:microsoft.com/office/officeart/2008/layout/HorizontalMultiLevelHierarchy"/>
    <dgm:cxn modelId="{D5185BCC-AC10-41B8-B005-B1429543AD79}" type="presOf" srcId="{029E6AEA-2B54-4F05-88B8-A0EF0841DAD8}" destId="{96605B19-2A70-42A3-95D1-03F75BA210FA}" srcOrd="1" destOrd="0" presId="urn:microsoft.com/office/officeart/2008/layout/HorizontalMultiLevelHierarchy"/>
    <dgm:cxn modelId="{F49C21E4-611F-49FD-A540-7D7D7722A8A3}" srcId="{BCD6B3F3-790F-414A-8EF8-266DB4DFFB8A}" destId="{2EEB6D6B-3F7E-4CD5-9FE8-DD8966D0D559}" srcOrd="3" destOrd="0" parTransId="{029E6AEA-2B54-4F05-88B8-A0EF0841DAD8}" sibTransId="{894CFCDE-D0C1-4DBE-811C-B520745A8B60}"/>
    <dgm:cxn modelId="{ED7BB77F-AA9E-4D7D-ADF2-17027DFF1B8E}" type="presOf" srcId="{2EEB6D6B-3F7E-4CD5-9FE8-DD8966D0D559}" destId="{9FF40BD1-018B-400B-8EE4-B7EB315D1FDC}" srcOrd="0" destOrd="0" presId="urn:microsoft.com/office/officeart/2008/layout/HorizontalMultiLevelHierarchy"/>
    <dgm:cxn modelId="{2867789B-0CC2-4D85-B7E2-4E65F7C375F0}" type="presOf" srcId="{029E6AEA-2B54-4F05-88B8-A0EF0841DAD8}" destId="{C4AE9124-F570-4F26-A0EF-19CE57D9EA53}" srcOrd="0" destOrd="0" presId="urn:microsoft.com/office/officeart/2008/layout/HorizontalMultiLevelHierarchy"/>
    <dgm:cxn modelId="{13915F4B-D37B-4E84-B028-1B2DEBE81B48}" srcId="{BCD6B3F3-790F-414A-8EF8-266DB4DFFB8A}" destId="{47FAD59E-D2DF-4E0F-BE46-A65250C60A16}" srcOrd="0" destOrd="0" parTransId="{3DD1F9E6-36FA-4EEF-A3CB-FBBAA3950765}" sibTransId="{984108ED-AEBF-4940-A1BB-0B6822EF7609}"/>
    <dgm:cxn modelId="{83ADE85D-BADE-47B6-9F55-596C543ABCFA}" type="presOf" srcId="{FBAABBD9-DD60-44B3-83D2-7784E479F095}" destId="{06D8BA2A-2C95-43EF-827F-AFE0D6172B1B}" srcOrd="1" destOrd="0" presId="urn:microsoft.com/office/officeart/2008/layout/HorizontalMultiLevelHierarchy"/>
    <dgm:cxn modelId="{56B8D9C4-1F25-4039-AE53-6DC8F6AF54F3}" type="presOf" srcId="{1ADE5A63-6F73-4513-B91C-11E0F0631520}" destId="{FFF2DA4C-69F2-48FA-B3D3-4458904ACBE7}" srcOrd="0" destOrd="0" presId="urn:microsoft.com/office/officeart/2008/layout/HorizontalMultiLevelHierarchy"/>
    <dgm:cxn modelId="{D1C2D46E-9D0F-4DBE-A551-9A46802D7EC7}" type="presOf" srcId="{8045801E-02A9-451F-ABF2-94377A0EA08B}" destId="{845B5C23-6D93-454C-8BAB-0AAA7646C3E0}" srcOrd="0" destOrd="0" presId="urn:microsoft.com/office/officeart/2008/layout/HorizontalMultiLevelHierarchy"/>
    <dgm:cxn modelId="{C3C98AB4-CBA1-41D5-82A4-921E8644B142}" type="presParOf" srcId="{E782C801-2E1F-4222-BEE0-4CAEC82D87C0}" destId="{B50B082B-E95E-4EAA-832F-A1C3748BFCB4}" srcOrd="0" destOrd="0" presId="urn:microsoft.com/office/officeart/2008/layout/HorizontalMultiLevelHierarchy"/>
    <dgm:cxn modelId="{E3A45025-47A6-4357-835A-05FB2ADAE4F5}" type="presParOf" srcId="{B50B082B-E95E-4EAA-832F-A1C3748BFCB4}" destId="{73D1BB17-7627-40C2-8B55-C79EF743CA6B}" srcOrd="0" destOrd="0" presId="urn:microsoft.com/office/officeart/2008/layout/HorizontalMultiLevelHierarchy"/>
    <dgm:cxn modelId="{AACF7A91-8C7B-4521-A5C4-7BD9371C88F6}" type="presParOf" srcId="{B50B082B-E95E-4EAA-832F-A1C3748BFCB4}" destId="{5F3AEA2D-E387-458C-A8CA-7D1065B5D937}" srcOrd="1" destOrd="0" presId="urn:microsoft.com/office/officeart/2008/layout/HorizontalMultiLevelHierarchy"/>
    <dgm:cxn modelId="{529BE566-BA8A-4EF1-96C0-5DD4502F9CBA}" type="presParOf" srcId="{5F3AEA2D-E387-458C-A8CA-7D1065B5D937}" destId="{FFF2DA4C-69F2-48FA-B3D3-4458904ACBE7}" srcOrd="0" destOrd="0" presId="urn:microsoft.com/office/officeart/2008/layout/HorizontalMultiLevelHierarchy"/>
    <dgm:cxn modelId="{D173FFFB-2BF7-4FAA-BED0-A9FA8677E2E9}" type="presParOf" srcId="{FFF2DA4C-69F2-48FA-B3D3-4458904ACBE7}" destId="{FCA6B209-1E0A-4961-87FB-C1E74969CCB3}" srcOrd="0" destOrd="0" presId="urn:microsoft.com/office/officeart/2008/layout/HorizontalMultiLevelHierarchy"/>
    <dgm:cxn modelId="{E75682C7-6AF3-4DA0-B5E3-79DF8FC7FB07}" type="presParOf" srcId="{5F3AEA2D-E387-458C-A8CA-7D1065B5D937}" destId="{356841DB-3BE0-467E-9808-F94D6792CAA4}" srcOrd="1" destOrd="0" presId="urn:microsoft.com/office/officeart/2008/layout/HorizontalMultiLevelHierarchy"/>
    <dgm:cxn modelId="{46D2F754-0EFF-451A-B405-D246A93A777A}" type="presParOf" srcId="{356841DB-3BE0-467E-9808-F94D6792CAA4}" destId="{2BE0F11A-8894-420D-9AC1-96FB28A9EFAB}" srcOrd="0" destOrd="0" presId="urn:microsoft.com/office/officeart/2008/layout/HorizontalMultiLevelHierarchy"/>
    <dgm:cxn modelId="{D11ACD5D-3BB3-4989-B445-CDCEE24B13E4}" type="presParOf" srcId="{356841DB-3BE0-467E-9808-F94D6792CAA4}" destId="{CE778024-A6E1-4077-94D3-1246F665004D}" srcOrd="1" destOrd="0" presId="urn:microsoft.com/office/officeart/2008/layout/HorizontalMultiLevelHierarchy"/>
    <dgm:cxn modelId="{47F16427-F9EF-4229-B2CD-848D6E1B2A16}" type="presParOf" srcId="{CE778024-A6E1-4077-94D3-1246F665004D}" destId="{61A1C7DD-8FE1-4DB1-BB6A-2EA1011DB541}" srcOrd="0" destOrd="0" presId="urn:microsoft.com/office/officeart/2008/layout/HorizontalMultiLevelHierarchy"/>
    <dgm:cxn modelId="{598671D6-B341-4466-90B9-6616C8597ECB}" type="presParOf" srcId="{61A1C7DD-8FE1-4DB1-BB6A-2EA1011DB541}" destId="{CA19B76F-2F48-4ADD-B87D-3F124BAEEE15}" srcOrd="0" destOrd="0" presId="urn:microsoft.com/office/officeart/2008/layout/HorizontalMultiLevelHierarchy"/>
    <dgm:cxn modelId="{647669F2-E08E-472B-B9D9-155E86937223}" type="presParOf" srcId="{CE778024-A6E1-4077-94D3-1246F665004D}" destId="{D5E252E6-F388-4954-BC15-B236F8BF6E23}" srcOrd="1" destOrd="0" presId="urn:microsoft.com/office/officeart/2008/layout/HorizontalMultiLevelHierarchy"/>
    <dgm:cxn modelId="{33B812BA-D858-43FD-9FA9-104C7322365E}" type="presParOf" srcId="{D5E252E6-F388-4954-BC15-B236F8BF6E23}" destId="{255EBB94-55D3-402C-BDD2-DA46B062B217}" srcOrd="0" destOrd="0" presId="urn:microsoft.com/office/officeart/2008/layout/HorizontalMultiLevelHierarchy"/>
    <dgm:cxn modelId="{9EC8A146-32D9-4BE0-BD67-602D1FC22A2F}" type="presParOf" srcId="{D5E252E6-F388-4954-BC15-B236F8BF6E23}" destId="{F8E58971-F90B-4733-8BA8-924FF0D65288}" srcOrd="1" destOrd="0" presId="urn:microsoft.com/office/officeart/2008/layout/HorizontalMultiLevelHierarchy"/>
    <dgm:cxn modelId="{241A6C10-5A2E-4A99-8369-313338768709}" type="presParOf" srcId="{CE778024-A6E1-4077-94D3-1246F665004D}" destId="{44536D90-A1D6-47FD-9128-0EB13EAC0499}" srcOrd="2" destOrd="0" presId="urn:microsoft.com/office/officeart/2008/layout/HorizontalMultiLevelHierarchy"/>
    <dgm:cxn modelId="{7B20BB02-C285-4C86-A93D-D88C09AA6116}" type="presParOf" srcId="{44536D90-A1D6-47FD-9128-0EB13EAC0499}" destId="{527893FA-A7F2-4485-B389-CA79A7AA4FC7}" srcOrd="0" destOrd="0" presId="urn:microsoft.com/office/officeart/2008/layout/HorizontalMultiLevelHierarchy"/>
    <dgm:cxn modelId="{5A81D110-2431-4D67-A152-10657CFD9A8B}" type="presParOf" srcId="{CE778024-A6E1-4077-94D3-1246F665004D}" destId="{99573D4D-982C-435E-9CA9-A9E318424482}" srcOrd="3" destOrd="0" presId="urn:microsoft.com/office/officeart/2008/layout/HorizontalMultiLevelHierarchy"/>
    <dgm:cxn modelId="{FF688280-C67E-44BB-A1E8-994B4A26698F}" type="presParOf" srcId="{99573D4D-982C-435E-9CA9-A9E318424482}" destId="{E41DC724-9B2F-4C63-A8F0-06E03EF5EEE6}" srcOrd="0" destOrd="0" presId="urn:microsoft.com/office/officeart/2008/layout/HorizontalMultiLevelHierarchy"/>
    <dgm:cxn modelId="{D0E9B99D-94CB-4886-A704-CF4DFB887FC2}" type="presParOf" srcId="{99573D4D-982C-435E-9CA9-A9E318424482}" destId="{F66E6A0B-ED97-4292-8531-3161244EB0E0}" srcOrd="1" destOrd="0" presId="urn:microsoft.com/office/officeart/2008/layout/HorizontalMultiLevelHierarchy"/>
    <dgm:cxn modelId="{CD4B27B6-204D-4D1D-9988-20B18042278E}" type="presParOf" srcId="{CE778024-A6E1-4077-94D3-1246F665004D}" destId="{76661531-83EE-4012-9C42-57183D4B0000}" srcOrd="4" destOrd="0" presId="urn:microsoft.com/office/officeart/2008/layout/HorizontalMultiLevelHierarchy"/>
    <dgm:cxn modelId="{E0997CDE-6A0A-430E-AB49-D419164BD2BC}" type="presParOf" srcId="{76661531-83EE-4012-9C42-57183D4B0000}" destId="{5825F4D5-4FBC-4196-883B-F9144CDE9512}" srcOrd="0" destOrd="0" presId="urn:microsoft.com/office/officeart/2008/layout/HorizontalMultiLevelHierarchy"/>
    <dgm:cxn modelId="{BB8EABE3-27AB-40F0-9530-D225D41BAF9E}" type="presParOf" srcId="{CE778024-A6E1-4077-94D3-1246F665004D}" destId="{36799554-A1F8-4E35-B718-75FDB5A2BDFA}" srcOrd="5" destOrd="0" presId="urn:microsoft.com/office/officeart/2008/layout/HorizontalMultiLevelHierarchy"/>
    <dgm:cxn modelId="{278DD848-0272-41BA-8141-6795F2DF6F87}" type="presParOf" srcId="{36799554-A1F8-4E35-B718-75FDB5A2BDFA}" destId="{8CCA5189-37A2-4197-8E36-1E123B579346}" srcOrd="0" destOrd="0" presId="urn:microsoft.com/office/officeart/2008/layout/HorizontalMultiLevelHierarchy"/>
    <dgm:cxn modelId="{9168FD62-08B0-4EEB-85DB-AA91A4F7EEFB}" type="presParOf" srcId="{36799554-A1F8-4E35-B718-75FDB5A2BDFA}" destId="{2FBE4AC4-7E58-44B6-8750-DB3607E879F6}" srcOrd="1" destOrd="0" presId="urn:microsoft.com/office/officeart/2008/layout/HorizontalMultiLevelHierarchy"/>
    <dgm:cxn modelId="{E8E49FCA-8AF3-4FC9-A487-C1BB2686F63C}" type="presParOf" srcId="{CE778024-A6E1-4077-94D3-1246F665004D}" destId="{C4AE9124-F570-4F26-A0EF-19CE57D9EA53}" srcOrd="6" destOrd="0" presId="urn:microsoft.com/office/officeart/2008/layout/HorizontalMultiLevelHierarchy"/>
    <dgm:cxn modelId="{C34275C8-4689-48A6-9AD1-F12209781895}" type="presParOf" srcId="{C4AE9124-F570-4F26-A0EF-19CE57D9EA53}" destId="{96605B19-2A70-42A3-95D1-03F75BA210FA}" srcOrd="0" destOrd="0" presId="urn:microsoft.com/office/officeart/2008/layout/HorizontalMultiLevelHierarchy"/>
    <dgm:cxn modelId="{D89438B6-4722-40A8-AAF0-B4DE35F81267}" type="presParOf" srcId="{CE778024-A6E1-4077-94D3-1246F665004D}" destId="{F6CA6A1A-3F30-4068-9460-760DFCF5161A}" srcOrd="7" destOrd="0" presId="urn:microsoft.com/office/officeart/2008/layout/HorizontalMultiLevelHierarchy"/>
    <dgm:cxn modelId="{4835A565-F7DF-410C-AD83-6AB152127A18}" type="presParOf" srcId="{F6CA6A1A-3F30-4068-9460-760DFCF5161A}" destId="{9FF40BD1-018B-400B-8EE4-B7EB315D1FDC}" srcOrd="0" destOrd="0" presId="urn:microsoft.com/office/officeart/2008/layout/HorizontalMultiLevelHierarchy"/>
    <dgm:cxn modelId="{EE64240D-9C90-40F8-8105-9E6F885CA895}" type="presParOf" srcId="{F6CA6A1A-3F30-4068-9460-760DFCF5161A}" destId="{75C2B226-902F-499B-85B0-C200A8763E38}" srcOrd="1" destOrd="0" presId="urn:microsoft.com/office/officeart/2008/layout/HorizontalMultiLevelHierarchy"/>
    <dgm:cxn modelId="{C394EBE0-5711-45C4-94C7-BC3523163348}" type="presParOf" srcId="{CE778024-A6E1-4077-94D3-1246F665004D}" destId="{24C1E59E-8719-4CF7-9384-11EA74EBD0EC}" srcOrd="8" destOrd="0" presId="urn:microsoft.com/office/officeart/2008/layout/HorizontalMultiLevelHierarchy"/>
    <dgm:cxn modelId="{923B4C4A-D9E7-440B-A099-18EA74723380}" type="presParOf" srcId="{24C1E59E-8719-4CF7-9384-11EA74EBD0EC}" destId="{4539928F-BE56-41CC-8C9A-5B395BE7CE42}" srcOrd="0" destOrd="0" presId="urn:microsoft.com/office/officeart/2008/layout/HorizontalMultiLevelHierarchy"/>
    <dgm:cxn modelId="{5E9828F0-314C-4F8D-A903-6EE836E65A56}" type="presParOf" srcId="{CE778024-A6E1-4077-94D3-1246F665004D}" destId="{3BD800BB-7725-4E3B-A5C0-2692056A70FC}" srcOrd="9" destOrd="0" presId="urn:microsoft.com/office/officeart/2008/layout/HorizontalMultiLevelHierarchy"/>
    <dgm:cxn modelId="{EDDD5292-02DA-436B-AFD8-A722089F7378}" type="presParOf" srcId="{3BD800BB-7725-4E3B-A5C0-2692056A70FC}" destId="{85231DE1-DE14-4037-ABE7-95B35B502ED0}" srcOrd="0" destOrd="0" presId="urn:microsoft.com/office/officeart/2008/layout/HorizontalMultiLevelHierarchy"/>
    <dgm:cxn modelId="{E4A9034B-208D-473D-8A90-F75B0FB97E3E}" type="presParOf" srcId="{3BD800BB-7725-4E3B-A5C0-2692056A70FC}" destId="{0D9C0771-A9DF-4490-8E6A-E1E4F2928E9C}" srcOrd="1" destOrd="0" presId="urn:microsoft.com/office/officeart/2008/layout/HorizontalMultiLevelHierarchy"/>
    <dgm:cxn modelId="{E97D1190-7A12-4B51-A870-F00051F45753}" type="presParOf" srcId="{CE778024-A6E1-4077-94D3-1246F665004D}" destId="{D4B9C6F1-7F11-4E16-A891-D1A32F060CFC}" srcOrd="10" destOrd="0" presId="urn:microsoft.com/office/officeart/2008/layout/HorizontalMultiLevelHierarchy"/>
    <dgm:cxn modelId="{7442FA15-E8E6-4D15-AE07-A75AB035EE44}" type="presParOf" srcId="{D4B9C6F1-7F11-4E16-A891-D1A32F060CFC}" destId="{6D32A4E3-E883-448E-A30A-EA29E4F4E8D5}" srcOrd="0" destOrd="0" presId="urn:microsoft.com/office/officeart/2008/layout/HorizontalMultiLevelHierarchy"/>
    <dgm:cxn modelId="{46000529-4BB2-4370-A004-A1A583EF34FF}" type="presParOf" srcId="{CE778024-A6E1-4077-94D3-1246F665004D}" destId="{EC5D8F90-072E-4C6E-89CA-06B3994D72B9}" srcOrd="11" destOrd="0" presId="urn:microsoft.com/office/officeart/2008/layout/HorizontalMultiLevelHierarchy"/>
    <dgm:cxn modelId="{CCB38F1A-AC14-416B-86F2-4ECF3484D7C9}" type="presParOf" srcId="{EC5D8F90-072E-4C6E-89CA-06B3994D72B9}" destId="{4AD90EA0-EA23-4761-BB14-04D3569243E4}" srcOrd="0" destOrd="0" presId="urn:microsoft.com/office/officeart/2008/layout/HorizontalMultiLevelHierarchy"/>
    <dgm:cxn modelId="{425ADC18-7F5C-45B3-9D06-0BFF1445ABA4}" type="presParOf" srcId="{EC5D8F90-072E-4C6E-89CA-06B3994D72B9}" destId="{8A506985-688D-4B49-A199-0AE213538218}" srcOrd="1" destOrd="0" presId="urn:microsoft.com/office/officeart/2008/layout/HorizontalMultiLevelHierarchy"/>
    <dgm:cxn modelId="{7629EEE4-23C4-401D-BC2C-A1996E65B488}" type="presParOf" srcId="{5F3AEA2D-E387-458C-A8CA-7D1065B5D937}" destId="{45FF3274-C026-4081-A556-4C9B4EC500FB}" srcOrd="2" destOrd="0" presId="urn:microsoft.com/office/officeart/2008/layout/HorizontalMultiLevelHierarchy"/>
    <dgm:cxn modelId="{237DD990-B7E2-4FA8-84BB-C833D2525F0F}" type="presParOf" srcId="{45FF3274-C026-4081-A556-4C9B4EC500FB}" destId="{3038188F-8644-4640-A454-705F39D6C320}" srcOrd="0" destOrd="0" presId="urn:microsoft.com/office/officeart/2008/layout/HorizontalMultiLevelHierarchy"/>
    <dgm:cxn modelId="{0BB5374A-C6A3-4FFC-98C6-97C661707A16}" type="presParOf" srcId="{5F3AEA2D-E387-458C-A8CA-7D1065B5D937}" destId="{0C4551E5-CDD1-4828-83BF-5D96FAAAF6F0}" srcOrd="3" destOrd="0" presId="urn:microsoft.com/office/officeart/2008/layout/HorizontalMultiLevelHierarchy"/>
    <dgm:cxn modelId="{1415FDB0-BA22-41FF-85BF-CE62563778A9}" type="presParOf" srcId="{0C4551E5-CDD1-4828-83BF-5D96FAAAF6F0}" destId="{845B5C23-6D93-454C-8BAB-0AAA7646C3E0}" srcOrd="0" destOrd="0" presId="urn:microsoft.com/office/officeart/2008/layout/HorizontalMultiLevelHierarchy"/>
    <dgm:cxn modelId="{030A5188-43F9-47C7-AD3C-45365A946091}" type="presParOf" srcId="{0C4551E5-CDD1-4828-83BF-5D96FAAAF6F0}" destId="{83FFC18D-E750-4242-9224-D3FEBE9A88E6}" srcOrd="1" destOrd="0" presId="urn:microsoft.com/office/officeart/2008/layout/HorizontalMultiLevelHierarchy"/>
    <dgm:cxn modelId="{3625C8C8-B628-4693-8B4F-7A58C6B5E768}" type="presParOf" srcId="{83FFC18D-E750-4242-9224-D3FEBE9A88E6}" destId="{1BC5FE9F-CAD9-49D7-8A0E-1BC47CAEC20F}" srcOrd="0" destOrd="0" presId="urn:microsoft.com/office/officeart/2008/layout/HorizontalMultiLevelHierarchy"/>
    <dgm:cxn modelId="{AC77FDF1-CC33-4230-968A-C47B5AFE02AF}" type="presParOf" srcId="{1BC5FE9F-CAD9-49D7-8A0E-1BC47CAEC20F}" destId="{CC988078-5451-4516-BB7B-725C179F3FE2}" srcOrd="0" destOrd="0" presId="urn:microsoft.com/office/officeart/2008/layout/HorizontalMultiLevelHierarchy"/>
    <dgm:cxn modelId="{535045C6-6728-4D80-BC1B-C5E97EEB863C}" type="presParOf" srcId="{83FFC18D-E750-4242-9224-D3FEBE9A88E6}" destId="{EDC4FCBF-57C7-4EA4-B2B6-5519FF233706}" srcOrd="1" destOrd="0" presId="urn:microsoft.com/office/officeart/2008/layout/HorizontalMultiLevelHierarchy"/>
    <dgm:cxn modelId="{3202D2BA-4D46-4CA0-A9F7-BC7D8D4FA560}" type="presParOf" srcId="{EDC4FCBF-57C7-4EA4-B2B6-5519FF233706}" destId="{3D495E80-883D-4F69-AABB-54EE1FADE385}" srcOrd="0" destOrd="0" presId="urn:microsoft.com/office/officeart/2008/layout/HorizontalMultiLevelHierarchy"/>
    <dgm:cxn modelId="{3344F084-6CA4-4761-A623-35A54E798CC5}" type="presParOf" srcId="{EDC4FCBF-57C7-4EA4-B2B6-5519FF233706}" destId="{3B66AED6-CA79-4E8B-B42C-75BE46ED5E5F}" srcOrd="1" destOrd="0" presId="urn:microsoft.com/office/officeart/2008/layout/HorizontalMultiLevelHierarchy"/>
    <dgm:cxn modelId="{A93795B7-7EEF-46B9-AD88-6B2164093E34}" type="presParOf" srcId="{83FFC18D-E750-4242-9224-D3FEBE9A88E6}" destId="{1BAFC2D2-B782-454D-9425-F6CB628685EC}" srcOrd="2" destOrd="0" presId="urn:microsoft.com/office/officeart/2008/layout/HorizontalMultiLevelHierarchy"/>
    <dgm:cxn modelId="{359914B1-EF8D-4D13-BE4F-5F5CF777010C}" type="presParOf" srcId="{1BAFC2D2-B782-454D-9425-F6CB628685EC}" destId="{B2444945-FC00-4810-A7ED-0A923612F8A5}" srcOrd="0" destOrd="0" presId="urn:microsoft.com/office/officeart/2008/layout/HorizontalMultiLevelHierarchy"/>
    <dgm:cxn modelId="{858D90B4-2337-4B57-9265-FC8BFF6AF56C}" type="presParOf" srcId="{83FFC18D-E750-4242-9224-D3FEBE9A88E6}" destId="{6063658C-995E-40F8-B519-49DA8DE050A5}" srcOrd="3" destOrd="0" presId="urn:microsoft.com/office/officeart/2008/layout/HorizontalMultiLevelHierarchy"/>
    <dgm:cxn modelId="{5613CC73-0297-421F-BFA9-20DB36D8316C}" type="presParOf" srcId="{6063658C-995E-40F8-B519-49DA8DE050A5}" destId="{B2ED4302-F004-4AF2-BAC9-316BC277EE4B}" srcOrd="0" destOrd="0" presId="urn:microsoft.com/office/officeart/2008/layout/HorizontalMultiLevelHierarchy"/>
    <dgm:cxn modelId="{BE1987C3-D7AA-4E92-BC72-935D6B3EDC21}" type="presParOf" srcId="{6063658C-995E-40F8-B519-49DA8DE050A5}" destId="{536BA018-11E4-4B14-9937-699BAC84DCEB}" srcOrd="1" destOrd="0" presId="urn:microsoft.com/office/officeart/2008/layout/HorizontalMultiLevelHierarchy"/>
    <dgm:cxn modelId="{B2476BCE-5BC0-4BDF-B831-87DF3078AFC2}" type="presParOf" srcId="{83FFC18D-E750-4242-9224-D3FEBE9A88E6}" destId="{9F690762-C182-4DC3-AD06-383F76591EC8}" srcOrd="4" destOrd="0" presId="urn:microsoft.com/office/officeart/2008/layout/HorizontalMultiLevelHierarchy"/>
    <dgm:cxn modelId="{D5ED0EC8-BC35-4B0C-96C8-105937A021E3}" type="presParOf" srcId="{9F690762-C182-4DC3-AD06-383F76591EC8}" destId="{37E3BC31-0A5D-4C2B-B3B2-1112577EBDD8}" srcOrd="0" destOrd="0" presId="urn:microsoft.com/office/officeart/2008/layout/HorizontalMultiLevelHierarchy"/>
    <dgm:cxn modelId="{E3B01D66-3914-41DD-B81D-D11F041B56BF}" type="presParOf" srcId="{83FFC18D-E750-4242-9224-D3FEBE9A88E6}" destId="{582752FE-D8A2-4F02-91CE-6F92CCDC775E}" srcOrd="5" destOrd="0" presId="urn:microsoft.com/office/officeart/2008/layout/HorizontalMultiLevelHierarchy"/>
    <dgm:cxn modelId="{C7136048-A6DD-4D1E-8857-0CE10099A6F5}" type="presParOf" srcId="{582752FE-D8A2-4F02-91CE-6F92CCDC775E}" destId="{EDE0952C-D4C3-4A79-A1D9-3BEB29BBAA68}" srcOrd="0" destOrd="0" presId="urn:microsoft.com/office/officeart/2008/layout/HorizontalMultiLevelHierarchy"/>
    <dgm:cxn modelId="{133CA523-3E6B-43C2-9A39-9DC8910C3915}" type="presParOf" srcId="{582752FE-D8A2-4F02-91CE-6F92CCDC775E}" destId="{3F988408-7500-4FA8-AB08-230435F82F75}" srcOrd="1" destOrd="0" presId="urn:microsoft.com/office/officeart/2008/layout/HorizontalMultiLevelHierarchy"/>
    <dgm:cxn modelId="{282F07FF-79C1-47EE-87F7-83BF5F88D8F9}" type="presParOf" srcId="{83FFC18D-E750-4242-9224-D3FEBE9A88E6}" destId="{79720021-72B0-4B3D-BEA4-1EAEF5BA347C}" srcOrd="6" destOrd="0" presId="urn:microsoft.com/office/officeart/2008/layout/HorizontalMultiLevelHierarchy"/>
    <dgm:cxn modelId="{9C58BAE6-953B-4BB3-A241-FAB4735ACBC2}" type="presParOf" srcId="{79720021-72B0-4B3D-BEA4-1EAEF5BA347C}" destId="{EB535CA1-1509-4F50-8D1E-F6BCC774326B}" srcOrd="0" destOrd="0" presId="urn:microsoft.com/office/officeart/2008/layout/HorizontalMultiLevelHierarchy"/>
    <dgm:cxn modelId="{3FDCB0C0-2137-442C-B5BD-1BBCF7687D7F}" type="presParOf" srcId="{83FFC18D-E750-4242-9224-D3FEBE9A88E6}" destId="{1F0D680B-0D66-42CD-9FCA-A9BF4E7D3112}" srcOrd="7" destOrd="0" presId="urn:microsoft.com/office/officeart/2008/layout/HorizontalMultiLevelHierarchy"/>
    <dgm:cxn modelId="{8B5134C9-FDDC-43BF-ABEB-D1B9CD152D6F}" type="presParOf" srcId="{1F0D680B-0D66-42CD-9FCA-A9BF4E7D3112}" destId="{04A229AF-2798-40A3-9665-E75EF6BBFAB3}" srcOrd="0" destOrd="0" presId="urn:microsoft.com/office/officeart/2008/layout/HorizontalMultiLevelHierarchy"/>
    <dgm:cxn modelId="{D5397C2B-47A7-4A09-8B04-DCEBAC04D141}" type="presParOf" srcId="{1F0D680B-0D66-42CD-9FCA-A9BF4E7D3112}" destId="{4AFBC2B0-B887-4B1D-B5D3-303834D71AFE}" srcOrd="1" destOrd="0" presId="urn:microsoft.com/office/officeart/2008/layout/HorizontalMultiLevelHierarchy"/>
    <dgm:cxn modelId="{A55534DF-0DA9-491C-8B7B-A6F30C730D04}" type="presParOf" srcId="{83FFC18D-E750-4242-9224-D3FEBE9A88E6}" destId="{D715C94C-87A2-4498-BEB9-7E72C23674BD}" srcOrd="8" destOrd="0" presId="urn:microsoft.com/office/officeart/2008/layout/HorizontalMultiLevelHierarchy"/>
    <dgm:cxn modelId="{4B42D570-6932-49F6-9E10-36B0CA0C0BFD}" type="presParOf" srcId="{D715C94C-87A2-4498-BEB9-7E72C23674BD}" destId="{06D8BA2A-2C95-43EF-827F-AFE0D6172B1B}" srcOrd="0" destOrd="0" presId="urn:microsoft.com/office/officeart/2008/layout/HorizontalMultiLevelHierarchy"/>
    <dgm:cxn modelId="{61EAD121-C669-442A-BCC5-42797139E996}" type="presParOf" srcId="{83FFC18D-E750-4242-9224-D3FEBE9A88E6}" destId="{F6D760B8-D638-4EFD-8E09-8425D672EFDE}" srcOrd="9" destOrd="0" presId="urn:microsoft.com/office/officeart/2008/layout/HorizontalMultiLevelHierarchy"/>
    <dgm:cxn modelId="{AE77BC72-258F-4DB1-8CEC-F5F4ABFEE623}" type="presParOf" srcId="{F6D760B8-D638-4EFD-8E09-8425D672EFDE}" destId="{CC76E36C-A176-4056-8DD6-D4D5CF579AF5}" srcOrd="0" destOrd="0" presId="urn:microsoft.com/office/officeart/2008/layout/HorizontalMultiLevelHierarchy"/>
    <dgm:cxn modelId="{426A45A8-6D13-4211-93CD-51C40A49C1BE}" type="presParOf" srcId="{F6D760B8-D638-4EFD-8E09-8425D672EFDE}" destId="{A04D2B2B-0B09-41E3-BB75-DBA81DBC8DCF}"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F5211D1-6B78-436C-876C-B89E7150F64E}" type="doc">
      <dgm:prSet loTypeId="urn:microsoft.com/office/officeart/2009/3/layout/HorizontalOrganizationChart" loCatId="hierarchy" qsTypeId="urn:microsoft.com/office/officeart/2005/8/quickstyle/simple1" qsCatId="simple" csTypeId="urn:microsoft.com/office/officeart/2005/8/colors/colorful5" csCatId="colorful" phldr="1"/>
      <dgm:spPr/>
      <dgm:t>
        <a:bodyPr/>
        <a:lstStyle/>
        <a:p>
          <a:endParaRPr lang="en-US"/>
        </a:p>
      </dgm:t>
    </dgm:pt>
    <dgm:pt modelId="{300EC9B0-18AB-4924-BFCB-87E999ECA181}">
      <dgm:prSet phldrT="[Text]" custT="1"/>
      <dgm:spPr>
        <a:solidFill>
          <a:srgbClr val="F79646"/>
        </a:solidFill>
      </dgm:spPr>
      <dgm:t>
        <a:bodyPr/>
        <a:lstStyle/>
        <a:p>
          <a:r>
            <a:rPr lang="en-MY" sz="2400" dirty="0">
              <a:solidFill>
                <a:sysClr val="windowText" lastClr="000000"/>
              </a:solidFill>
            </a:rPr>
            <a:t>Completeness</a:t>
          </a:r>
          <a:endParaRPr lang="en-US" sz="2400" dirty="0">
            <a:solidFill>
              <a:sysClr val="windowText" lastClr="000000"/>
            </a:solidFill>
          </a:endParaRPr>
        </a:p>
      </dgm:t>
    </dgm:pt>
    <dgm:pt modelId="{376C5B4A-42DD-4229-8966-28E020B8DBCF}">
      <dgm:prSet phldrT="[Text]" custT="1"/>
      <dgm:spPr>
        <a:solidFill>
          <a:srgbClr val="C00000"/>
        </a:solidFill>
      </dgm:spPr>
      <dgm:t>
        <a:bodyPr/>
        <a:lstStyle/>
        <a:p>
          <a:r>
            <a:rPr lang="en-US" sz="2400" dirty="0"/>
            <a:t>Evaluation Criteria</a:t>
          </a:r>
        </a:p>
      </dgm:t>
    </dgm:pt>
    <dgm:pt modelId="{D6FF1EFC-9E07-4906-9E52-FBB48FED96D5}" type="sibTrans" cxnId="{67B50D7E-AF01-44D6-A218-A98C168FFD4C}">
      <dgm:prSet/>
      <dgm:spPr/>
      <dgm:t>
        <a:bodyPr/>
        <a:lstStyle/>
        <a:p>
          <a:endParaRPr lang="en-US"/>
        </a:p>
      </dgm:t>
    </dgm:pt>
    <dgm:pt modelId="{C19919BC-48FE-45B4-94C9-EA3394B160E0}" type="parTrans" cxnId="{67B50D7E-AF01-44D6-A218-A98C168FFD4C}">
      <dgm:prSet/>
      <dgm:spPr/>
      <dgm:t>
        <a:bodyPr/>
        <a:lstStyle/>
        <a:p>
          <a:endParaRPr lang="en-US"/>
        </a:p>
      </dgm:t>
    </dgm:pt>
    <dgm:pt modelId="{29254D05-F1CB-4CB2-B6E4-30DA8737CFF4}" type="sibTrans" cxnId="{5D5689A3-3598-40BC-8B7E-4E937CC54F2A}">
      <dgm:prSet/>
      <dgm:spPr/>
      <dgm:t>
        <a:bodyPr/>
        <a:lstStyle/>
        <a:p>
          <a:endParaRPr lang="en-US"/>
        </a:p>
      </dgm:t>
    </dgm:pt>
    <dgm:pt modelId="{D418DF3F-304C-419E-A6C9-DACDE4672C54}" type="parTrans" cxnId="{5D5689A3-3598-40BC-8B7E-4E937CC54F2A}">
      <dgm:prSet/>
      <dgm:spPr>
        <a:ln w="57150">
          <a:solidFill>
            <a:srgbClr val="F79646"/>
          </a:solidFill>
        </a:ln>
      </dgm:spPr>
      <dgm:t>
        <a:bodyPr/>
        <a:lstStyle/>
        <a:p>
          <a:endParaRPr lang="en-US"/>
        </a:p>
      </dgm:t>
    </dgm:pt>
    <dgm:pt modelId="{C6F0EDE7-FDD6-405A-A0D2-EE5547CA16A9}">
      <dgm:prSet custT="1"/>
      <dgm:spPr>
        <a:solidFill>
          <a:srgbClr val="F79646"/>
        </a:solidFill>
      </dgm:spPr>
      <dgm:t>
        <a:bodyPr/>
        <a:lstStyle/>
        <a:p>
          <a:r>
            <a:rPr lang="en-MY" sz="2400" dirty="0">
              <a:solidFill>
                <a:sysClr val="windowText" lastClr="000000"/>
              </a:solidFill>
            </a:rPr>
            <a:t>Time complexity</a:t>
          </a:r>
        </a:p>
      </dgm:t>
    </dgm:pt>
    <dgm:pt modelId="{4E76E0C3-36FD-4E18-B980-BF28008FF729}" type="parTrans" cxnId="{407E0EB2-6B30-4D7E-BEA7-6B04D1527BCB}">
      <dgm:prSet/>
      <dgm:spPr/>
      <dgm:t>
        <a:bodyPr/>
        <a:lstStyle/>
        <a:p>
          <a:endParaRPr lang="en-MY"/>
        </a:p>
      </dgm:t>
    </dgm:pt>
    <dgm:pt modelId="{41553CBC-887B-446F-B67B-3F0EAE7E191F}" type="sibTrans" cxnId="{407E0EB2-6B30-4D7E-BEA7-6B04D1527BCB}">
      <dgm:prSet/>
      <dgm:spPr/>
      <dgm:t>
        <a:bodyPr/>
        <a:lstStyle/>
        <a:p>
          <a:endParaRPr lang="en-MY"/>
        </a:p>
      </dgm:t>
    </dgm:pt>
    <dgm:pt modelId="{A160FF9D-C173-417A-969B-8107BB309BF1}">
      <dgm:prSet custT="1"/>
      <dgm:spPr>
        <a:solidFill>
          <a:srgbClr val="F79646"/>
        </a:solidFill>
      </dgm:spPr>
      <dgm:t>
        <a:bodyPr/>
        <a:lstStyle/>
        <a:p>
          <a:r>
            <a:rPr lang="en-MY" sz="2400" dirty="0">
              <a:solidFill>
                <a:sysClr val="windowText" lastClr="000000"/>
              </a:solidFill>
            </a:rPr>
            <a:t>Space complexity</a:t>
          </a:r>
        </a:p>
      </dgm:t>
    </dgm:pt>
    <dgm:pt modelId="{8A046046-3AE9-4504-96E3-1400C8CFAF01}" type="parTrans" cxnId="{583F7CED-066C-4501-9B0D-DCB37ADFB945}">
      <dgm:prSet/>
      <dgm:spPr>
        <a:ln w="38100">
          <a:solidFill>
            <a:srgbClr val="F79646"/>
          </a:solidFill>
        </a:ln>
      </dgm:spPr>
      <dgm:t>
        <a:bodyPr/>
        <a:lstStyle/>
        <a:p>
          <a:endParaRPr lang="en-MY"/>
        </a:p>
      </dgm:t>
    </dgm:pt>
    <dgm:pt modelId="{210C9F72-AC58-401D-9424-2793EEBBA985}" type="sibTrans" cxnId="{583F7CED-066C-4501-9B0D-DCB37ADFB945}">
      <dgm:prSet/>
      <dgm:spPr/>
      <dgm:t>
        <a:bodyPr/>
        <a:lstStyle/>
        <a:p>
          <a:endParaRPr lang="en-MY"/>
        </a:p>
      </dgm:t>
    </dgm:pt>
    <dgm:pt modelId="{3AA749BA-15A6-4FF3-81F9-E32C9D5414C6}">
      <dgm:prSet custT="1"/>
      <dgm:spPr>
        <a:solidFill>
          <a:srgbClr val="F79646"/>
        </a:solidFill>
      </dgm:spPr>
      <dgm:t>
        <a:bodyPr/>
        <a:lstStyle/>
        <a:p>
          <a:r>
            <a:rPr lang="en-MY" sz="2400" dirty="0">
              <a:solidFill>
                <a:sysClr val="windowText" lastClr="000000"/>
              </a:solidFill>
            </a:rPr>
            <a:t>Optimality</a:t>
          </a:r>
        </a:p>
      </dgm:t>
    </dgm:pt>
    <dgm:pt modelId="{C11D7DB3-DBB3-456F-A7CB-EA5A0EF05AF5}" type="parTrans" cxnId="{7F1D629D-6436-4055-9C6D-47368A778CB7}">
      <dgm:prSet/>
      <dgm:spPr>
        <a:ln w="57150">
          <a:solidFill>
            <a:srgbClr val="F79646"/>
          </a:solidFill>
        </a:ln>
      </dgm:spPr>
      <dgm:t>
        <a:bodyPr/>
        <a:lstStyle/>
        <a:p>
          <a:endParaRPr lang="en-MY"/>
        </a:p>
      </dgm:t>
    </dgm:pt>
    <dgm:pt modelId="{952D7CA8-63A2-4131-8678-08C54B3F60FE}" type="sibTrans" cxnId="{7F1D629D-6436-4055-9C6D-47368A778CB7}">
      <dgm:prSet/>
      <dgm:spPr/>
      <dgm:t>
        <a:bodyPr/>
        <a:lstStyle/>
        <a:p>
          <a:endParaRPr lang="en-MY"/>
        </a:p>
      </dgm:t>
    </dgm:pt>
    <dgm:pt modelId="{3C89AC69-466B-4B71-BC3D-BD02F0FBF30A}">
      <dgm:prSet custT="1"/>
      <dgm:spPr>
        <a:solidFill>
          <a:srgbClr val="0070C0"/>
        </a:solidFill>
      </dgm:spPr>
      <dgm:t>
        <a:bodyPr/>
        <a:lstStyle/>
        <a:p>
          <a:r>
            <a:rPr lang="en-MY" sz="2400" dirty="0"/>
            <a:t>Search cost</a:t>
          </a:r>
        </a:p>
      </dgm:t>
    </dgm:pt>
    <dgm:pt modelId="{D4294736-884E-481F-AC56-4875934441F9}" type="parTrans" cxnId="{2D9FAA26-D877-493F-AC99-63581F14E95F}">
      <dgm:prSet/>
      <dgm:spPr>
        <a:ln w="57150">
          <a:solidFill>
            <a:srgbClr val="0070C0"/>
          </a:solidFill>
        </a:ln>
      </dgm:spPr>
      <dgm:t>
        <a:bodyPr/>
        <a:lstStyle/>
        <a:p>
          <a:endParaRPr lang="en-MY"/>
        </a:p>
      </dgm:t>
    </dgm:pt>
    <dgm:pt modelId="{D1801390-EB77-4555-8299-D1A9D3F07CD1}" type="sibTrans" cxnId="{2D9FAA26-D877-493F-AC99-63581F14E95F}">
      <dgm:prSet/>
      <dgm:spPr/>
      <dgm:t>
        <a:bodyPr/>
        <a:lstStyle/>
        <a:p>
          <a:endParaRPr lang="en-MY"/>
        </a:p>
      </dgm:t>
    </dgm:pt>
    <dgm:pt modelId="{7F147B98-980D-437B-9C7D-1BA08F6C01B9}">
      <dgm:prSet custT="1"/>
      <dgm:spPr>
        <a:solidFill>
          <a:srgbClr val="0070C0"/>
        </a:solidFill>
      </dgm:spPr>
      <dgm:t>
        <a:bodyPr/>
        <a:lstStyle/>
        <a:p>
          <a:r>
            <a:rPr lang="en-MY" sz="2400" dirty="0"/>
            <a:t> Path cost</a:t>
          </a:r>
        </a:p>
      </dgm:t>
    </dgm:pt>
    <dgm:pt modelId="{66CF50CA-661B-4C39-A9A4-8AD9A30908BB}" type="parTrans" cxnId="{51516D84-6D44-44FD-813C-3EF187CF6DFE}">
      <dgm:prSet/>
      <dgm:spPr>
        <a:ln w="57150">
          <a:solidFill>
            <a:srgbClr val="0070C0"/>
          </a:solidFill>
        </a:ln>
      </dgm:spPr>
      <dgm:t>
        <a:bodyPr/>
        <a:lstStyle/>
        <a:p>
          <a:endParaRPr lang="en-MY"/>
        </a:p>
      </dgm:t>
    </dgm:pt>
    <dgm:pt modelId="{B667C12B-1107-4329-A8A6-A3B357D1F761}" type="sibTrans" cxnId="{51516D84-6D44-44FD-813C-3EF187CF6DFE}">
      <dgm:prSet/>
      <dgm:spPr/>
      <dgm:t>
        <a:bodyPr/>
        <a:lstStyle/>
        <a:p>
          <a:endParaRPr lang="en-MY"/>
        </a:p>
      </dgm:t>
    </dgm:pt>
    <dgm:pt modelId="{521A8328-5FD0-4D5A-A95B-C6BEE6414E87}" type="pres">
      <dgm:prSet presAssocID="{8F5211D1-6B78-436C-876C-B89E7150F64E}" presName="hierChild1" presStyleCnt="0">
        <dgm:presLayoutVars>
          <dgm:orgChart val="1"/>
          <dgm:chPref val="1"/>
          <dgm:dir/>
          <dgm:animOne val="branch"/>
          <dgm:animLvl val="lvl"/>
          <dgm:resizeHandles/>
        </dgm:presLayoutVars>
      </dgm:prSet>
      <dgm:spPr/>
      <dgm:t>
        <a:bodyPr/>
        <a:lstStyle/>
        <a:p>
          <a:endParaRPr lang="en-MY"/>
        </a:p>
      </dgm:t>
    </dgm:pt>
    <dgm:pt modelId="{B97B80CF-725C-4DC7-A821-D1CA3F0B0AFA}" type="pres">
      <dgm:prSet presAssocID="{376C5B4A-42DD-4229-8966-28E020B8DBCF}" presName="hierRoot1" presStyleCnt="0">
        <dgm:presLayoutVars>
          <dgm:hierBranch val="init"/>
        </dgm:presLayoutVars>
      </dgm:prSet>
      <dgm:spPr/>
    </dgm:pt>
    <dgm:pt modelId="{C615FD8C-0425-415D-9C36-4624C27FACF2}" type="pres">
      <dgm:prSet presAssocID="{376C5B4A-42DD-4229-8966-28E020B8DBCF}" presName="rootComposite1" presStyleCnt="0"/>
      <dgm:spPr/>
    </dgm:pt>
    <dgm:pt modelId="{38231560-EFCD-4C0D-ABE3-058C9AA695EE}" type="pres">
      <dgm:prSet presAssocID="{376C5B4A-42DD-4229-8966-28E020B8DBCF}" presName="rootText1" presStyleLbl="node0" presStyleIdx="0" presStyleCnt="1">
        <dgm:presLayoutVars>
          <dgm:chPref val="3"/>
        </dgm:presLayoutVars>
      </dgm:prSet>
      <dgm:spPr/>
      <dgm:t>
        <a:bodyPr/>
        <a:lstStyle/>
        <a:p>
          <a:endParaRPr lang="en-MY"/>
        </a:p>
      </dgm:t>
    </dgm:pt>
    <dgm:pt modelId="{86812337-51B5-4F8B-9C54-47CC48245C88}" type="pres">
      <dgm:prSet presAssocID="{376C5B4A-42DD-4229-8966-28E020B8DBCF}" presName="rootConnector1" presStyleLbl="node1" presStyleIdx="0" presStyleCnt="0"/>
      <dgm:spPr/>
      <dgm:t>
        <a:bodyPr/>
        <a:lstStyle/>
        <a:p>
          <a:endParaRPr lang="en-MY"/>
        </a:p>
      </dgm:t>
    </dgm:pt>
    <dgm:pt modelId="{E06A4BB2-09D5-446A-9ED0-6F4AE6290B76}" type="pres">
      <dgm:prSet presAssocID="{376C5B4A-42DD-4229-8966-28E020B8DBCF}" presName="hierChild2" presStyleCnt="0"/>
      <dgm:spPr/>
    </dgm:pt>
    <dgm:pt modelId="{CD796FF9-67A5-4C9E-8809-2F4737F2C151}" type="pres">
      <dgm:prSet presAssocID="{D418DF3F-304C-419E-A6C9-DACDE4672C54}" presName="Name64" presStyleLbl="parChTrans1D2" presStyleIdx="0" presStyleCnt="4"/>
      <dgm:spPr/>
      <dgm:t>
        <a:bodyPr/>
        <a:lstStyle/>
        <a:p>
          <a:endParaRPr lang="en-MY"/>
        </a:p>
      </dgm:t>
    </dgm:pt>
    <dgm:pt modelId="{1E8F2866-DF53-4DC8-A33A-84E63016A489}" type="pres">
      <dgm:prSet presAssocID="{300EC9B0-18AB-4924-BFCB-87E999ECA181}" presName="hierRoot2" presStyleCnt="0">
        <dgm:presLayoutVars>
          <dgm:hierBranch val="init"/>
        </dgm:presLayoutVars>
      </dgm:prSet>
      <dgm:spPr/>
    </dgm:pt>
    <dgm:pt modelId="{BD973B5B-1F95-4A1F-9CE1-077DDAA4CE3E}" type="pres">
      <dgm:prSet presAssocID="{300EC9B0-18AB-4924-BFCB-87E999ECA181}" presName="rootComposite" presStyleCnt="0"/>
      <dgm:spPr/>
    </dgm:pt>
    <dgm:pt modelId="{36016008-471D-4A4F-8EEF-47A592F73406}" type="pres">
      <dgm:prSet presAssocID="{300EC9B0-18AB-4924-BFCB-87E999ECA181}" presName="rootText" presStyleLbl="node2" presStyleIdx="0" presStyleCnt="4">
        <dgm:presLayoutVars>
          <dgm:chPref val="3"/>
        </dgm:presLayoutVars>
      </dgm:prSet>
      <dgm:spPr/>
      <dgm:t>
        <a:bodyPr/>
        <a:lstStyle/>
        <a:p>
          <a:endParaRPr lang="en-MY"/>
        </a:p>
      </dgm:t>
    </dgm:pt>
    <dgm:pt modelId="{4C5D2C08-7747-4A36-A5A5-EE0CE74A2D2C}" type="pres">
      <dgm:prSet presAssocID="{300EC9B0-18AB-4924-BFCB-87E999ECA181}" presName="rootConnector" presStyleLbl="node2" presStyleIdx="0" presStyleCnt="4"/>
      <dgm:spPr/>
      <dgm:t>
        <a:bodyPr/>
        <a:lstStyle/>
        <a:p>
          <a:endParaRPr lang="en-MY"/>
        </a:p>
      </dgm:t>
    </dgm:pt>
    <dgm:pt modelId="{01752C3F-35D7-4641-A59A-C39D2465414D}" type="pres">
      <dgm:prSet presAssocID="{300EC9B0-18AB-4924-BFCB-87E999ECA181}" presName="hierChild4" presStyleCnt="0"/>
      <dgm:spPr/>
    </dgm:pt>
    <dgm:pt modelId="{50DD15FB-6821-4177-B570-998D10C75966}" type="pres">
      <dgm:prSet presAssocID="{300EC9B0-18AB-4924-BFCB-87E999ECA181}" presName="hierChild5" presStyleCnt="0"/>
      <dgm:spPr/>
    </dgm:pt>
    <dgm:pt modelId="{3641FDC2-1961-4E2C-9C42-27761B1B4BAB}" type="pres">
      <dgm:prSet presAssocID="{4E76E0C3-36FD-4E18-B980-BF28008FF729}" presName="Name64" presStyleLbl="parChTrans1D2" presStyleIdx="1" presStyleCnt="4"/>
      <dgm:spPr/>
      <dgm:t>
        <a:bodyPr/>
        <a:lstStyle/>
        <a:p>
          <a:endParaRPr lang="en-MY"/>
        </a:p>
      </dgm:t>
    </dgm:pt>
    <dgm:pt modelId="{8650BCFA-ECCE-4FDB-945D-2CF4F8F60620}" type="pres">
      <dgm:prSet presAssocID="{C6F0EDE7-FDD6-405A-A0D2-EE5547CA16A9}" presName="hierRoot2" presStyleCnt="0">
        <dgm:presLayoutVars>
          <dgm:hierBranch val="init"/>
        </dgm:presLayoutVars>
      </dgm:prSet>
      <dgm:spPr/>
    </dgm:pt>
    <dgm:pt modelId="{8B13C782-1886-4CDA-B604-B92A5150F255}" type="pres">
      <dgm:prSet presAssocID="{C6F0EDE7-FDD6-405A-A0D2-EE5547CA16A9}" presName="rootComposite" presStyleCnt="0"/>
      <dgm:spPr/>
    </dgm:pt>
    <dgm:pt modelId="{79F97347-4A87-4835-8948-069F7A123E84}" type="pres">
      <dgm:prSet presAssocID="{C6F0EDE7-FDD6-405A-A0D2-EE5547CA16A9}" presName="rootText" presStyleLbl="node2" presStyleIdx="1" presStyleCnt="4">
        <dgm:presLayoutVars>
          <dgm:chPref val="3"/>
        </dgm:presLayoutVars>
      </dgm:prSet>
      <dgm:spPr/>
      <dgm:t>
        <a:bodyPr/>
        <a:lstStyle/>
        <a:p>
          <a:endParaRPr lang="en-MY"/>
        </a:p>
      </dgm:t>
    </dgm:pt>
    <dgm:pt modelId="{BF2C6382-AE54-477E-80DB-97899F779C60}" type="pres">
      <dgm:prSet presAssocID="{C6F0EDE7-FDD6-405A-A0D2-EE5547CA16A9}" presName="rootConnector" presStyleLbl="node2" presStyleIdx="1" presStyleCnt="4"/>
      <dgm:spPr/>
      <dgm:t>
        <a:bodyPr/>
        <a:lstStyle/>
        <a:p>
          <a:endParaRPr lang="en-MY"/>
        </a:p>
      </dgm:t>
    </dgm:pt>
    <dgm:pt modelId="{C3552A56-78E1-4E24-A2B1-FC4B0565B05A}" type="pres">
      <dgm:prSet presAssocID="{C6F0EDE7-FDD6-405A-A0D2-EE5547CA16A9}" presName="hierChild4" presStyleCnt="0"/>
      <dgm:spPr/>
    </dgm:pt>
    <dgm:pt modelId="{DFB7865C-9F84-4ED0-9542-9E9DBA38F590}" type="pres">
      <dgm:prSet presAssocID="{C6F0EDE7-FDD6-405A-A0D2-EE5547CA16A9}" presName="hierChild5" presStyleCnt="0"/>
      <dgm:spPr/>
    </dgm:pt>
    <dgm:pt modelId="{3BEF2083-CFF6-458E-A821-349453B0E1FD}" type="pres">
      <dgm:prSet presAssocID="{8A046046-3AE9-4504-96E3-1400C8CFAF01}" presName="Name64" presStyleLbl="parChTrans1D2" presStyleIdx="2" presStyleCnt="4"/>
      <dgm:spPr/>
      <dgm:t>
        <a:bodyPr/>
        <a:lstStyle/>
        <a:p>
          <a:endParaRPr lang="en-MY"/>
        </a:p>
      </dgm:t>
    </dgm:pt>
    <dgm:pt modelId="{CA6DB882-1845-4013-A17F-39684D25A7F1}" type="pres">
      <dgm:prSet presAssocID="{A160FF9D-C173-417A-969B-8107BB309BF1}" presName="hierRoot2" presStyleCnt="0">
        <dgm:presLayoutVars>
          <dgm:hierBranch val="init"/>
        </dgm:presLayoutVars>
      </dgm:prSet>
      <dgm:spPr/>
    </dgm:pt>
    <dgm:pt modelId="{F07AC054-83A2-4F2D-B62F-B89EDF2D0DFE}" type="pres">
      <dgm:prSet presAssocID="{A160FF9D-C173-417A-969B-8107BB309BF1}" presName="rootComposite" presStyleCnt="0"/>
      <dgm:spPr/>
    </dgm:pt>
    <dgm:pt modelId="{D8FC0777-9AB1-47A8-8D05-DC81D81E2021}" type="pres">
      <dgm:prSet presAssocID="{A160FF9D-C173-417A-969B-8107BB309BF1}" presName="rootText" presStyleLbl="node2" presStyleIdx="2" presStyleCnt="4">
        <dgm:presLayoutVars>
          <dgm:chPref val="3"/>
        </dgm:presLayoutVars>
      </dgm:prSet>
      <dgm:spPr/>
      <dgm:t>
        <a:bodyPr/>
        <a:lstStyle/>
        <a:p>
          <a:endParaRPr lang="en-MY"/>
        </a:p>
      </dgm:t>
    </dgm:pt>
    <dgm:pt modelId="{6C483538-27AB-4D7F-84ED-BC55EB9AF740}" type="pres">
      <dgm:prSet presAssocID="{A160FF9D-C173-417A-969B-8107BB309BF1}" presName="rootConnector" presStyleLbl="node2" presStyleIdx="2" presStyleCnt="4"/>
      <dgm:spPr/>
      <dgm:t>
        <a:bodyPr/>
        <a:lstStyle/>
        <a:p>
          <a:endParaRPr lang="en-MY"/>
        </a:p>
      </dgm:t>
    </dgm:pt>
    <dgm:pt modelId="{B52AF803-871D-4CFB-89F4-ED78E8A68003}" type="pres">
      <dgm:prSet presAssocID="{A160FF9D-C173-417A-969B-8107BB309BF1}" presName="hierChild4" presStyleCnt="0"/>
      <dgm:spPr/>
    </dgm:pt>
    <dgm:pt modelId="{383628CC-1693-46A4-918C-B675C5EE3D93}" type="pres">
      <dgm:prSet presAssocID="{A160FF9D-C173-417A-969B-8107BB309BF1}" presName="hierChild5" presStyleCnt="0"/>
      <dgm:spPr/>
    </dgm:pt>
    <dgm:pt modelId="{4703A2CE-D7FD-4E52-BC60-890ABCDB9106}" type="pres">
      <dgm:prSet presAssocID="{C11D7DB3-DBB3-456F-A7CB-EA5A0EF05AF5}" presName="Name64" presStyleLbl="parChTrans1D2" presStyleIdx="3" presStyleCnt="4"/>
      <dgm:spPr/>
      <dgm:t>
        <a:bodyPr/>
        <a:lstStyle/>
        <a:p>
          <a:endParaRPr lang="en-MY"/>
        </a:p>
      </dgm:t>
    </dgm:pt>
    <dgm:pt modelId="{AC6CE597-D82E-46BF-AD4D-83ED97BC10DE}" type="pres">
      <dgm:prSet presAssocID="{3AA749BA-15A6-4FF3-81F9-E32C9D5414C6}" presName="hierRoot2" presStyleCnt="0">
        <dgm:presLayoutVars>
          <dgm:hierBranch val="init"/>
        </dgm:presLayoutVars>
      </dgm:prSet>
      <dgm:spPr/>
    </dgm:pt>
    <dgm:pt modelId="{2D4282A6-32C9-4114-9D5A-A685DFB6065A}" type="pres">
      <dgm:prSet presAssocID="{3AA749BA-15A6-4FF3-81F9-E32C9D5414C6}" presName="rootComposite" presStyleCnt="0"/>
      <dgm:spPr/>
    </dgm:pt>
    <dgm:pt modelId="{ED7E3E15-B2E7-45D5-8ED0-491E8E805374}" type="pres">
      <dgm:prSet presAssocID="{3AA749BA-15A6-4FF3-81F9-E32C9D5414C6}" presName="rootText" presStyleLbl="node2" presStyleIdx="3" presStyleCnt="4">
        <dgm:presLayoutVars>
          <dgm:chPref val="3"/>
        </dgm:presLayoutVars>
      </dgm:prSet>
      <dgm:spPr/>
      <dgm:t>
        <a:bodyPr/>
        <a:lstStyle/>
        <a:p>
          <a:endParaRPr lang="en-MY"/>
        </a:p>
      </dgm:t>
    </dgm:pt>
    <dgm:pt modelId="{0A2E19A4-8212-43B9-8D88-FFC548BD0259}" type="pres">
      <dgm:prSet presAssocID="{3AA749BA-15A6-4FF3-81F9-E32C9D5414C6}" presName="rootConnector" presStyleLbl="node2" presStyleIdx="3" presStyleCnt="4"/>
      <dgm:spPr/>
      <dgm:t>
        <a:bodyPr/>
        <a:lstStyle/>
        <a:p>
          <a:endParaRPr lang="en-MY"/>
        </a:p>
      </dgm:t>
    </dgm:pt>
    <dgm:pt modelId="{FC172EA7-44A1-4E25-8897-A2AD97E3AEBB}" type="pres">
      <dgm:prSet presAssocID="{3AA749BA-15A6-4FF3-81F9-E32C9D5414C6}" presName="hierChild4" presStyleCnt="0"/>
      <dgm:spPr/>
    </dgm:pt>
    <dgm:pt modelId="{1ADF1061-3E13-4DB8-AE18-BD0A11493BB3}" type="pres">
      <dgm:prSet presAssocID="{D4294736-884E-481F-AC56-4875934441F9}" presName="Name64" presStyleLbl="parChTrans1D3" presStyleIdx="0" presStyleCnt="2"/>
      <dgm:spPr/>
      <dgm:t>
        <a:bodyPr/>
        <a:lstStyle/>
        <a:p>
          <a:endParaRPr lang="en-MY"/>
        </a:p>
      </dgm:t>
    </dgm:pt>
    <dgm:pt modelId="{A23591DD-F4EE-4443-8203-4839902D80A6}" type="pres">
      <dgm:prSet presAssocID="{3C89AC69-466B-4B71-BC3D-BD02F0FBF30A}" presName="hierRoot2" presStyleCnt="0">
        <dgm:presLayoutVars>
          <dgm:hierBranch val="init"/>
        </dgm:presLayoutVars>
      </dgm:prSet>
      <dgm:spPr/>
    </dgm:pt>
    <dgm:pt modelId="{E6B09E52-8755-4769-9840-662CDCE7C701}" type="pres">
      <dgm:prSet presAssocID="{3C89AC69-466B-4B71-BC3D-BD02F0FBF30A}" presName="rootComposite" presStyleCnt="0"/>
      <dgm:spPr/>
    </dgm:pt>
    <dgm:pt modelId="{3E33CA35-8557-4B58-A3DA-DDBE1966FDC8}" type="pres">
      <dgm:prSet presAssocID="{3C89AC69-466B-4B71-BC3D-BD02F0FBF30A}" presName="rootText" presStyleLbl="node3" presStyleIdx="0" presStyleCnt="2">
        <dgm:presLayoutVars>
          <dgm:chPref val="3"/>
        </dgm:presLayoutVars>
      </dgm:prSet>
      <dgm:spPr/>
      <dgm:t>
        <a:bodyPr/>
        <a:lstStyle/>
        <a:p>
          <a:endParaRPr lang="en-MY"/>
        </a:p>
      </dgm:t>
    </dgm:pt>
    <dgm:pt modelId="{09325573-57F1-4645-8115-0985AFD838F7}" type="pres">
      <dgm:prSet presAssocID="{3C89AC69-466B-4B71-BC3D-BD02F0FBF30A}" presName="rootConnector" presStyleLbl="node3" presStyleIdx="0" presStyleCnt="2"/>
      <dgm:spPr/>
      <dgm:t>
        <a:bodyPr/>
        <a:lstStyle/>
        <a:p>
          <a:endParaRPr lang="en-MY"/>
        </a:p>
      </dgm:t>
    </dgm:pt>
    <dgm:pt modelId="{804A7146-5F67-4DFA-9D92-58CDD298D6C4}" type="pres">
      <dgm:prSet presAssocID="{3C89AC69-466B-4B71-BC3D-BD02F0FBF30A}" presName="hierChild4" presStyleCnt="0"/>
      <dgm:spPr/>
    </dgm:pt>
    <dgm:pt modelId="{8EF9363B-60BF-4997-960B-F7F072AF1243}" type="pres">
      <dgm:prSet presAssocID="{3C89AC69-466B-4B71-BC3D-BD02F0FBF30A}" presName="hierChild5" presStyleCnt="0"/>
      <dgm:spPr/>
    </dgm:pt>
    <dgm:pt modelId="{BB8AD3C3-66FE-4C6F-B3CB-00213BFA784A}" type="pres">
      <dgm:prSet presAssocID="{66CF50CA-661B-4C39-A9A4-8AD9A30908BB}" presName="Name64" presStyleLbl="parChTrans1D3" presStyleIdx="1" presStyleCnt="2"/>
      <dgm:spPr/>
      <dgm:t>
        <a:bodyPr/>
        <a:lstStyle/>
        <a:p>
          <a:endParaRPr lang="en-MY"/>
        </a:p>
      </dgm:t>
    </dgm:pt>
    <dgm:pt modelId="{CCDCC98C-3E89-4A4D-9273-8CB16D968533}" type="pres">
      <dgm:prSet presAssocID="{7F147B98-980D-437B-9C7D-1BA08F6C01B9}" presName="hierRoot2" presStyleCnt="0">
        <dgm:presLayoutVars>
          <dgm:hierBranch val="init"/>
        </dgm:presLayoutVars>
      </dgm:prSet>
      <dgm:spPr/>
    </dgm:pt>
    <dgm:pt modelId="{3789BFD5-09E5-42B3-9E45-863F86EA3963}" type="pres">
      <dgm:prSet presAssocID="{7F147B98-980D-437B-9C7D-1BA08F6C01B9}" presName="rootComposite" presStyleCnt="0"/>
      <dgm:spPr/>
    </dgm:pt>
    <dgm:pt modelId="{38E60B70-CE4C-45E5-9B34-AD8C3BBB69B7}" type="pres">
      <dgm:prSet presAssocID="{7F147B98-980D-437B-9C7D-1BA08F6C01B9}" presName="rootText" presStyleLbl="node3" presStyleIdx="1" presStyleCnt="2">
        <dgm:presLayoutVars>
          <dgm:chPref val="3"/>
        </dgm:presLayoutVars>
      </dgm:prSet>
      <dgm:spPr/>
      <dgm:t>
        <a:bodyPr/>
        <a:lstStyle/>
        <a:p>
          <a:endParaRPr lang="en-MY"/>
        </a:p>
      </dgm:t>
    </dgm:pt>
    <dgm:pt modelId="{B95E189F-61D7-4E78-B721-D2F4B02874D9}" type="pres">
      <dgm:prSet presAssocID="{7F147B98-980D-437B-9C7D-1BA08F6C01B9}" presName="rootConnector" presStyleLbl="node3" presStyleIdx="1" presStyleCnt="2"/>
      <dgm:spPr/>
      <dgm:t>
        <a:bodyPr/>
        <a:lstStyle/>
        <a:p>
          <a:endParaRPr lang="en-MY"/>
        </a:p>
      </dgm:t>
    </dgm:pt>
    <dgm:pt modelId="{B27842E6-C92D-415C-A83D-B6F80D760368}" type="pres">
      <dgm:prSet presAssocID="{7F147B98-980D-437B-9C7D-1BA08F6C01B9}" presName="hierChild4" presStyleCnt="0"/>
      <dgm:spPr/>
    </dgm:pt>
    <dgm:pt modelId="{EF2452E1-71E5-40EB-A227-B9F77D79F492}" type="pres">
      <dgm:prSet presAssocID="{7F147B98-980D-437B-9C7D-1BA08F6C01B9}" presName="hierChild5" presStyleCnt="0"/>
      <dgm:spPr/>
    </dgm:pt>
    <dgm:pt modelId="{ACF868AD-118A-477B-BB17-3F44C6F0E3B1}" type="pres">
      <dgm:prSet presAssocID="{3AA749BA-15A6-4FF3-81F9-E32C9D5414C6}" presName="hierChild5" presStyleCnt="0"/>
      <dgm:spPr/>
    </dgm:pt>
    <dgm:pt modelId="{465F24EC-DECD-4E76-820B-23C4B3CDD92D}" type="pres">
      <dgm:prSet presAssocID="{376C5B4A-42DD-4229-8966-28E020B8DBCF}" presName="hierChild3" presStyleCnt="0"/>
      <dgm:spPr/>
    </dgm:pt>
  </dgm:ptLst>
  <dgm:cxnLst>
    <dgm:cxn modelId="{BEECFDD2-EADB-458E-A4E1-137056D56942}" type="presOf" srcId="{4E76E0C3-36FD-4E18-B980-BF28008FF729}" destId="{3641FDC2-1961-4E2C-9C42-27761B1B4BAB}" srcOrd="0" destOrd="0" presId="urn:microsoft.com/office/officeart/2009/3/layout/HorizontalOrganizationChart"/>
    <dgm:cxn modelId="{2CD63515-A643-49A6-8DB2-EB794D3B4979}" type="presOf" srcId="{C6F0EDE7-FDD6-405A-A0D2-EE5547CA16A9}" destId="{79F97347-4A87-4835-8948-069F7A123E84}" srcOrd="0" destOrd="0" presId="urn:microsoft.com/office/officeart/2009/3/layout/HorizontalOrganizationChart"/>
    <dgm:cxn modelId="{3CDA3763-0588-4CB7-8E3E-1009666AA003}" type="presOf" srcId="{3C89AC69-466B-4B71-BC3D-BD02F0FBF30A}" destId="{3E33CA35-8557-4B58-A3DA-DDBE1966FDC8}" srcOrd="0" destOrd="0" presId="urn:microsoft.com/office/officeart/2009/3/layout/HorizontalOrganizationChart"/>
    <dgm:cxn modelId="{AD328C56-04B3-4948-949A-BBFB5EF9C6B2}" type="presOf" srcId="{C11D7DB3-DBB3-456F-A7CB-EA5A0EF05AF5}" destId="{4703A2CE-D7FD-4E52-BC60-890ABCDB9106}" srcOrd="0" destOrd="0" presId="urn:microsoft.com/office/officeart/2009/3/layout/HorizontalOrganizationChart"/>
    <dgm:cxn modelId="{0BA5B384-E8C1-4B0C-B836-1CC06A99155B}" type="presOf" srcId="{8A046046-3AE9-4504-96E3-1400C8CFAF01}" destId="{3BEF2083-CFF6-458E-A821-349453B0E1FD}" srcOrd="0" destOrd="0" presId="urn:microsoft.com/office/officeart/2009/3/layout/HorizontalOrganizationChart"/>
    <dgm:cxn modelId="{B1F2BEF4-3241-4CC1-947D-475D0EBE47BB}" type="presOf" srcId="{8F5211D1-6B78-436C-876C-B89E7150F64E}" destId="{521A8328-5FD0-4D5A-A95B-C6BEE6414E87}" srcOrd="0" destOrd="0" presId="urn:microsoft.com/office/officeart/2009/3/layout/HorizontalOrganizationChart"/>
    <dgm:cxn modelId="{7F1D629D-6436-4055-9C6D-47368A778CB7}" srcId="{376C5B4A-42DD-4229-8966-28E020B8DBCF}" destId="{3AA749BA-15A6-4FF3-81F9-E32C9D5414C6}" srcOrd="3" destOrd="0" parTransId="{C11D7DB3-DBB3-456F-A7CB-EA5A0EF05AF5}" sibTransId="{952D7CA8-63A2-4131-8678-08C54B3F60FE}"/>
    <dgm:cxn modelId="{57620636-259D-40FF-BBC0-C83CF6CAF754}" type="presOf" srcId="{300EC9B0-18AB-4924-BFCB-87E999ECA181}" destId="{36016008-471D-4A4F-8EEF-47A592F73406}" srcOrd="0" destOrd="0" presId="urn:microsoft.com/office/officeart/2009/3/layout/HorizontalOrganizationChart"/>
    <dgm:cxn modelId="{6A70F78B-3488-4B6C-8129-8E85A1ECE324}" type="presOf" srcId="{3AA749BA-15A6-4FF3-81F9-E32C9D5414C6}" destId="{ED7E3E15-B2E7-45D5-8ED0-491E8E805374}" srcOrd="0" destOrd="0" presId="urn:microsoft.com/office/officeart/2009/3/layout/HorizontalOrganizationChart"/>
    <dgm:cxn modelId="{C0A10365-1222-4664-8414-00933C3CA32B}" type="presOf" srcId="{C6F0EDE7-FDD6-405A-A0D2-EE5547CA16A9}" destId="{BF2C6382-AE54-477E-80DB-97899F779C60}" srcOrd="1" destOrd="0" presId="urn:microsoft.com/office/officeart/2009/3/layout/HorizontalOrganizationChart"/>
    <dgm:cxn modelId="{42C275D4-9575-4B27-A979-BDD5E5CF3882}" type="presOf" srcId="{7F147B98-980D-437B-9C7D-1BA08F6C01B9}" destId="{B95E189F-61D7-4E78-B721-D2F4B02874D9}" srcOrd="1" destOrd="0" presId="urn:microsoft.com/office/officeart/2009/3/layout/HorizontalOrganizationChart"/>
    <dgm:cxn modelId="{5D5689A3-3598-40BC-8B7E-4E937CC54F2A}" srcId="{376C5B4A-42DD-4229-8966-28E020B8DBCF}" destId="{300EC9B0-18AB-4924-BFCB-87E999ECA181}" srcOrd="0" destOrd="0" parTransId="{D418DF3F-304C-419E-A6C9-DACDE4672C54}" sibTransId="{29254D05-F1CB-4CB2-B6E4-30DA8737CFF4}"/>
    <dgm:cxn modelId="{7D03927F-A05B-4C46-AEE1-EC44D77D3C3A}" type="presOf" srcId="{300EC9B0-18AB-4924-BFCB-87E999ECA181}" destId="{4C5D2C08-7747-4A36-A5A5-EE0CE74A2D2C}" srcOrd="1" destOrd="0" presId="urn:microsoft.com/office/officeart/2009/3/layout/HorizontalOrganizationChart"/>
    <dgm:cxn modelId="{3B4483C2-24DD-4E40-B881-6D6EA3F5177C}" type="presOf" srcId="{376C5B4A-42DD-4229-8966-28E020B8DBCF}" destId="{38231560-EFCD-4C0D-ABE3-058C9AA695EE}" srcOrd="0" destOrd="0" presId="urn:microsoft.com/office/officeart/2009/3/layout/HorizontalOrganizationChart"/>
    <dgm:cxn modelId="{67B50D7E-AF01-44D6-A218-A98C168FFD4C}" srcId="{8F5211D1-6B78-436C-876C-B89E7150F64E}" destId="{376C5B4A-42DD-4229-8966-28E020B8DBCF}" srcOrd="0" destOrd="0" parTransId="{C19919BC-48FE-45B4-94C9-EA3394B160E0}" sibTransId="{D6FF1EFC-9E07-4906-9E52-FBB48FED96D5}"/>
    <dgm:cxn modelId="{51516D84-6D44-44FD-813C-3EF187CF6DFE}" srcId="{3AA749BA-15A6-4FF3-81F9-E32C9D5414C6}" destId="{7F147B98-980D-437B-9C7D-1BA08F6C01B9}" srcOrd="1" destOrd="0" parTransId="{66CF50CA-661B-4C39-A9A4-8AD9A30908BB}" sibTransId="{B667C12B-1107-4329-A8A6-A3B357D1F761}"/>
    <dgm:cxn modelId="{583F7CED-066C-4501-9B0D-DCB37ADFB945}" srcId="{376C5B4A-42DD-4229-8966-28E020B8DBCF}" destId="{A160FF9D-C173-417A-969B-8107BB309BF1}" srcOrd="2" destOrd="0" parTransId="{8A046046-3AE9-4504-96E3-1400C8CFAF01}" sibTransId="{210C9F72-AC58-401D-9424-2793EEBBA985}"/>
    <dgm:cxn modelId="{407E0EB2-6B30-4D7E-BEA7-6B04D1527BCB}" srcId="{376C5B4A-42DD-4229-8966-28E020B8DBCF}" destId="{C6F0EDE7-FDD6-405A-A0D2-EE5547CA16A9}" srcOrd="1" destOrd="0" parTransId="{4E76E0C3-36FD-4E18-B980-BF28008FF729}" sibTransId="{41553CBC-887B-446F-B67B-3F0EAE7E191F}"/>
    <dgm:cxn modelId="{BC9BB142-0261-472D-A6CC-6A765F0A3E92}" type="presOf" srcId="{7F147B98-980D-437B-9C7D-1BA08F6C01B9}" destId="{38E60B70-CE4C-45E5-9B34-AD8C3BBB69B7}" srcOrd="0" destOrd="0" presId="urn:microsoft.com/office/officeart/2009/3/layout/HorizontalOrganizationChart"/>
    <dgm:cxn modelId="{AFC7AFFD-3D48-4E52-A6DD-21E1972AA712}" type="presOf" srcId="{D418DF3F-304C-419E-A6C9-DACDE4672C54}" destId="{CD796FF9-67A5-4C9E-8809-2F4737F2C151}" srcOrd="0" destOrd="0" presId="urn:microsoft.com/office/officeart/2009/3/layout/HorizontalOrganizationChart"/>
    <dgm:cxn modelId="{E0ACF205-31B6-4C8A-8D38-CCAC071BD0AD}" type="presOf" srcId="{3AA749BA-15A6-4FF3-81F9-E32C9D5414C6}" destId="{0A2E19A4-8212-43B9-8D88-FFC548BD0259}" srcOrd="1" destOrd="0" presId="urn:microsoft.com/office/officeart/2009/3/layout/HorizontalOrganizationChart"/>
    <dgm:cxn modelId="{AD268492-84AE-4D2A-91AA-BAF84B02A88A}" type="presOf" srcId="{A160FF9D-C173-417A-969B-8107BB309BF1}" destId="{D8FC0777-9AB1-47A8-8D05-DC81D81E2021}" srcOrd="0" destOrd="0" presId="urn:microsoft.com/office/officeart/2009/3/layout/HorizontalOrganizationChart"/>
    <dgm:cxn modelId="{22C1238A-BB0D-4B65-9E86-BC7C337C2121}" type="presOf" srcId="{A160FF9D-C173-417A-969B-8107BB309BF1}" destId="{6C483538-27AB-4D7F-84ED-BC55EB9AF740}" srcOrd="1" destOrd="0" presId="urn:microsoft.com/office/officeart/2009/3/layout/HorizontalOrganizationChart"/>
    <dgm:cxn modelId="{2D9FAA26-D877-493F-AC99-63581F14E95F}" srcId="{3AA749BA-15A6-4FF3-81F9-E32C9D5414C6}" destId="{3C89AC69-466B-4B71-BC3D-BD02F0FBF30A}" srcOrd="0" destOrd="0" parTransId="{D4294736-884E-481F-AC56-4875934441F9}" sibTransId="{D1801390-EB77-4555-8299-D1A9D3F07CD1}"/>
    <dgm:cxn modelId="{0F8B4A75-9D29-4AD7-98EE-F3E3ED381035}" type="presOf" srcId="{3C89AC69-466B-4B71-BC3D-BD02F0FBF30A}" destId="{09325573-57F1-4645-8115-0985AFD838F7}" srcOrd="1" destOrd="0" presId="urn:microsoft.com/office/officeart/2009/3/layout/HorizontalOrganizationChart"/>
    <dgm:cxn modelId="{44D17383-D08D-4A51-995F-0E3E6E39324E}" type="presOf" srcId="{376C5B4A-42DD-4229-8966-28E020B8DBCF}" destId="{86812337-51B5-4F8B-9C54-47CC48245C88}" srcOrd="1" destOrd="0" presId="urn:microsoft.com/office/officeart/2009/3/layout/HorizontalOrganizationChart"/>
    <dgm:cxn modelId="{FCDC8B5C-9512-4ED9-8320-BEFE608B03D7}" type="presOf" srcId="{66CF50CA-661B-4C39-A9A4-8AD9A30908BB}" destId="{BB8AD3C3-66FE-4C6F-B3CB-00213BFA784A}" srcOrd="0" destOrd="0" presId="urn:microsoft.com/office/officeart/2009/3/layout/HorizontalOrganizationChart"/>
    <dgm:cxn modelId="{8AED652C-1104-4244-925D-8104BE17F851}" type="presOf" srcId="{D4294736-884E-481F-AC56-4875934441F9}" destId="{1ADF1061-3E13-4DB8-AE18-BD0A11493BB3}" srcOrd="0" destOrd="0" presId="urn:microsoft.com/office/officeart/2009/3/layout/HorizontalOrganizationChart"/>
    <dgm:cxn modelId="{5456F560-8E3C-4821-A1B6-F9F5EF8E09B5}" type="presParOf" srcId="{521A8328-5FD0-4D5A-A95B-C6BEE6414E87}" destId="{B97B80CF-725C-4DC7-A821-D1CA3F0B0AFA}" srcOrd="0" destOrd="0" presId="urn:microsoft.com/office/officeart/2009/3/layout/HorizontalOrganizationChart"/>
    <dgm:cxn modelId="{D98BBEB2-7BB1-420F-9438-97837B99A8B9}" type="presParOf" srcId="{B97B80CF-725C-4DC7-A821-D1CA3F0B0AFA}" destId="{C615FD8C-0425-415D-9C36-4624C27FACF2}" srcOrd="0" destOrd="0" presId="urn:microsoft.com/office/officeart/2009/3/layout/HorizontalOrganizationChart"/>
    <dgm:cxn modelId="{BC2CD697-85AD-4A9A-8833-D11A80C4C846}" type="presParOf" srcId="{C615FD8C-0425-415D-9C36-4624C27FACF2}" destId="{38231560-EFCD-4C0D-ABE3-058C9AA695EE}" srcOrd="0" destOrd="0" presId="urn:microsoft.com/office/officeart/2009/3/layout/HorizontalOrganizationChart"/>
    <dgm:cxn modelId="{14E98637-1608-4121-80ED-B689CFB07AE1}" type="presParOf" srcId="{C615FD8C-0425-415D-9C36-4624C27FACF2}" destId="{86812337-51B5-4F8B-9C54-47CC48245C88}" srcOrd="1" destOrd="0" presId="urn:microsoft.com/office/officeart/2009/3/layout/HorizontalOrganizationChart"/>
    <dgm:cxn modelId="{87EAE974-E573-45AA-984C-E2A678E9209E}" type="presParOf" srcId="{B97B80CF-725C-4DC7-A821-D1CA3F0B0AFA}" destId="{E06A4BB2-09D5-446A-9ED0-6F4AE6290B76}" srcOrd="1" destOrd="0" presId="urn:microsoft.com/office/officeart/2009/3/layout/HorizontalOrganizationChart"/>
    <dgm:cxn modelId="{40A57ED6-9112-43A9-8616-354FBC62F201}" type="presParOf" srcId="{E06A4BB2-09D5-446A-9ED0-6F4AE6290B76}" destId="{CD796FF9-67A5-4C9E-8809-2F4737F2C151}" srcOrd="0" destOrd="0" presId="urn:microsoft.com/office/officeart/2009/3/layout/HorizontalOrganizationChart"/>
    <dgm:cxn modelId="{724EF1B5-B509-4325-96CD-600DF8FAF422}" type="presParOf" srcId="{E06A4BB2-09D5-446A-9ED0-6F4AE6290B76}" destId="{1E8F2866-DF53-4DC8-A33A-84E63016A489}" srcOrd="1" destOrd="0" presId="urn:microsoft.com/office/officeart/2009/3/layout/HorizontalOrganizationChart"/>
    <dgm:cxn modelId="{B0476FA0-DFEE-49B1-A770-3CAE1DD62021}" type="presParOf" srcId="{1E8F2866-DF53-4DC8-A33A-84E63016A489}" destId="{BD973B5B-1F95-4A1F-9CE1-077DDAA4CE3E}" srcOrd="0" destOrd="0" presId="urn:microsoft.com/office/officeart/2009/3/layout/HorizontalOrganizationChart"/>
    <dgm:cxn modelId="{E2649951-D551-4D94-AA3A-20D26476E65C}" type="presParOf" srcId="{BD973B5B-1F95-4A1F-9CE1-077DDAA4CE3E}" destId="{36016008-471D-4A4F-8EEF-47A592F73406}" srcOrd="0" destOrd="0" presId="urn:microsoft.com/office/officeart/2009/3/layout/HorizontalOrganizationChart"/>
    <dgm:cxn modelId="{D0A94A86-9175-4A5B-8EB5-2B693729AE4A}" type="presParOf" srcId="{BD973B5B-1F95-4A1F-9CE1-077DDAA4CE3E}" destId="{4C5D2C08-7747-4A36-A5A5-EE0CE74A2D2C}" srcOrd="1" destOrd="0" presId="urn:microsoft.com/office/officeart/2009/3/layout/HorizontalOrganizationChart"/>
    <dgm:cxn modelId="{8794203F-146E-426A-BB1D-F3E78AF04818}" type="presParOf" srcId="{1E8F2866-DF53-4DC8-A33A-84E63016A489}" destId="{01752C3F-35D7-4641-A59A-C39D2465414D}" srcOrd="1" destOrd="0" presId="urn:microsoft.com/office/officeart/2009/3/layout/HorizontalOrganizationChart"/>
    <dgm:cxn modelId="{251D1C4F-FAD6-47A5-B8B9-ED053D5D6A3E}" type="presParOf" srcId="{1E8F2866-DF53-4DC8-A33A-84E63016A489}" destId="{50DD15FB-6821-4177-B570-998D10C75966}" srcOrd="2" destOrd="0" presId="urn:microsoft.com/office/officeart/2009/3/layout/HorizontalOrganizationChart"/>
    <dgm:cxn modelId="{1EF7AF97-EBCD-4E97-B0D1-260A96A5F755}" type="presParOf" srcId="{E06A4BB2-09D5-446A-9ED0-6F4AE6290B76}" destId="{3641FDC2-1961-4E2C-9C42-27761B1B4BAB}" srcOrd="2" destOrd="0" presId="urn:microsoft.com/office/officeart/2009/3/layout/HorizontalOrganizationChart"/>
    <dgm:cxn modelId="{88B110A3-1141-4190-B92E-6C36E48534D3}" type="presParOf" srcId="{E06A4BB2-09D5-446A-9ED0-6F4AE6290B76}" destId="{8650BCFA-ECCE-4FDB-945D-2CF4F8F60620}" srcOrd="3" destOrd="0" presId="urn:microsoft.com/office/officeart/2009/3/layout/HorizontalOrganizationChart"/>
    <dgm:cxn modelId="{65C71B79-F791-434E-ADA6-F3BDB70A5D56}" type="presParOf" srcId="{8650BCFA-ECCE-4FDB-945D-2CF4F8F60620}" destId="{8B13C782-1886-4CDA-B604-B92A5150F255}" srcOrd="0" destOrd="0" presId="urn:microsoft.com/office/officeart/2009/3/layout/HorizontalOrganizationChart"/>
    <dgm:cxn modelId="{0F651AAC-F51C-492B-9865-C8DD6A2768DF}" type="presParOf" srcId="{8B13C782-1886-4CDA-B604-B92A5150F255}" destId="{79F97347-4A87-4835-8948-069F7A123E84}" srcOrd="0" destOrd="0" presId="urn:microsoft.com/office/officeart/2009/3/layout/HorizontalOrganizationChart"/>
    <dgm:cxn modelId="{6F533DE5-60DA-416B-8862-1A95B1D814EF}" type="presParOf" srcId="{8B13C782-1886-4CDA-B604-B92A5150F255}" destId="{BF2C6382-AE54-477E-80DB-97899F779C60}" srcOrd="1" destOrd="0" presId="urn:microsoft.com/office/officeart/2009/3/layout/HorizontalOrganizationChart"/>
    <dgm:cxn modelId="{6E10CF13-4918-49A5-BB83-69E2DB85A9F0}" type="presParOf" srcId="{8650BCFA-ECCE-4FDB-945D-2CF4F8F60620}" destId="{C3552A56-78E1-4E24-A2B1-FC4B0565B05A}" srcOrd="1" destOrd="0" presId="urn:microsoft.com/office/officeart/2009/3/layout/HorizontalOrganizationChart"/>
    <dgm:cxn modelId="{834A1E86-45C9-4F99-A11D-C914F967B6F6}" type="presParOf" srcId="{8650BCFA-ECCE-4FDB-945D-2CF4F8F60620}" destId="{DFB7865C-9F84-4ED0-9542-9E9DBA38F590}" srcOrd="2" destOrd="0" presId="urn:microsoft.com/office/officeart/2009/3/layout/HorizontalOrganizationChart"/>
    <dgm:cxn modelId="{EC07AD08-7D7A-45A6-A9AF-E9E6CE68073B}" type="presParOf" srcId="{E06A4BB2-09D5-446A-9ED0-6F4AE6290B76}" destId="{3BEF2083-CFF6-458E-A821-349453B0E1FD}" srcOrd="4" destOrd="0" presId="urn:microsoft.com/office/officeart/2009/3/layout/HorizontalOrganizationChart"/>
    <dgm:cxn modelId="{6F71C904-0A3D-4199-88B2-5B6AA265347F}" type="presParOf" srcId="{E06A4BB2-09D5-446A-9ED0-6F4AE6290B76}" destId="{CA6DB882-1845-4013-A17F-39684D25A7F1}" srcOrd="5" destOrd="0" presId="urn:microsoft.com/office/officeart/2009/3/layout/HorizontalOrganizationChart"/>
    <dgm:cxn modelId="{D7311018-852A-47EF-98EA-9A84B57D6964}" type="presParOf" srcId="{CA6DB882-1845-4013-A17F-39684D25A7F1}" destId="{F07AC054-83A2-4F2D-B62F-B89EDF2D0DFE}" srcOrd="0" destOrd="0" presId="urn:microsoft.com/office/officeart/2009/3/layout/HorizontalOrganizationChart"/>
    <dgm:cxn modelId="{215A900B-7CFC-41AD-A508-D23594F9C0CE}" type="presParOf" srcId="{F07AC054-83A2-4F2D-B62F-B89EDF2D0DFE}" destId="{D8FC0777-9AB1-47A8-8D05-DC81D81E2021}" srcOrd="0" destOrd="0" presId="urn:microsoft.com/office/officeart/2009/3/layout/HorizontalOrganizationChart"/>
    <dgm:cxn modelId="{47F4A5D7-D84D-4686-A695-773B0AF25BC0}" type="presParOf" srcId="{F07AC054-83A2-4F2D-B62F-B89EDF2D0DFE}" destId="{6C483538-27AB-4D7F-84ED-BC55EB9AF740}" srcOrd="1" destOrd="0" presId="urn:microsoft.com/office/officeart/2009/3/layout/HorizontalOrganizationChart"/>
    <dgm:cxn modelId="{95C7220C-FC20-4FAB-B7FF-A451B444E6EA}" type="presParOf" srcId="{CA6DB882-1845-4013-A17F-39684D25A7F1}" destId="{B52AF803-871D-4CFB-89F4-ED78E8A68003}" srcOrd="1" destOrd="0" presId="urn:microsoft.com/office/officeart/2009/3/layout/HorizontalOrganizationChart"/>
    <dgm:cxn modelId="{C3305EEE-D19B-4B3E-BE9D-16E64960D3A1}" type="presParOf" srcId="{CA6DB882-1845-4013-A17F-39684D25A7F1}" destId="{383628CC-1693-46A4-918C-B675C5EE3D93}" srcOrd="2" destOrd="0" presId="urn:microsoft.com/office/officeart/2009/3/layout/HorizontalOrganizationChart"/>
    <dgm:cxn modelId="{B9830016-7540-4983-8BF5-D49392932DB8}" type="presParOf" srcId="{E06A4BB2-09D5-446A-9ED0-6F4AE6290B76}" destId="{4703A2CE-D7FD-4E52-BC60-890ABCDB9106}" srcOrd="6" destOrd="0" presId="urn:microsoft.com/office/officeart/2009/3/layout/HorizontalOrganizationChart"/>
    <dgm:cxn modelId="{5AEC5AEF-9BF4-4F1D-AF8B-D7F0DB317E3B}" type="presParOf" srcId="{E06A4BB2-09D5-446A-9ED0-6F4AE6290B76}" destId="{AC6CE597-D82E-46BF-AD4D-83ED97BC10DE}" srcOrd="7" destOrd="0" presId="urn:microsoft.com/office/officeart/2009/3/layout/HorizontalOrganizationChart"/>
    <dgm:cxn modelId="{72717DCF-9FB4-42B9-877F-910A48206ED0}" type="presParOf" srcId="{AC6CE597-D82E-46BF-AD4D-83ED97BC10DE}" destId="{2D4282A6-32C9-4114-9D5A-A685DFB6065A}" srcOrd="0" destOrd="0" presId="urn:microsoft.com/office/officeart/2009/3/layout/HorizontalOrganizationChart"/>
    <dgm:cxn modelId="{B6DFFF3B-C05F-41FE-B423-8F60D9F844CF}" type="presParOf" srcId="{2D4282A6-32C9-4114-9D5A-A685DFB6065A}" destId="{ED7E3E15-B2E7-45D5-8ED0-491E8E805374}" srcOrd="0" destOrd="0" presId="urn:microsoft.com/office/officeart/2009/3/layout/HorizontalOrganizationChart"/>
    <dgm:cxn modelId="{DF0ED4E9-C995-43C9-80DB-091D840DB7D8}" type="presParOf" srcId="{2D4282A6-32C9-4114-9D5A-A685DFB6065A}" destId="{0A2E19A4-8212-43B9-8D88-FFC548BD0259}" srcOrd="1" destOrd="0" presId="urn:microsoft.com/office/officeart/2009/3/layout/HorizontalOrganizationChart"/>
    <dgm:cxn modelId="{4AA2DCB2-6B78-4BCE-9F19-A451CCE1EF7C}" type="presParOf" srcId="{AC6CE597-D82E-46BF-AD4D-83ED97BC10DE}" destId="{FC172EA7-44A1-4E25-8897-A2AD97E3AEBB}" srcOrd="1" destOrd="0" presId="urn:microsoft.com/office/officeart/2009/3/layout/HorizontalOrganizationChart"/>
    <dgm:cxn modelId="{3B51D9A8-D7A4-461C-8201-96270AC21347}" type="presParOf" srcId="{FC172EA7-44A1-4E25-8897-A2AD97E3AEBB}" destId="{1ADF1061-3E13-4DB8-AE18-BD0A11493BB3}" srcOrd="0" destOrd="0" presId="urn:microsoft.com/office/officeart/2009/3/layout/HorizontalOrganizationChart"/>
    <dgm:cxn modelId="{D722AB0E-57CD-4657-8546-0651471C6BBA}" type="presParOf" srcId="{FC172EA7-44A1-4E25-8897-A2AD97E3AEBB}" destId="{A23591DD-F4EE-4443-8203-4839902D80A6}" srcOrd="1" destOrd="0" presId="urn:microsoft.com/office/officeart/2009/3/layout/HorizontalOrganizationChart"/>
    <dgm:cxn modelId="{06C529DE-56E3-47DA-8852-4EC475D97875}" type="presParOf" srcId="{A23591DD-F4EE-4443-8203-4839902D80A6}" destId="{E6B09E52-8755-4769-9840-662CDCE7C701}" srcOrd="0" destOrd="0" presId="urn:microsoft.com/office/officeart/2009/3/layout/HorizontalOrganizationChart"/>
    <dgm:cxn modelId="{24B5EAF2-720E-42D6-BD1B-BE52B9D1C28F}" type="presParOf" srcId="{E6B09E52-8755-4769-9840-662CDCE7C701}" destId="{3E33CA35-8557-4B58-A3DA-DDBE1966FDC8}" srcOrd="0" destOrd="0" presId="urn:microsoft.com/office/officeart/2009/3/layout/HorizontalOrganizationChart"/>
    <dgm:cxn modelId="{6B613AC7-90E6-4B71-94C3-8B4E92D4929B}" type="presParOf" srcId="{E6B09E52-8755-4769-9840-662CDCE7C701}" destId="{09325573-57F1-4645-8115-0985AFD838F7}" srcOrd="1" destOrd="0" presId="urn:microsoft.com/office/officeart/2009/3/layout/HorizontalOrganizationChart"/>
    <dgm:cxn modelId="{8C10E707-7802-485F-A188-611A3F802979}" type="presParOf" srcId="{A23591DD-F4EE-4443-8203-4839902D80A6}" destId="{804A7146-5F67-4DFA-9D92-58CDD298D6C4}" srcOrd="1" destOrd="0" presId="urn:microsoft.com/office/officeart/2009/3/layout/HorizontalOrganizationChart"/>
    <dgm:cxn modelId="{7FEBD30F-2A1D-4061-BB6F-E04C874F0345}" type="presParOf" srcId="{A23591DD-F4EE-4443-8203-4839902D80A6}" destId="{8EF9363B-60BF-4997-960B-F7F072AF1243}" srcOrd="2" destOrd="0" presId="urn:microsoft.com/office/officeart/2009/3/layout/HorizontalOrganizationChart"/>
    <dgm:cxn modelId="{1D968DED-E367-4529-AD8F-88D1962AA498}" type="presParOf" srcId="{FC172EA7-44A1-4E25-8897-A2AD97E3AEBB}" destId="{BB8AD3C3-66FE-4C6F-B3CB-00213BFA784A}" srcOrd="2" destOrd="0" presId="urn:microsoft.com/office/officeart/2009/3/layout/HorizontalOrganizationChart"/>
    <dgm:cxn modelId="{F2895516-3BB5-4B1A-A170-2D744F16E2BC}" type="presParOf" srcId="{FC172EA7-44A1-4E25-8897-A2AD97E3AEBB}" destId="{CCDCC98C-3E89-4A4D-9273-8CB16D968533}" srcOrd="3" destOrd="0" presId="urn:microsoft.com/office/officeart/2009/3/layout/HorizontalOrganizationChart"/>
    <dgm:cxn modelId="{8A7D9037-5883-42B3-8376-3AD6F53DA430}" type="presParOf" srcId="{CCDCC98C-3E89-4A4D-9273-8CB16D968533}" destId="{3789BFD5-09E5-42B3-9E45-863F86EA3963}" srcOrd="0" destOrd="0" presId="urn:microsoft.com/office/officeart/2009/3/layout/HorizontalOrganizationChart"/>
    <dgm:cxn modelId="{AAD91296-AE77-4B32-B248-0DD8CF2E63B7}" type="presParOf" srcId="{3789BFD5-09E5-42B3-9E45-863F86EA3963}" destId="{38E60B70-CE4C-45E5-9B34-AD8C3BBB69B7}" srcOrd="0" destOrd="0" presId="urn:microsoft.com/office/officeart/2009/3/layout/HorizontalOrganizationChart"/>
    <dgm:cxn modelId="{B2BC958D-BCE3-4B91-B7DA-EF932B8DFBB6}" type="presParOf" srcId="{3789BFD5-09E5-42B3-9E45-863F86EA3963}" destId="{B95E189F-61D7-4E78-B721-D2F4B02874D9}" srcOrd="1" destOrd="0" presId="urn:microsoft.com/office/officeart/2009/3/layout/HorizontalOrganizationChart"/>
    <dgm:cxn modelId="{9A3DB4E7-B4BA-422D-A167-249AEA85518D}" type="presParOf" srcId="{CCDCC98C-3E89-4A4D-9273-8CB16D968533}" destId="{B27842E6-C92D-415C-A83D-B6F80D760368}" srcOrd="1" destOrd="0" presId="urn:microsoft.com/office/officeart/2009/3/layout/HorizontalOrganizationChart"/>
    <dgm:cxn modelId="{92D7B7AF-EB22-4C6A-8542-36FE732C7DFC}" type="presParOf" srcId="{CCDCC98C-3E89-4A4D-9273-8CB16D968533}" destId="{EF2452E1-71E5-40EB-A227-B9F77D79F492}" srcOrd="2" destOrd="0" presId="urn:microsoft.com/office/officeart/2009/3/layout/HorizontalOrganizationChart"/>
    <dgm:cxn modelId="{45B7AAC9-BEA7-42DA-9C21-0003BC0CF45B}" type="presParOf" srcId="{AC6CE597-D82E-46BF-AD4D-83ED97BC10DE}" destId="{ACF868AD-118A-477B-BB17-3F44C6F0E3B1}" srcOrd="2" destOrd="0" presId="urn:microsoft.com/office/officeart/2009/3/layout/HorizontalOrganizationChart"/>
    <dgm:cxn modelId="{150C5298-5251-4A1D-B85D-CB534F442BCD}" type="presParOf" srcId="{B97B80CF-725C-4DC7-A821-D1CA3F0B0AFA}" destId="{465F24EC-DECD-4E76-820B-23C4B3CDD92D}"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3A2BCA-1953-4A72-9A13-7E45799F329A}">
      <dsp:nvSpPr>
        <dsp:cNvPr id="0" name=""/>
        <dsp:cNvSpPr/>
      </dsp:nvSpPr>
      <dsp:spPr>
        <a:xfrm>
          <a:off x="0" y="68931"/>
          <a:ext cx="4003614" cy="551655"/>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r>
            <a:rPr lang="en-US" sz="2300" b="1" kern="1200"/>
            <a:t>Activity 1.0 (10 mins)</a:t>
          </a:r>
          <a:r>
            <a:rPr lang="en-US" sz="2300" kern="1200"/>
            <a:t>:</a:t>
          </a:r>
        </a:p>
      </dsp:txBody>
      <dsp:txXfrm>
        <a:off x="26930" y="95861"/>
        <a:ext cx="3949754" cy="497795"/>
      </dsp:txXfrm>
    </dsp:sp>
    <dsp:sp modelId="{9DA19176-22A9-43D2-B3E6-01CEF99DFDD3}">
      <dsp:nvSpPr>
        <dsp:cNvPr id="0" name=""/>
        <dsp:cNvSpPr/>
      </dsp:nvSpPr>
      <dsp:spPr>
        <a:xfrm>
          <a:off x="0" y="620586"/>
          <a:ext cx="4003614" cy="2237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115"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altLang="en-US" sz="1800" kern="1200" dirty="0">
              <a:latin typeface="+mn-lt"/>
            </a:rPr>
            <a:t>Assumes that 2 islands and 2 riverbanks become the nodes of the graph. Meanwhile 7 bridges become the arcs.</a:t>
          </a:r>
          <a:endParaRPr lang="en-US" sz="1800" kern="1200" dirty="0"/>
        </a:p>
        <a:p>
          <a:pPr marL="171450" lvl="1" indent="-171450" algn="l" defTabSz="800100">
            <a:lnSpc>
              <a:spcPct val="90000"/>
            </a:lnSpc>
            <a:spcBef>
              <a:spcPct val="0"/>
            </a:spcBef>
            <a:spcAft>
              <a:spcPct val="20000"/>
            </a:spcAft>
            <a:buChar char="••"/>
          </a:pPr>
          <a:r>
            <a:rPr lang="en-US" altLang="en-US" sz="1800" kern="1200" dirty="0">
              <a:latin typeface="+mn-lt"/>
            </a:rPr>
            <a:t>Draw a graph that consist all those nodes and arcs.</a:t>
          </a:r>
        </a:p>
        <a:p>
          <a:pPr marL="171450" lvl="1" indent="-171450" algn="l" defTabSz="800100">
            <a:lnSpc>
              <a:spcPct val="90000"/>
            </a:lnSpc>
            <a:spcBef>
              <a:spcPct val="0"/>
            </a:spcBef>
            <a:spcAft>
              <a:spcPct val="20000"/>
            </a:spcAft>
            <a:buChar char="••"/>
          </a:pPr>
          <a:r>
            <a:rPr lang="en-US" sz="1800" kern="1200"/>
            <a:t>Share in the class.</a:t>
          </a:r>
        </a:p>
        <a:p>
          <a:pPr marL="171450" lvl="1" indent="-171450" algn="l" defTabSz="800100">
            <a:lnSpc>
              <a:spcPct val="90000"/>
            </a:lnSpc>
            <a:spcBef>
              <a:spcPct val="0"/>
            </a:spcBef>
            <a:spcAft>
              <a:spcPct val="20000"/>
            </a:spcAft>
            <a:buChar char="••"/>
          </a:pPr>
          <a:endParaRPr lang="en-US" sz="1800" kern="1200"/>
        </a:p>
      </dsp:txBody>
      <dsp:txXfrm>
        <a:off x="0" y="620586"/>
        <a:ext cx="4003614" cy="22376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3A2BCA-1953-4A72-9A13-7E45799F329A}">
      <dsp:nvSpPr>
        <dsp:cNvPr id="0" name=""/>
        <dsp:cNvSpPr/>
      </dsp:nvSpPr>
      <dsp:spPr>
        <a:xfrm>
          <a:off x="0" y="0"/>
          <a:ext cx="4003614" cy="527670"/>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b="1" kern="1200" dirty="0"/>
            <a:t>Activity 2.0 (5 mins)</a:t>
          </a:r>
          <a:r>
            <a:rPr lang="en-US" sz="2200" kern="1200" dirty="0"/>
            <a:t>:</a:t>
          </a:r>
        </a:p>
      </dsp:txBody>
      <dsp:txXfrm>
        <a:off x="25759" y="25759"/>
        <a:ext cx="3952096" cy="476152"/>
      </dsp:txXfrm>
    </dsp:sp>
    <dsp:sp modelId="{9DA19176-22A9-43D2-B3E6-01CEF99DFDD3}">
      <dsp:nvSpPr>
        <dsp:cNvPr id="0" name=""/>
        <dsp:cNvSpPr/>
      </dsp:nvSpPr>
      <dsp:spPr>
        <a:xfrm>
          <a:off x="0" y="543389"/>
          <a:ext cx="4003614" cy="236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115"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altLang="en-US" sz="1700" kern="1200" dirty="0">
              <a:latin typeface="+mn-lt"/>
            </a:rPr>
            <a:t>Based on the given graph of Konigsberg bridge system, two nodes can be connected by an edge. For example, using predicate logic, it can be represented using Connect(i1, i2, b1).</a:t>
          </a:r>
          <a:endParaRPr lang="en-US" sz="1700" kern="1200" dirty="0"/>
        </a:p>
        <a:p>
          <a:pPr marL="171450" lvl="1" indent="-171450" algn="l" defTabSz="755650">
            <a:lnSpc>
              <a:spcPct val="90000"/>
            </a:lnSpc>
            <a:spcBef>
              <a:spcPct val="0"/>
            </a:spcBef>
            <a:spcAft>
              <a:spcPct val="20000"/>
            </a:spcAft>
            <a:buChar char="••"/>
          </a:pPr>
          <a:r>
            <a:rPr lang="en-US" altLang="en-US" sz="1700" kern="1200" dirty="0">
              <a:latin typeface="+mn-lt"/>
            </a:rPr>
            <a:t>List all possible connections in a form of predicate logic.</a:t>
          </a:r>
        </a:p>
        <a:p>
          <a:pPr marL="171450" lvl="1" indent="-171450" algn="l" defTabSz="755650">
            <a:lnSpc>
              <a:spcPct val="90000"/>
            </a:lnSpc>
            <a:spcBef>
              <a:spcPct val="0"/>
            </a:spcBef>
            <a:spcAft>
              <a:spcPct val="20000"/>
            </a:spcAft>
            <a:buChar char="••"/>
          </a:pPr>
          <a:r>
            <a:rPr lang="en-US" sz="1700" kern="1200" dirty="0"/>
            <a:t>Share in the class.</a:t>
          </a:r>
        </a:p>
        <a:p>
          <a:pPr marL="171450" lvl="1" indent="-171450" algn="l" defTabSz="755650">
            <a:lnSpc>
              <a:spcPct val="90000"/>
            </a:lnSpc>
            <a:spcBef>
              <a:spcPct val="0"/>
            </a:spcBef>
            <a:spcAft>
              <a:spcPct val="20000"/>
            </a:spcAft>
            <a:buChar char="••"/>
          </a:pPr>
          <a:endParaRPr lang="en-US" sz="1700" kern="1200"/>
        </a:p>
      </dsp:txBody>
      <dsp:txXfrm>
        <a:off x="0" y="543389"/>
        <a:ext cx="4003614" cy="23680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FA9773-155F-4060-8E3B-76EB6BBA0C3F}">
      <dsp:nvSpPr>
        <dsp:cNvPr id="0" name=""/>
        <dsp:cNvSpPr/>
      </dsp:nvSpPr>
      <dsp:spPr>
        <a:xfrm>
          <a:off x="5627403" y="1301851"/>
          <a:ext cx="489802" cy="2599708"/>
        </a:xfrm>
        <a:custGeom>
          <a:avLst/>
          <a:gdLst/>
          <a:ahLst/>
          <a:cxnLst/>
          <a:rect l="0" t="0" r="0" b="0"/>
          <a:pathLst>
            <a:path>
              <a:moveTo>
                <a:pt x="0" y="0"/>
              </a:moveTo>
              <a:lnTo>
                <a:pt x="0" y="2599708"/>
              </a:lnTo>
              <a:lnTo>
                <a:pt x="489802" y="2599708"/>
              </a:lnTo>
            </a:path>
          </a:pathLst>
        </a:custGeom>
        <a:noFill/>
        <a:ln w="76200" cap="flat" cmpd="sng" algn="ctr">
          <a:solidFill>
            <a:srgbClr val="F79646"/>
          </a:solidFill>
          <a:prstDash val="solid"/>
        </a:ln>
        <a:effectLst/>
      </dsp:spPr>
      <dsp:style>
        <a:lnRef idx="2">
          <a:scrgbClr r="0" g="0" b="0"/>
        </a:lnRef>
        <a:fillRef idx="0">
          <a:scrgbClr r="0" g="0" b="0"/>
        </a:fillRef>
        <a:effectRef idx="0">
          <a:scrgbClr r="0" g="0" b="0"/>
        </a:effectRef>
        <a:fontRef idx="minor"/>
      </dsp:style>
    </dsp:sp>
    <dsp:sp modelId="{DEF4970A-0B16-403C-80D2-E4935C3ECCF3}">
      <dsp:nvSpPr>
        <dsp:cNvPr id="0" name=""/>
        <dsp:cNvSpPr/>
      </dsp:nvSpPr>
      <dsp:spPr>
        <a:xfrm>
          <a:off x="5627403" y="1301851"/>
          <a:ext cx="468596" cy="1934454"/>
        </a:xfrm>
        <a:custGeom>
          <a:avLst/>
          <a:gdLst/>
          <a:ahLst/>
          <a:cxnLst/>
          <a:rect l="0" t="0" r="0" b="0"/>
          <a:pathLst>
            <a:path>
              <a:moveTo>
                <a:pt x="0" y="0"/>
              </a:moveTo>
              <a:lnTo>
                <a:pt x="0" y="1934454"/>
              </a:lnTo>
              <a:lnTo>
                <a:pt x="468596" y="1934454"/>
              </a:lnTo>
            </a:path>
          </a:pathLst>
        </a:custGeom>
        <a:noFill/>
        <a:ln w="76200" cap="flat" cmpd="sng" algn="ctr">
          <a:solidFill>
            <a:srgbClr val="F79646"/>
          </a:solidFill>
          <a:prstDash val="solid"/>
        </a:ln>
        <a:effectLst/>
      </dsp:spPr>
      <dsp:style>
        <a:lnRef idx="2">
          <a:scrgbClr r="0" g="0" b="0"/>
        </a:lnRef>
        <a:fillRef idx="0">
          <a:scrgbClr r="0" g="0" b="0"/>
        </a:fillRef>
        <a:effectRef idx="0">
          <a:scrgbClr r="0" g="0" b="0"/>
        </a:effectRef>
        <a:fontRef idx="minor"/>
      </dsp:style>
    </dsp:sp>
    <dsp:sp modelId="{5BBAC023-9A23-4DF1-BB68-77E4A504B03E}">
      <dsp:nvSpPr>
        <dsp:cNvPr id="0" name=""/>
        <dsp:cNvSpPr/>
      </dsp:nvSpPr>
      <dsp:spPr>
        <a:xfrm>
          <a:off x="5627403" y="1301851"/>
          <a:ext cx="392391" cy="1174385"/>
        </a:xfrm>
        <a:custGeom>
          <a:avLst/>
          <a:gdLst/>
          <a:ahLst/>
          <a:cxnLst/>
          <a:rect l="0" t="0" r="0" b="0"/>
          <a:pathLst>
            <a:path>
              <a:moveTo>
                <a:pt x="0" y="0"/>
              </a:moveTo>
              <a:lnTo>
                <a:pt x="0" y="1174385"/>
              </a:lnTo>
              <a:lnTo>
                <a:pt x="392391" y="1174385"/>
              </a:lnTo>
            </a:path>
          </a:pathLst>
        </a:custGeom>
        <a:noFill/>
        <a:ln w="76200" cap="flat" cmpd="sng" algn="ctr">
          <a:solidFill>
            <a:srgbClr val="F79646"/>
          </a:solidFill>
          <a:prstDash val="solid"/>
        </a:ln>
        <a:effectLst/>
      </dsp:spPr>
      <dsp:style>
        <a:lnRef idx="2">
          <a:scrgbClr r="0" g="0" b="0"/>
        </a:lnRef>
        <a:fillRef idx="0">
          <a:scrgbClr r="0" g="0" b="0"/>
        </a:fillRef>
        <a:effectRef idx="0">
          <a:scrgbClr r="0" g="0" b="0"/>
        </a:effectRef>
        <a:fontRef idx="minor"/>
      </dsp:style>
    </dsp:sp>
    <dsp:sp modelId="{3749C064-C6F8-4779-BA55-935A95C15EC4}">
      <dsp:nvSpPr>
        <dsp:cNvPr id="0" name=""/>
        <dsp:cNvSpPr/>
      </dsp:nvSpPr>
      <dsp:spPr>
        <a:xfrm>
          <a:off x="5627403" y="1301851"/>
          <a:ext cx="392391" cy="461724"/>
        </a:xfrm>
        <a:custGeom>
          <a:avLst/>
          <a:gdLst/>
          <a:ahLst/>
          <a:cxnLst/>
          <a:rect l="0" t="0" r="0" b="0"/>
          <a:pathLst>
            <a:path>
              <a:moveTo>
                <a:pt x="0" y="0"/>
              </a:moveTo>
              <a:lnTo>
                <a:pt x="0" y="461724"/>
              </a:lnTo>
              <a:lnTo>
                <a:pt x="392391" y="461724"/>
              </a:lnTo>
            </a:path>
          </a:pathLst>
        </a:custGeom>
        <a:noFill/>
        <a:ln w="76200" cap="flat" cmpd="sng" algn="ctr">
          <a:solidFill>
            <a:srgbClr val="F79646"/>
          </a:solidFill>
          <a:prstDash val="solid"/>
        </a:ln>
        <a:effectLst/>
      </dsp:spPr>
      <dsp:style>
        <a:lnRef idx="2">
          <a:scrgbClr r="0" g="0" b="0"/>
        </a:lnRef>
        <a:fillRef idx="0">
          <a:scrgbClr r="0" g="0" b="0"/>
        </a:fillRef>
        <a:effectRef idx="0">
          <a:scrgbClr r="0" g="0" b="0"/>
        </a:effectRef>
        <a:fontRef idx="minor"/>
      </dsp:style>
    </dsp:sp>
    <dsp:sp modelId="{EC6269DC-B2E3-4BD8-A480-6E3AE59EFCEE}">
      <dsp:nvSpPr>
        <dsp:cNvPr id="0" name=""/>
        <dsp:cNvSpPr/>
      </dsp:nvSpPr>
      <dsp:spPr>
        <a:xfrm>
          <a:off x="4869167" y="501874"/>
          <a:ext cx="1931863" cy="401689"/>
        </a:xfrm>
        <a:custGeom>
          <a:avLst/>
          <a:gdLst/>
          <a:ahLst/>
          <a:cxnLst/>
          <a:rect l="0" t="0" r="0" b="0"/>
          <a:pathLst>
            <a:path>
              <a:moveTo>
                <a:pt x="0" y="0"/>
              </a:moveTo>
              <a:lnTo>
                <a:pt x="0" y="296296"/>
              </a:lnTo>
              <a:lnTo>
                <a:pt x="1931863" y="296296"/>
              </a:lnTo>
              <a:lnTo>
                <a:pt x="1931863" y="401689"/>
              </a:lnTo>
            </a:path>
          </a:pathLst>
        </a:custGeom>
        <a:noFill/>
        <a:ln w="38100" cap="flat" cmpd="sng" algn="ctr">
          <a:solidFill>
            <a:srgbClr val="C00000"/>
          </a:solidFill>
          <a:prstDash val="solid"/>
        </a:ln>
        <a:effectLst/>
      </dsp:spPr>
      <dsp:style>
        <a:lnRef idx="2">
          <a:scrgbClr r="0" g="0" b="0"/>
        </a:lnRef>
        <a:fillRef idx="0">
          <a:scrgbClr r="0" g="0" b="0"/>
        </a:fillRef>
        <a:effectRef idx="0">
          <a:scrgbClr r="0" g="0" b="0"/>
        </a:effectRef>
        <a:fontRef idx="minor"/>
      </dsp:style>
    </dsp:sp>
    <dsp:sp modelId="{5675614D-3886-4565-8F75-57956918EB09}">
      <dsp:nvSpPr>
        <dsp:cNvPr id="0" name=""/>
        <dsp:cNvSpPr/>
      </dsp:nvSpPr>
      <dsp:spPr>
        <a:xfrm>
          <a:off x="2931542" y="1301851"/>
          <a:ext cx="1210229" cy="1357103"/>
        </a:xfrm>
        <a:custGeom>
          <a:avLst/>
          <a:gdLst/>
          <a:ahLst/>
          <a:cxnLst/>
          <a:rect l="0" t="0" r="0" b="0"/>
          <a:pathLst>
            <a:path>
              <a:moveTo>
                <a:pt x="0" y="0"/>
              </a:moveTo>
              <a:lnTo>
                <a:pt x="0" y="1251709"/>
              </a:lnTo>
              <a:lnTo>
                <a:pt x="1210229" y="1251709"/>
              </a:lnTo>
              <a:lnTo>
                <a:pt x="1210229" y="1357103"/>
              </a:lnTo>
            </a:path>
          </a:pathLst>
        </a:custGeom>
        <a:noFill/>
        <a:ln w="7620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99DCC596-4BB8-4160-8BAC-7560BB40BD28}">
      <dsp:nvSpPr>
        <dsp:cNvPr id="0" name=""/>
        <dsp:cNvSpPr/>
      </dsp:nvSpPr>
      <dsp:spPr>
        <a:xfrm>
          <a:off x="2931542" y="1301851"/>
          <a:ext cx="1227935" cy="516112"/>
        </a:xfrm>
        <a:custGeom>
          <a:avLst/>
          <a:gdLst/>
          <a:ahLst/>
          <a:cxnLst/>
          <a:rect l="0" t="0" r="0" b="0"/>
          <a:pathLst>
            <a:path>
              <a:moveTo>
                <a:pt x="0" y="0"/>
              </a:moveTo>
              <a:lnTo>
                <a:pt x="0" y="410718"/>
              </a:lnTo>
              <a:lnTo>
                <a:pt x="1227935" y="410718"/>
              </a:lnTo>
              <a:lnTo>
                <a:pt x="1227935" y="516112"/>
              </a:lnTo>
            </a:path>
          </a:pathLst>
        </a:custGeom>
        <a:noFill/>
        <a:ln w="7620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F6040DEB-9757-41DC-9C83-070E334DC705}">
      <dsp:nvSpPr>
        <dsp:cNvPr id="0" name=""/>
        <dsp:cNvSpPr/>
      </dsp:nvSpPr>
      <dsp:spPr>
        <a:xfrm>
          <a:off x="1243378" y="3666923"/>
          <a:ext cx="183856" cy="178983"/>
        </a:xfrm>
        <a:custGeom>
          <a:avLst/>
          <a:gdLst/>
          <a:ahLst/>
          <a:cxnLst/>
          <a:rect l="0" t="0" r="0" b="0"/>
          <a:pathLst>
            <a:path>
              <a:moveTo>
                <a:pt x="0" y="0"/>
              </a:moveTo>
              <a:lnTo>
                <a:pt x="0" y="178983"/>
              </a:lnTo>
              <a:lnTo>
                <a:pt x="183856" y="178983"/>
              </a:lnTo>
            </a:path>
          </a:pathLst>
        </a:custGeom>
        <a:noFill/>
        <a:ln w="2540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1ADD73D7-999D-4D03-996D-97223C1814D5}">
      <dsp:nvSpPr>
        <dsp:cNvPr id="0" name=""/>
        <dsp:cNvSpPr/>
      </dsp:nvSpPr>
      <dsp:spPr>
        <a:xfrm>
          <a:off x="1644877" y="1301851"/>
          <a:ext cx="1286665" cy="1863198"/>
        </a:xfrm>
        <a:custGeom>
          <a:avLst/>
          <a:gdLst/>
          <a:ahLst/>
          <a:cxnLst/>
          <a:rect l="0" t="0" r="0" b="0"/>
          <a:pathLst>
            <a:path>
              <a:moveTo>
                <a:pt x="1286665" y="0"/>
              </a:moveTo>
              <a:lnTo>
                <a:pt x="1286665" y="1757804"/>
              </a:lnTo>
              <a:lnTo>
                <a:pt x="0" y="1757804"/>
              </a:lnTo>
              <a:lnTo>
                <a:pt x="0" y="1863198"/>
              </a:lnTo>
            </a:path>
          </a:pathLst>
        </a:custGeom>
        <a:noFill/>
        <a:ln w="7620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1F7BE450-AFD6-4E04-AF2B-812EDBB1E2AE}">
      <dsp:nvSpPr>
        <dsp:cNvPr id="0" name=""/>
        <dsp:cNvSpPr/>
      </dsp:nvSpPr>
      <dsp:spPr>
        <a:xfrm>
          <a:off x="1691853" y="1301851"/>
          <a:ext cx="1239689" cy="1143033"/>
        </a:xfrm>
        <a:custGeom>
          <a:avLst/>
          <a:gdLst/>
          <a:ahLst/>
          <a:cxnLst/>
          <a:rect l="0" t="0" r="0" b="0"/>
          <a:pathLst>
            <a:path>
              <a:moveTo>
                <a:pt x="1239689" y="0"/>
              </a:moveTo>
              <a:lnTo>
                <a:pt x="1239689" y="1037640"/>
              </a:lnTo>
              <a:lnTo>
                <a:pt x="0" y="1037640"/>
              </a:lnTo>
              <a:lnTo>
                <a:pt x="0" y="1143033"/>
              </a:lnTo>
            </a:path>
          </a:pathLst>
        </a:custGeom>
        <a:noFill/>
        <a:ln w="7620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65FCB24B-DEDF-4672-B12F-833C6DA7EA18}">
      <dsp:nvSpPr>
        <dsp:cNvPr id="0" name=""/>
        <dsp:cNvSpPr/>
      </dsp:nvSpPr>
      <dsp:spPr>
        <a:xfrm>
          <a:off x="1695426" y="1301851"/>
          <a:ext cx="1236116" cy="279619"/>
        </a:xfrm>
        <a:custGeom>
          <a:avLst/>
          <a:gdLst/>
          <a:ahLst/>
          <a:cxnLst/>
          <a:rect l="0" t="0" r="0" b="0"/>
          <a:pathLst>
            <a:path>
              <a:moveTo>
                <a:pt x="1236116" y="0"/>
              </a:moveTo>
              <a:lnTo>
                <a:pt x="1236116" y="174225"/>
              </a:lnTo>
              <a:lnTo>
                <a:pt x="0" y="174225"/>
              </a:lnTo>
              <a:lnTo>
                <a:pt x="0" y="279619"/>
              </a:lnTo>
            </a:path>
          </a:pathLst>
        </a:custGeom>
        <a:noFill/>
        <a:ln w="7620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100DFB12-7659-454F-B3D1-84CDF52A17C0}">
      <dsp:nvSpPr>
        <dsp:cNvPr id="0" name=""/>
        <dsp:cNvSpPr/>
      </dsp:nvSpPr>
      <dsp:spPr>
        <a:xfrm>
          <a:off x="2931542" y="501874"/>
          <a:ext cx="1937624" cy="401689"/>
        </a:xfrm>
        <a:custGeom>
          <a:avLst/>
          <a:gdLst/>
          <a:ahLst/>
          <a:cxnLst/>
          <a:rect l="0" t="0" r="0" b="0"/>
          <a:pathLst>
            <a:path>
              <a:moveTo>
                <a:pt x="1937624" y="0"/>
              </a:moveTo>
              <a:lnTo>
                <a:pt x="1937624" y="296296"/>
              </a:lnTo>
              <a:lnTo>
                <a:pt x="0" y="296296"/>
              </a:lnTo>
              <a:lnTo>
                <a:pt x="0" y="401689"/>
              </a:lnTo>
            </a:path>
          </a:pathLst>
        </a:custGeom>
        <a:noFill/>
        <a:ln w="38100" cap="flat" cmpd="sng" algn="ctr">
          <a:solidFill>
            <a:srgbClr val="C00000"/>
          </a:solidFill>
          <a:prstDash val="solid"/>
        </a:ln>
        <a:effectLst/>
      </dsp:spPr>
      <dsp:style>
        <a:lnRef idx="2">
          <a:scrgbClr r="0" g="0" b="0"/>
        </a:lnRef>
        <a:fillRef idx="0">
          <a:scrgbClr r="0" g="0" b="0"/>
        </a:fillRef>
        <a:effectRef idx="0">
          <a:scrgbClr r="0" g="0" b="0"/>
        </a:effectRef>
        <a:fontRef idx="minor"/>
      </dsp:style>
    </dsp:sp>
    <dsp:sp modelId="{EE06A788-2955-4A82-833E-06D0E6AAE6E3}">
      <dsp:nvSpPr>
        <dsp:cNvPr id="0" name=""/>
        <dsp:cNvSpPr/>
      </dsp:nvSpPr>
      <dsp:spPr>
        <a:xfrm>
          <a:off x="3878834" y="0"/>
          <a:ext cx="1980666" cy="501874"/>
        </a:xfrm>
        <a:prstGeom prst="rect">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a:t>Search Algorithm</a:t>
          </a:r>
        </a:p>
      </dsp:txBody>
      <dsp:txXfrm>
        <a:off x="3878834" y="0"/>
        <a:ext cx="1980666" cy="501874"/>
      </dsp:txXfrm>
    </dsp:sp>
    <dsp:sp modelId="{57C70BDD-9035-4EA3-845C-52CFB00D8258}">
      <dsp:nvSpPr>
        <dsp:cNvPr id="0" name=""/>
        <dsp:cNvSpPr/>
      </dsp:nvSpPr>
      <dsp:spPr>
        <a:xfrm>
          <a:off x="1464508" y="903564"/>
          <a:ext cx="2934067" cy="398287"/>
        </a:xfrm>
        <a:prstGeom prst="rect">
          <a:avLst/>
        </a:prstGeom>
        <a:solidFill>
          <a:srgbClr val="0070C0"/>
        </a:solidFill>
        <a:ln w="38100"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a:solidFill>
                <a:schemeClr val="bg1"/>
              </a:solidFill>
            </a:rPr>
            <a:t>Uniformed Search/ Blind Search</a:t>
          </a:r>
        </a:p>
      </dsp:txBody>
      <dsp:txXfrm>
        <a:off x="1464508" y="903564"/>
        <a:ext cx="2934067" cy="398287"/>
      </dsp:txXfrm>
    </dsp:sp>
    <dsp:sp modelId="{5E37B3C7-B63D-4D42-8AA3-6C39C206CF83}">
      <dsp:nvSpPr>
        <dsp:cNvPr id="0" name=""/>
        <dsp:cNvSpPr/>
      </dsp:nvSpPr>
      <dsp:spPr>
        <a:xfrm>
          <a:off x="1193552" y="1581470"/>
          <a:ext cx="1003748" cy="501874"/>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sz="1400" kern="1200" dirty="0">
              <a:solidFill>
                <a:sysClr val="windowText" lastClr="000000"/>
              </a:solidFill>
            </a:rPr>
            <a:t>Breadth-first Search</a:t>
          </a:r>
        </a:p>
      </dsp:txBody>
      <dsp:txXfrm>
        <a:off x="1193552" y="1581470"/>
        <a:ext cx="1003748" cy="501874"/>
      </dsp:txXfrm>
    </dsp:sp>
    <dsp:sp modelId="{3D0C8E70-76ED-437F-B4E4-31A61CE4E797}">
      <dsp:nvSpPr>
        <dsp:cNvPr id="0" name=""/>
        <dsp:cNvSpPr/>
      </dsp:nvSpPr>
      <dsp:spPr>
        <a:xfrm>
          <a:off x="1189978" y="2444885"/>
          <a:ext cx="1003748" cy="501874"/>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sz="1400" kern="1200" dirty="0">
              <a:solidFill>
                <a:sysClr val="windowText" lastClr="000000"/>
              </a:solidFill>
            </a:rPr>
            <a:t>Uniform-cost Search</a:t>
          </a:r>
        </a:p>
      </dsp:txBody>
      <dsp:txXfrm>
        <a:off x="1189978" y="2444885"/>
        <a:ext cx="1003748" cy="501874"/>
      </dsp:txXfrm>
    </dsp:sp>
    <dsp:sp modelId="{300A3A4C-8AAB-4DFA-89FF-EF762377645A}">
      <dsp:nvSpPr>
        <dsp:cNvPr id="0" name=""/>
        <dsp:cNvSpPr/>
      </dsp:nvSpPr>
      <dsp:spPr>
        <a:xfrm>
          <a:off x="1143003" y="3165049"/>
          <a:ext cx="1003748" cy="501874"/>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sz="1400" kern="1200" dirty="0">
              <a:solidFill>
                <a:sysClr val="windowText" lastClr="000000"/>
              </a:solidFill>
            </a:rPr>
            <a:t>Depth-first Search</a:t>
          </a:r>
        </a:p>
      </dsp:txBody>
      <dsp:txXfrm>
        <a:off x="1143003" y="3165049"/>
        <a:ext cx="1003748" cy="501874"/>
      </dsp:txXfrm>
    </dsp:sp>
    <dsp:sp modelId="{9248A5ED-0B8E-4BC7-9381-C90D42AC181C}">
      <dsp:nvSpPr>
        <dsp:cNvPr id="0" name=""/>
        <dsp:cNvSpPr/>
      </dsp:nvSpPr>
      <dsp:spPr>
        <a:xfrm>
          <a:off x="1427234" y="3594970"/>
          <a:ext cx="1333239" cy="501874"/>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i="1" kern="1200" dirty="0">
              <a:solidFill>
                <a:srgbClr val="0070C0"/>
              </a:solidFill>
            </a:rPr>
            <a:t>Depth-limited Search</a:t>
          </a:r>
        </a:p>
      </dsp:txBody>
      <dsp:txXfrm>
        <a:off x="1427234" y="3594970"/>
        <a:ext cx="1333239" cy="501874"/>
      </dsp:txXfrm>
    </dsp:sp>
    <dsp:sp modelId="{0877115F-125C-440A-A679-4DB5481CD61C}">
      <dsp:nvSpPr>
        <dsp:cNvPr id="0" name=""/>
        <dsp:cNvSpPr/>
      </dsp:nvSpPr>
      <dsp:spPr>
        <a:xfrm>
          <a:off x="3657604" y="1817963"/>
          <a:ext cx="1003748" cy="501874"/>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sz="1400" kern="1200" dirty="0">
              <a:solidFill>
                <a:sysClr val="windowText" lastClr="000000"/>
              </a:solidFill>
            </a:rPr>
            <a:t>Iterative deepening search</a:t>
          </a:r>
        </a:p>
      </dsp:txBody>
      <dsp:txXfrm>
        <a:off x="3657604" y="1817963"/>
        <a:ext cx="1003748" cy="501874"/>
      </dsp:txXfrm>
    </dsp:sp>
    <dsp:sp modelId="{DCAE4F04-A025-4BF6-94F8-D2D4E6C4F196}">
      <dsp:nvSpPr>
        <dsp:cNvPr id="0" name=""/>
        <dsp:cNvSpPr/>
      </dsp:nvSpPr>
      <dsp:spPr>
        <a:xfrm>
          <a:off x="3639898" y="2658954"/>
          <a:ext cx="1003748" cy="501874"/>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sz="1400" kern="1200" dirty="0">
              <a:solidFill>
                <a:sysClr val="windowText" lastClr="000000"/>
              </a:solidFill>
            </a:rPr>
            <a:t>Bidirectional Search</a:t>
          </a:r>
        </a:p>
      </dsp:txBody>
      <dsp:txXfrm>
        <a:off x="3639898" y="2658954"/>
        <a:ext cx="1003748" cy="501874"/>
      </dsp:txXfrm>
    </dsp:sp>
    <dsp:sp modelId="{00DCED65-8A51-45C5-A629-E7F6F96C8E6D}">
      <dsp:nvSpPr>
        <dsp:cNvPr id="0" name=""/>
        <dsp:cNvSpPr/>
      </dsp:nvSpPr>
      <dsp:spPr>
        <a:xfrm>
          <a:off x="5333997" y="903564"/>
          <a:ext cx="2934067" cy="398287"/>
        </a:xfrm>
        <a:prstGeom prst="rect">
          <a:avLst/>
        </a:prstGeom>
        <a:solidFill>
          <a:srgbClr val="F79646"/>
        </a:solidFill>
        <a:ln w="38100" cap="flat" cmpd="sng" algn="ctr">
          <a:solidFill>
            <a:srgbClr val="F79646"/>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0" rIns="10160" bIns="0" numCol="1" spcCol="1270" anchor="ctr" anchorCtr="0">
          <a:noAutofit/>
        </a:bodyPr>
        <a:lstStyle/>
        <a:p>
          <a:pPr lvl="0" algn="ctr" defTabSz="711200">
            <a:lnSpc>
              <a:spcPct val="90000"/>
            </a:lnSpc>
            <a:spcBef>
              <a:spcPct val="0"/>
            </a:spcBef>
            <a:spcAft>
              <a:spcPct val="35000"/>
            </a:spcAft>
          </a:pPr>
          <a:r>
            <a:rPr lang="en-US" sz="1600" kern="1200" dirty="0">
              <a:solidFill>
                <a:schemeClr val="bg1"/>
              </a:solidFill>
            </a:rPr>
            <a:t>Informed Search/ Heuristic Search</a:t>
          </a:r>
        </a:p>
      </dsp:txBody>
      <dsp:txXfrm>
        <a:off x="5333997" y="903564"/>
        <a:ext cx="2934067" cy="398287"/>
      </dsp:txXfrm>
    </dsp:sp>
    <dsp:sp modelId="{F80E32FC-0664-41B7-8079-8CE3B4050137}">
      <dsp:nvSpPr>
        <dsp:cNvPr id="0" name=""/>
        <dsp:cNvSpPr/>
      </dsp:nvSpPr>
      <dsp:spPr>
        <a:xfrm>
          <a:off x="6019795" y="1512638"/>
          <a:ext cx="1789663" cy="501874"/>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sz="1400" kern="1200" dirty="0">
              <a:solidFill>
                <a:sysClr val="windowText" lastClr="000000"/>
              </a:solidFill>
            </a:rPr>
            <a:t>Best-first Search</a:t>
          </a:r>
        </a:p>
      </dsp:txBody>
      <dsp:txXfrm>
        <a:off x="6019795" y="1512638"/>
        <a:ext cx="1789663" cy="501874"/>
      </dsp:txXfrm>
    </dsp:sp>
    <dsp:sp modelId="{E2951DA7-9806-4D99-9780-8A79838F756A}">
      <dsp:nvSpPr>
        <dsp:cNvPr id="0" name=""/>
        <dsp:cNvSpPr/>
      </dsp:nvSpPr>
      <dsp:spPr>
        <a:xfrm>
          <a:off x="6019795" y="2225300"/>
          <a:ext cx="1789663" cy="501874"/>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sz="1400" kern="1200" dirty="0">
              <a:solidFill>
                <a:sysClr val="windowText" lastClr="000000"/>
              </a:solidFill>
            </a:rPr>
            <a:t>Greedy Best-first Search</a:t>
          </a:r>
        </a:p>
      </dsp:txBody>
      <dsp:txXfrm>
        <a:off x="6019795" y="2225300"/>
        <a:ext cx="1789663" cy="501874"/>
      </dsp:txXfrm>
    </dsp:sp>
    <dsp:sp modelId="{F46EE249-76A8-4C7E-B1A1-77B69A32FB3F}">
      <dsp:nvSpPr>
        <dsp:cNvPr id="0" name=""/>
        <dsp:cNvSpPr/>
      </dsp:nvSpPr>
      <dsp:spPr>
        <a:xfrm>
          <a:off x="6096000" y="2985368"/>
          <a:ext cx="1789663" cy="501874"/>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sz="1400" kern="1200" dirty="0">
              <a:solidFill>
                <a:sysClr val="windowText" lastClr="000000"/>
              </a:solidFill>
            </a:rPr>
            <a:t>A∗ Search</a:t>
          </a:r>
        </a:p>
      </dsp:txBody>
      <dsp:txXfrm>
        <a:off x="6096000" y="2985368"/>
        <a:ext cx="1789663" cy="501874"/>
      </dsp:txXfrm>
    </dsp:sp>
    <dsp:sp modelId="{49711CA6-6E4C-42C9-9CC0-9B44EE916B1B}">
      <dsp:nvSpPr>
        <dsp:cNvPr id="0" name=""/>
        <dsp:cNvSpPr/>
      </dsp:nvSpPr>
      <dsp:spPr>
        <a:xfrm>
          <a:off x="6117206" y="3650623"/>
          <a:ext cx="2157216" cy="501874"/>
        </a:xfrm>
        <a:prstGeom prst="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sz="1400" kern="1200" dirty="0">
              <a:solidFill>
                <a:sysClr val="windowText" lastClr="000000"/>
              </a:solidFill>
            </a:rPr>
            <a:t>Recursive Best-first Search</a:t>
          </a:r>
        </a:p>
      </dsp:txBody>
      <dsp:txXfrm>
        <a:off x="6117206" y="3650623"/>
        <a:ext cx="2157216" cy="50187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15C94C-87A2-4498-BEB9-7E72C23674BD}">
      <dsp:nvSpPr>
        <dsp:cNvPr id="0" name=""/>
        <dsp:cNvSpPr/>
      </dsp:nvSpPr>
      <dsp:spPr>
        <a:xfrm>
          <a:off x="2473570" y="3672528"/>
          <a:ext cx="229220" cy="873552"/>
        </a:xfrm>
        <a:custGeom>
          <a:avLst/>
          <a:gdLst/>
          <a:ahLst/>
          <a:cxnLst/>
          <a:rect l="0" t="0" r="0" b="0"/>
          <a:pathLst>
            <a:path>
              <a:moveTo>
                <a:pt x="0" y="0"/>
              </a:moveTo>
              <a:lnTo>
                <a:pt x="114610" y="0"/>
              </a:lnTo>
              <a:lnTo>
                <a:pt x="114610" y="873552"/>
              </a:lnTo>
              <a:lnTo>
                <a:pt x="229220" y="87355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565602" y="4086726"/>
        <a:ext cx="45156" cy="45156"/>
      </dsp:txXfrm>
    </dsp:sp>
    <dsp:sp modelId="{79720021-72B0-4B3D-BEA4-1EAEF5BA347C}">
      <dsp:nvSpPr>
        <dsp:cNvPr id="0" name=""/>
        <dsp:cNvSpPr/>
      </dsp:nvSpPr>
      <dsp:spPr>
        <a:xfrm>
          <a:off x="2473570" y="3672528"/>
          <a:ext cx="229220" cy="436776"/>
        </a:xfrm>
        <a:custGeom>
          <a:avLst/>
          <a:gdLst/>
          <a:ahLst/>
          <a:cxnLst/>
          <a:rect l="0" t="0" r="0" b="0"/>
          <a:pathLst>
            <a:path>
              <a:moveTo>
                <a:pt x="0" y="0"/>
              </a:moveTo>
              <a:lnTo>
                <a:pt x="114610" y="0"/>
              </a:lnTo>
              <a:lnTo>
                <a:pt x="114610" y="436776"/>
              </a:lnTo>
              <a:lnTo>
                <a:pt x="229220" y="43677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575848" y="3878584"/>
        <a:ext cx="24663" cy="24663"/>
      </dsp:txXfrm>
    </dsp:sp>
    <dsp:sp modelId="{9F690762-C182-4DC3-AD06-383F76591EC8}">
      <dsp:nvSpPr>
        <dsp:cNvPr id="0" name=""/>
        <dsp:cNvSpPr/>
      </dsp:nvSpPr>
      <dsp:spPr>
        <a:xfrm>
          <a:off x="2473570" y="3626808"/>
          <a:ext cx="229220" cy="91440"/>
        </a:xfrm>
        <a:custGeom>
          <a:avLst/>
          <a:gdLst/>
          <a:ahLst/>
          <a:cxnLst/>
          <a:rect l="0" t="0" r="0" b="0"/>
          <a:pathLst>
            <a:path>
              <a:moveTo>
                <a:pt x="0" y="45720"/>
              </a:moveTo>
              <a:lnTo>
                <a:pt x="229220" y="4572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582449" y="3666797"/>
        <a:ext cx="11461" cy="11461"/>
      </dsp:txXfrm>
    </dsp:sp>
    <dsp:sp modelId="{1BAFC2D2-B782-454D-9425-F6CB628685EC}">
      <dsp:nvSpPr>
        <dsp:cNvPr id="0" name=""/>
        <dsp:cNvSpPr/>
      </dsp:nvSpPr>
      <dsp:spPr>
        <a:xfrm>
          <a:off x="2473570" y="3235752"/>
          <a:ext cx="229220" cy="436776"/>
        </a:xfrm>
        <a:custGeom>
          <a:avLst/>
          <a:gdLst/>
          <a:ahLst/>
          <a:cxnLst/>
          <a:rect l="0" t="0" r="0" b="0"/>
          <a:pathLst>
            <a:path>
              <a:moveTo>
                <a:pt x="0" y="436776"/>
              </a:moveTo>
              <a:lnTo>
                <a:pt x="114610" y="436776"/>
              </a:lnTo>
              <a:lnTo>
                <a:pt x="114610" y="0"/>
              </a:lnTo>
              <a:lnTo>
                <a:pt x="229220" y="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575848" y="3441808"/>
        <a:ext cx="24663" cy="24663"/>
      </dsp:txXfrm>
    </dsp:sp>
    <dsp:sp modelId="{1BC5FE9F-CAD9-49D7-8A0E-1BC47CAEC20F}">
      <dsp:nvSpPr>
        <dsp:cNvPr id="0" name=""/>
        <dsp:cNvSpPr/>
      </dsp:nvSpPr>
      <dsp:spPr>
        <a:xfrm>
          <a:off x="2473570" y="2798976"/>
          <a:ext cx="229220" cy="873552"/>
        </a:xfrm>
        <a:custGeom>
          <a:avLst/>
          <a:gdLst/>
          <a:ahLst/>
          <a:cxnLst/>
          <a:rect l="0" t="0" r="0" b="0"/>
          <a:pathLst>
            <a:path>
              <a:moveTo>
                <a:pt x="0" y="873552"/>
              </a:moveTo>
              <a:lnTo>
                <a:pt x="114610" y="873552"/>
              </a:lnTo>
              <a:lnTo>
                <a:pt x="114610" y="0"/>
              </a:lnTo>
              <a:lnTo>
                <a:pt x="229220" y="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565602" y="3213174"/>
        <a:ext cx="45156" cy="45156"/>
      </dsp:txXfrm>
    </dsp:sp>
    <dsp:sp modelId="{45FF3274-C026-4081-A556-4C9B4EC500FB}">
      <dsp:nvSpPr>
        <dsp:cNvPr id="0" name=""/>
        <dsp:cNvSpPr/>
      </dsp:nvSpPr>
      <dsp:spPr>
        <a:xfrm>
          <a:off x="819792" y="2466289"/>
          <a:ext cx="229220" cy="1206238"/>
        </a:xfrm>
        <a:custGeom>
          <a:avLst/>
          <a:gdLst/>
          <a:ahLst/>
          <a:cxnLst/>
          <a:rect l="0" t="0" r="0" b="0"/>
          <a:pathLst>
            <a:path>
              <a:moveTo>
                <a:pt x="0" y="0"/>
              </a:moveTo>
              <a:lnTo>
                <a:pt x="114610" y="0"/>
              </a:lnTo>
              <a:lnTo>
                <a:pt x="114610" y="1206238"/>
              </a:lnTo>
              <a:lnTo>
                <a:pt x="229220" y="1206238"/>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903707" y="3038713"/>
        <a:ext cx="61391" cy="61391"/>
      </dsp:txXfrm>
    </dsp:sp>
    <dsp:sp modelId="{D4B9C6F1-7F11-4E16-A891-D1A32F060CFC}">
      <dsp:nvSpPr>
        <dsp:cNvPr id="0" name=""/>
        <dsp:cNvSpPr/>
      </dsp:nvSpPr>
      <dsp:spPr>
        <a:xfrm>
          <a:off x="2473570" y="1270259"/>
          <a:ext cx="229220" cy="1091940"/>
        </a:xfrm>
        <a:custGeom>
          <a:avLst/>
          <a:gdLst/>
          <a:ahLst/>
          <a:cxnLst/>
          <a:rect l="0" t="0" r="0" b="0"/>
          <a:pathLst>
            <a:path>
              <a:moveTo>
                <a:pt x="0" y="0"/>
              </a:moveTo>
              <a:lnTo>
                <a:pt x="114610" y="0"/>
              </a:lnTo>
              <a:lnTo>
                <a:pt x="114610" y="1091940"/>
              </a:lnTo>
              <a:lnTo>
                <a:pt x="229220" y="1091940"/>
              </a:lnTo>
            </a:path>
          </a:pathLst>
        </a:custGeom>
        <a:noFill/>
        <a:ln w="25400" cap="flat" cmpd="sng" algn="ctr">
          <a:solidFill>
            <a:schemeClr val="accent6">
              <a:lumMod val="75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MY" sz="500" kern="1200"/>
        </a:p>
      </dsp:txBody>
      <dsp:txXfrm>
        <a:off x="2560286" y="1788336"/>
        <a:ext cx="55786" cy="55786"/>
      </dsp:txXfrm>
    </dsp:sp>
    <dsp:sp modelId="{24C1E59E-8719-4CF7-9384-11EA74EBD0EC}">
      <dsp:nvSpPr>
        <dsp:cNvPr id="0" name=""/>
        <dsp:cNvSpPr/>
      </dsp:nvSpPr>
      <dsp:spPr>
        <a:xfrm>
          <a:off x="2473570" y="1270259"/>
          <a:ext cx="229220" cy="655164"/>
        </a:xfrm>
        <a:custGeom>
          <a:avLst/>
          <a:gdLst/>
          <a:ahLst/>
          <a:cxnLst/>
          <a:rect l="0" t="0" r="0" b="0"/>
          <a:pathLst>
            <a:path>
              <a:moveTo>
                <a:pt x="0" y="0"/>
              </a:moveTo>
              <a:lnTo>
                <a:pt x="114610" y="0"/>
              </a:lnTo>
              <a:lnTo>
                <a:pt x="114610" y="655164"/>
              </a:lnTo>
              <a:lnTo>
                <a:pt x="229220" y="655164"/>
              </a:lnTo>
            </a:path>
          </a:pathLst>
        </a:custGeom>
        <a:noFill/>
        <a:ln w="25400" cap="flat" cmpd="sng" algn="ctr">
          <a:solidFill>
            <a:schemeClr val="accent6">
              <a:lumMod val="75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MY" sz="500" kern="1200"/>
        </a:p>
      </dsp:txBody>
      <dsp:txXfrm>
        <a:off x="2570827" y="1580489"/>
        <a:ext cx="34705" cy="34705"/>
      </dsp:txXfrm>
    </dsp:sp>
    <dsp:sp modelId="{C4AE9124-F570-4F26-A0EF-19CE57D9EA53}">
      <dsp:nvSpPr>
        <dsp:cNvPr id="0" name=""/>
        <dsp:cNvSpPr/>
      </dsp:nvSpPr>
      <dsp:spPr>
        <a:xfrm>
          <a:off x="2473570" y="1270259"/>
          <a:ext cx="229220" cy="218388"/>
        </a:xfrm>
        <a:custGeom>
          <a:avLst/>
          <a:gdLst/>
          <a:ahLst/>
          <a:cxnLst/>
          <a:rect l="0" t="0" r="0" b="0"/>
          <a:pathLst>
            <a:path>
              <a:moveTo>
                <a:pt x="0" y="0"/>
              </a:moveTo>
              <a:lnTo>
                <a:pt x="114610" y="0"/>
              </a:lnTo>
              <a:lnTo>
                <a:pt x="114610" y="218388"/>
              </a:lnTo>
              <a:lnTo>
                <a:pt x="229220" y="218388"/>
              </a:lnTo>
            </a:path>
          </a:pathLst>
        </a:custGeom>
        <a:noFill/>
        <a:ln w="25400" cap="flat" cmpd="sng" algn="ctr">
          <a:solidFill>
            <a:schemeClr val="accent6">
              <a:lumMod val="75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MY" sz="500" kern="1200"/>
        </a:p>
      </dsp:txBody>
      <dsp:txXfrm>
        <a:off x="2580265" y="1371538"/>
        <a:ext cx="15829" cy="15829"/>
      </dsp:txXfrm>
    </dsp:sp>
    <dsp:sp modelId="{76661531-83EE-4012-9C42-57183D4B0000}">
      <dsp:nvSpPr>
        <dsp:cNvPr id="0" name=""/>
        <dsp:cNvSpPr/>
      </dsp:nvSpPr>
      <dsp:spPr>
        <a:xfrm>
          <a:off x="2473570" y="1051871"/>
          <a:ext cx="229220" cy="218388"/>
        </a:xfrm>
        <a:custGeom>
          <a:avLst/>
          <a:gdLst/>
          <a:ahLst/>
          <a:cxnLst/>
          <a:rect l="0" t="0" r="0" b="0"/>
          <a:pathLst>
            <a:path>
              <a:moveTo>
                <a:pt x="0" y="218388"/>
              </a:moveTo>
              <a:lnTo>
                <a:pt x="114610" y="218388"/>
              </a:lnTo>
              <a:lnTo>
                <a:pt x="114610" y="0"/>
              </a:lnTo>
              <a:lnTo>
                <a:pt x="229220" y="0"/>
              </a:lnTo>
            </a:path>
          </a:pathLst>
        </a:custGeom>
        <a:noFill/>
        <a:ln w="25400" cap="flat" cmpd="sng" algn="ctr">
          <a:solidFill>
            <a:schemeClr val="accent6">
              <a:lumMod val="75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MY" sz="500" kern="1200"/>
        </a:p>
      </dsp:txBody>
      <dsp:txXfrm>
        <a:off x="2580265" y="1153150"/>
        <a:ext cx="15829" cy="15829"/>
      </dsp:txXfrm>
    </dsp:sp>
    <dsp:sp modelId="{44536D90-A1D6-47FD-9128-0EB13EAC0499}">
      <dsp:nvSpPr>
        <dsp:cNvPr id="0" name=""/>
        <dsp:cNvSpPr/>
      </dsp:nvSpPr>
      <dsp:spPr>
        <a:xfrm>
          <a:off x="2473570" y="615095"/>
          <a:ext cx="229220" cy="655164"/>
        </a:xfrm>
        <a:custGeom>
          <a:avLst/>
          <a:gdLst/>
          <a:ahLst/>
          <a:cxnLst/>
          <a:rect l="0" t="0" r="0" b="0"/>
          <a:pathLst>
            <a:path>
              <a:moveTo>
                <a:pt x="0" y="655164"/>
              </a:moveTo>
              <a:lnTo>
                <a:pt x="114610" y="655164"/>
              </a:lnTo>
              <a:lnTo>
                <a:pt x="114610" y="0"/>
              </a:lnTo>
              <a:lnTo>
                <a:pt x="229220" y="0"/>
              </a:lnTo>
            </a:path>
          </a:pathLst>
        </a:custGeom>
        <a:noFill/>
        <a:ln w="25400" cap="flat" cmpd="sng" algn="ctr">
          <a:solidFill>
            <a:schemeClr val="accent6">
              <a:lumMod val="75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MY" sz="500" kern="1200"/>
        </a:p>
      </dsp:txBody>
      <dsp:txXfrm>
        <a:off x="2570827" y="925324"/>
        <a:ext cx="34705" cy="34705"/>
      </dsp:txXfrm>
    </dsp:sp>
    <dsp:sp modelId="{61A1C7DD-8FE1-4DB1-BB6A-2EA1011DB541}">
      <dsp:nvSpPr>
        <dsp:cNvPr id="0" name=""/>
        <dsp:cNvSpPr/>
      </dsp:nvSpPr>
      <dsp:spPr>
        <a:xfrm>
          <a:off x="2473570" y="178319"/>
          <a:ext cx="229220" cy="1091940"/>
        </a:xfrm>
        <a:custGeom>
          <a:avLst/>
          <a:gdLst/>
          <a:ahLst/>
          <a:cxnLst/>
          <a:rect l="0" t="0" r="0" b="0"/>
          <a:pathLst>
            <a:path>
              <a:moveTo>
                <a:pt x="0" y="1091940"/>
              </a:moveTo>
              <a:lnTo>
                <a:pt x="114610" y="1091940"/>
              </a:lnTo>
              <a:lnTo>
                <a:pt x="114610" y="0"/>
              </a:lnTo>
              <a:lnTo>
                <a:pt x="229220" y="0"/>
              </a:lnTo>
            </a:path>
          </a:pathLst>
        </a:custGeom>
        <a:noFill/>
        <a:ln w="25400" cap="flat" cmpd="sng" algn="ctr">
          <a:solidFill>
            <a:schemeClr val="accent6">
              <a:lumMod val="75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MY" sz="500" kern="1200"/>
        </a:p>
      </dsp:txBody>
      <dsp:txXfrm>
        <a:off x="2560286" y="696396"/>
        <a:ext cx="55786" cy="55786"/>
      </dsp:txXfrm>
    </dsp:sp>
    <dsp:sp modelId="{FFF2DA4C-69F2-48FA-B3D3-4458904ACBE7}">
      <dsp:nvSpPr>
        <dsp:cNvPr id="0" name=""/>
        <dsp:cNvSpPr/>
      </dsp:nvSpPr>
      <dsp:spPr>
        <a:xfrm>
          <a:off x="819792" y="1270259"/>
          <a:ext cx="229220" cy="1196030"/>
        </a:xfrm>
        <a:custGeom>
          <a:avLst/>
          <a:gdLst/>
          <a:ahLst/>
          <a:cxnLst/>
          <a:rect l="0" t="0" r="0" b="0"/>
          <a:pathLst>
            <a:path>
              <a:moveTo>
                <a:pt x="0" y="1196030"/>
              </a:moveTo>
              <a:lnTo>
                <a:pt x="114610" y="1196030"/>
              </a:lnTo>
              <a:lnTo>
                <a:pt x="114610" y="0"/>
              </a:lnTo>
              <a:lnTo>
                <a:pt x="229220" y="0"/>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MY" sz="500" kern="1200"/>
        </a:p>
      </dsp:txBody>
      <dsp:txXfrm>
        <a:off x="903958" y="1837829"/>
        <a:ext cx="60889" cy="60889"/>
      </dsp:txXfrm>
    </dsp:sp>
    <dsp:sp modelId="{73D1BB17-7627-40C2-8B55-C79EF743CA6B}">
      <dsp:nvSpPr>
        <dsp:cNvPr id="0" name=""/>
        <dsp:cNvSpPr/>
      </dsp:nvSpPr>
      <dsp:spPr>
        <a:xfrm rot="16200000">
          <a:off x="-274446" y="2291579"/>
          <a:ext cx="1839057" cy="349420"/>
        </a:xfrm>
        <a:prstGeom prst="rect">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MY" sz="2000" kern="1200" dirty="0"/>
            <a:t>Strategies</a:t>
          </a:r>
        </a:p>
      </dsp:txBody>
      <dsp:txXfrm>
        <a:off x="-274446" y="2291579"/>
        <a:ext cx="1839057" cy="349420"/>
      </dsp:txXfrm>
    </dsp:sp>
    <dsp:sp modelId="{2BE0F11A-8894-420D-9AC1-96FB28A9EFAB}">
      <dsp:nvSpPr>
        <dsp:cNvPr id="0" name=""/>
        <dsp:cNvSpPr/>
      </dsp:nvSpPr>
      <dsp:spPr>
        <a:xfrm>
          <a:off x="1049013" y="787920"/>
          <a:ext cx="1424557" cy="964677"/>
        </a:xfrm>
        <a:prstGeom prst="rect">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altLang="en-US" sz="1800" b="1" kern="1200" dirty="0"/>
            <a:t>Data-Driven Approach </a:t>
          </a:r>
          <a:endParaRPr lang="en-MY" sz="1800" kern="1200" dirty="0"/>
        </a:p>
      </dsp:txBody>
      <dsp:txXfrm>
        <a:off x="1049013" y="787920"/>
        <a:ext cx="1424557" cy="964677"/>
      </dsp:txXfrm>
    </dsp:sp>
    <dsp:sp modelId="{255EBB94-55D3-402C-BDD2-DA46B062B217}">
      <dsp:nvSpPr>
        <dsp:cNvPr id="0" name=""/>
        <dsp:cNvSpPr/>
      </dsp:nvSpPr>
      <dsp:spPr>
        <a:xfrm>
          <a:off x="2702790" y="3608"/>
          <a:ext cx="5513637" cy="349420"/>
        </a:xfrm>
        <a:prstGeom prst="rect">
          <a:avLst/>
        </a:prstGeom>
        <a:solidFill>
          <a:schemeClr val="accent6">
            <a:lumMod val="50000"/>
          </a:schemeClr>
        </a:solidFill>
        <a:ln w="25400" cap="flat" cmpd="sng" algn="ctr">
          <a:solidFill>
            <a:srgbClr val="98480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altLang="en-US" sz="1400" kern="1200" dirty="0"/>
            <a:t>From a given data of a problem toward a goal</a:t>
          </a:r>
        </a:p>
      </dsp:txBody>
      <dsp:txXfrm>
        <a:off x="2702790" y="3608"/>
        <a:ext cx="5513637" cy="349420"/>
      </dsp:txXfrm>
    </dsp:sp>
    <dsp:sp modelId="{E41DC724-9B2F-4C63-A8F0-06E03EF5EEE6}">
      <dsp:nvSpPr>
        <dsp:cNvPr id="0" name=""/>
        <dsp:cNvSpPr/>
      </dsp:nvSpPr>
      <dsp:spPr>
        <a:xfrm>
          <a:off x="2702790" y="440385"/>
          <a:ext cx="5513637" cy="349420"/>
        </a:xfrm>
        <a:prstGeom prst="rect">
          <a:avLst/>
        </a:prstGeom>
        <a:solidFill>
          <a:schemeClr val="accent6">
            <a:lumMod val="50000"/>
          </a:schemeClr>
        </a:solidFill>
        <a:ln w="25400" cap="flat" cmpd="sng" algn="ctr">
          <a:solidFill>
            <a:srgbClr val="98480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altLang="en-US" sz="1400" kern="1200" dirty="0"/>
            <a:t>Also called forward chaining</a:t>
          </a:r>
        </a:p>
      </dsp:txBody>
      <dsp:txXfrm>
        <a:off x="2702790" y="440385"/>
        <a:ext cx="5513637" cy="349420"/>
      </dsp:txXfrm>
    </dsp:sp>
    <dsp:sp modelId="{8CCA5189-37A2-4197-8E36-1E123B579346}">
      <dsp:nvSpPr>
        <dsp:cNvPr id="0" name=""/>
        <dsp:cNvSpPr/>
      </dsp:nvSpPr>
      <dsp:spPr>
        <a:xfrm>
          <a:off x="2702790" y="877161"/>
          <a:ext cx="5513637" cy="349420"/>
        </a:xfrm>
        <a:prstGeom prst="rect">
          <a:avLst/>
        </a:prstGeom>
        <a:solidFill>
          <a:schemeClr val="accent6">
            <a:lumMod val="50000"/>
          </a:schemeClr>
        </a:solidFill>
        <a:ln w="25400" cap="flat" cmpd="sng" algn="ctr">
          <a:solidFill>
            <a:srgbClr val="98480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altLang="en-US" sz="1400" kern="1200" dirty="0"/>
            <a:t>Given facts, rules</a:t>
          </a:r>
        </a:p>
      </dsp:txBody>
      <dsp:txXfrm>
        <a:off x="2702790" y="877161"/>
        <a:ext cx="5513637" cy="349420"/>
      </dsp:txXfrm>
    </dsp:sp>
    <dsp:sp modelId="{9FF40BD1-018B-400B-8EE4-B7EB315D1FDC}">
      <dsp:nvSpPr>
        <dsp:cNvPr id="0" name=""/>
        <dsp:cNvSpPr/>
      </dsp:nvSpPr>
      <dsp:spPr>
        <a:xfrm>
          <a:off x="2702790" y="1313937"/>
          <a:ext cx="5513637" cy="349420"/>
        </a:xfrm>
        <a:prstGeom prst="rect">
          <a:avLst/>
        </a:prstGeom>
        <a:solidFill>
          <a:schemeClr val="accent6">
            <a:lumMod val="50000"/>
          </a:schemeClr>
        </a:solidFill>
        <a:ln w="25400" cap="flat" cmpd="sng" algn="ctr">
          <a:solidFill>
            <a:srgbClr val="98480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altLang="en-US" sz="1400" kern="1200" dirty="0"/>
            <a:t>Apply rules to facts to produce new facts</a:t>
          </a:r>
        </a:p>
      </dsp:txBody>
      <dsp:txXfrm>
        <a:off x="2702790" y="1313937"/>
        <a:ext cx="5513637" cy="349420"/>
      </dsp:txXfrm>
    </dsp:sp>
    <dsp:sp modelId="{85231DE1-DE14-4037-ABE7-95B35B502ED0}">
      <dsp:nvSpPr>
        <dsp:cNvPr id="0" name=""/>
        <dsp:cNvSpPr/>
      </dsp:nvSpPr>
      <dsp:spPr>
        <a:xfrm>
          <a:off x="2702790" y="1750713"/>
          <a:ext cx="5513637" cy="349420"/>
        </a:xfrm>
        <a:prstGeom prst="rect">
          <a:avLst/>
        </a:prstGeom>
        <a:solidFill>
          <a:schemeClr val="accent6">
            <a:lumMod val="50000"/>
          </a:schemeClr>
        </a:solidFill>
        <a:ln w="25400" cap="flat" cmpd="sng" algn="ctr">
          <a:solidFill>
            <a:srgbClr val="98480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altLang="en-US" sz="1400" kern="1200" dirty="0"/>
            <a:t>Rules use new facts to produce more new facts</a:t>
          </a:r>
        </a:p>
      </dsp:txBody>
      <dsp:txXfrm>
        <a:off x="2702790" y="1750713"/>
        <a:ext cx="5513637" cy="349420"/>
      </dsp:txXfrm>
    </dsp:sp>
    <dsp:sp modelId="{4AD90EA0-EA23-4761-BB14-04D3569243E4}">
      <dsp:nvSpPr>
        <dsp:cNvPr id="0" name=""/>
        <dsp:cNvSpPr/>
      </dsp:nvSpPr>
      <dsp:spPr>
        <a:xfrm>
          <a:off x="2702790" y="2187489"/>
          <a:ext cx="5513637" cy="349420"/>
        </a:xfrm>
        <a:prstGeom prst="rect">
          <a:avLst/>
        </a:prstGeom>
        <a:solidFill>
          <a:schemeClr val="accent6">
            <a:lumMod val="50000"/>
          </a:schemeClr>
        </a:solidFill>
        <a:ln w="25400" cap="flat" cmpd="sng" algn="ctr">
          <a:solidFill>
            <a:srgbClr val="984807"/>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altLang="en-US" sz="1400" kern="1200" dirty="0"/>
            <a:t>Search continues until a path that satisfies goal is generated</a:t>
          </a:r>
        </a:p>
      </dsp:txBody>
      <dsp:txXfrm>
        <a:off x="2702790" y="2187489"/>
        <a:ext cx="5513637" cy="349420"/>
      </dsp:txXfrm>
    </dsp:sp>
    <dsp:sp modelId="{845B5C23-6D93-454C-8BAB-0AAA7646C3E0}">
      <dsp:nvSpPr>
        <dsp:cNvPr id="0" name=""/>
        <dsp:cNvSpPr/>
      </dsp:nvSpPr>
      <dsp:spPr>
        <a:xfrm>
          <a:off x="1049013" y="3200397"/>
          <a:ext cx="1424557" cy="944261"/>
        </a:xfrm>
        <a:prstGeom prst="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altLang="en-US" sz="1800" b="1" kern="1200" dirty="0"/>
            <a:t>Goal-Driven Approach </a:t>
          </a:r>
        </a:p>
      </dsp:txBody>
      <dsp:txXfrm>
        <a:off x="1049013" y="3200397"/>
        <a:ext cx="1424557" cy="944261"/>
      </dsp:txXfrm>
    </dsp:sp>
    <dsp:sp modelId="{3D495E80-883D-4F69-AABB-54EE1FADE385}">
      <dsp:nvSpPr>
        <dsp:cNvPr id="0" name=""/>
        <dsp:cNvSpPr/>
      </dsp:nvSpPr>
      <dsp:spPr>
        <a:xfrm>
          <a:off x="2702790" y="2624265"/>
          <a:ext cx="5513637" cy="349420"/>
        </a:xfrm>
        <a:prstGeom prst="rect">
          <a:avLst/>
        </a:prstGeom>
        <a:solidFill>
          <a:srgbClr val="0070C0"/>
        </a:solidFill>
        <a:ln w="25400"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altLang="en-US" sz="1400" kern="1200" dirty="0"/>
            <a:t>From a goal back to data</a:t>
          </a:r>
        </a:p>
      </dsp:txBody>
      <dsp:txXfrm>
        <a:off x="2702790" y="2624265"/>
        <a:ext cx="5513637" cy="349420"/>
      </dsp:txXfrm>
    </dsp:sp>
    <dsp:sp modelId="{B2ED4302-F004-4AF2-BAC9-316BC277EE4B}">
      <dsp:nvSpPr>
        <dsp:cNvPr id="0" name=""/>
        <dsp:cNvSpPr/>
      </dsp:nvSpPr>
      <dsp:spPr>
        <a:xfrm>
          <a:off x="2702790" y="3061041"/>
          <a:ext cx="5513637" cy="349420"/>
        </a:xfrm>
        <a:prstGeom prst="rect">
          <a:avLst/>
        </a:prstGeom>
        <a:solidFill>
          <a:srgbClr val="0070C0"/>
        </a:solidFill>
        <a:ln w="25400"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altLang="en-US" sz="1400" kern="1200" dirty="0"/>
            <a:t>Also called backward chaining</a:t>
          </a:r>
        </a:p>
      </dsp:txBody>
      <dsp:txXfrm>
        <a:off x="2702790" y="3061041"/>
        <a:ext cx="5513637" cy="349420"/>
      </dsp:txXfrm>
    </dsp:sp>
    <dsp:sp modelId="{EDE0952C-D4C3-4A79-A1D9-3BEB29BBAA68}">
      <dsp:nvSpPr>
        <dsp:cNvPr id="0" name=""/>
        <dsp:cNvSpPr/>
      </dsp:nvSpPr>
      <dsp:spPr>
        <a:xfrm>
          <a:off x="2702790" y="3497817"/>
          <a:ext cx="5513637" cy="349420"/>
        </a:xfrm>
        <a:prstGeom prst="rect">
          <a:avLst/>
        </a:prstGeom>
        <a:solidFill>
          <a:srgbClr val="0070C0"/>
        </a:solidFill>
        <a:ln w="25400"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altLang="en-US" sz="1400" kern="1200" dirty="0"/>
            <a:t>Take the goal, see what rules apply and which conditions are true to use</a:t>
          </a:r>
        </a:p>
      </dsp:txBody>
      <dsp:txXfrm>
        <a:off x="2702790" y="3497817"/>
        <a:ext cx="5513637" cy="349420"/>
      </dsp:txXfrm>
    </dsp:sp>
    <dsp:sp modelId="{04A229AF-2798-40A3-9665-E75EF6BBFAB3}">
      <dsp:nvSpPr>
        <dsp:cNvPr id="0" name=""/>
        <dsp:cNvSpPr/>
      </dsp:nvSpPr>
      <dsp:spPr>
        <a:xfrm>
          <a:off x="2702790" y="3934594"/>
          <a:ext cx="5513637" cy="349420"/>
        </a:xfrm>
        <a:prstGeom prst="rect">
          <a:avLst/>
        </a:prstGeom>
        <a:solidFill>
          <a:srgbClr val="0070C0"/>
        </a:solidFill>
        <a:ln w="25400"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altLang="en-US" sz="1400" kern="1200" dirty="0"/>
            <a:t>The condition becomes </a:t>
          </a:r>
          <a:r>
            <a:rPr lang="en-US" altLang="en-US" sz="1400" kern="1200" dirty="0" err="1"/>
            <a:t>subgoal</a:t>
          </a:r>
          <a:endParaRPr lang="en-US" altLang="en-US" sz="1400" kern="1200" dirty="0"/>
        </a:p>
      </dsp:txBody>
      <dsp:txXfrm>
        <a:off x="2702790" y="3934594"/>
        <a:ext cx="5513637" cy="349420"/>
      </dsp:txXfrm>
    </dsp:sp>
    <dsp:sp modelId="{CC76E36C-A176-4056-8DD6-D4D5CF579AF5}">
      <dsp:nvSpPr>
        <dsp:cNvPr id="0" name=""/>
        <dsp:cNvSpPr/>
      </dsp:nvSpPr>
      <dsp:spPr>
        <a:xfrm>
          <a:off x="2702790" y="4371370"/>
          <a:ext cx="5513637" cy="349420"/>
        </a:xfrm>
        <a:prstGeom prst="rect">
          <a:avLst/>
        </a:prstGeom>
        <a:solidFill>
          <a:srgbClr val="0070C0"/>
        </a:solidFill>
        <a:ln w="25400"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l" defTabSz="622300">
            <a:lnSpc>
              <a:spcPct val="90000"/>
            </a:lnSpc>
            <a:spcBef>
              <a:spcPct val="0"/>
            </a:spcBef>
            <a:spcAft>
              <a:spcPct val="35000"/>
            </a:spcAft>
          </a:pPr>
          <a:r>
            <a:rPr lang="en-US" altLang="en-US" sz="1400" kern="1200" dirty="0"/>
            <a:t>Search continues backward through rules and </a:t>
          </a:r>
          <a:r>
            <a:rPr lang="en-US" altLang="en-US" sz="1400" kern="1200" dirty="0" err="1"/>
            <a:t>subgoals</a:t>
          </a:r>
          <a:r>
            <a:rPr lang="en-US" altLang="en-US" sz="1400" kern="1200" dirty="0"/>
            <a:t> to the given facts</a:t>
          </a:r>
        </a:p>
      </dsp:txBody>
      <dsp:txXfrm>
        <a:off x="2702790" y="4371370"/>
        <a:ext cx="5513637" cy="3494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8AD3C3-66FE-4C6F-B3CB-00213BFA784A}">
      <dsp:nvSpPr>
        <dsp:cNvPr id="0" name=""/>
        <dsp:cNvSpPr/>
      </dsp:nvSpPr>
      <dsp:spPr>
        <a:xfrm>
          <a:off x="5336659" y="3461106"/>
          <a:ext cx="479779" cy="515762"/>
        </a:xfrm>
        <a:custGeom>
          <a:avLst/>
          <a:gdLst/>
          <a:ahLst/>
          <a:cxnLst/>
          <a:rect l="0" t="0" r="0" b="0"/>
          <a:pathLst>
            <a:path>
              <a:moveTo>
                <a:pt x="0" y="0"/>
              </a:moveTo>
              <a:lnTo>
                <a:pt x="239889" y="0"/>
              </a:lnTo>
              <a:lnTo>
                <a:pt x="239889" y="515762"/>
              </a:lnTo>
              <a:lnTo>
                <a:pt x="479779" y="515762"/>
              </a:lnTo>
            </a:path>
          </a:pathLst>
        </a:custGeom>
        <a:noFill/>
        <a:ln w="5715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1ADF1061-3E13-4DB8-AE18-BD0A11493BB3}">
      <dsp:nvSpPr>
        <dsp:cNvPr id="0" name=""/>
        <dsp:cNvSpPr/>
      </dsp:nvSpPr>
      <dsp:spPr>
        <a:xfrm>
          <a:off x="5336659" y="2945343"/>
          <a:ext cx="479779" cy="515762"/>
        </a:xfrm>
        <a:custGeom>
          <a:avLst/>
          <a:gdLst/>
          <a:ahLst/>
          <a:cxnLst/>
          <a:rect l="0" t="0" r="0" b="0"/>
          <a:pathLst>
            <a:path>
              <a:moveTo>
                <a:pt x="0" y="515762"/>
              </a:moveTo>
              <a:lnTo>
                <a:pt x="239889" y="515762"/>
              </a:lnTo>
              <a:lnTo>
                <a:pt x="239889" y="0"/>
              </a:lnTo>
              <a:lnTo>
                <a:pt x="479779" y="0"/>
              </a:lnTo>
            </a:path>
          </a:pathLst>
        </a:custGeom>
        <a:noFill/>
        <a:ln w="57150" cap="flat" cmpd="sng" algn="ctr">
          <a:solidFill>
            <a:srgbClr val="0070C0"/>
          </a:solidFill>
          <a:prstDash val="solid"/>
        </a:ln>
        <a:effectLst/>
      </dsp:spPr>
      <dsp:style>
        <a:lnRef idx="2">
          <a:scrgbClr r="0" g="0" b="0"/>
        </a:lnRef>
        <a:fillRef idx="0">
          <a:scrgbClr r="0" g="0" b="0"/>
        </a:fillRef>
        <a:effectRef idx="0">
          <a:scrgbClr r="0" g="0" b="0"/>
        </a:effectRef>
        <a:fontRef idx="minor"/>
      </dsp:style>
    </dsp:sp>
    <dsp:sp modelId="{4703A2CE-D7FD-4E52-BC60-890ABCDB9106}">
      <dsp:nvSpPr>
        <dsp:cNvPr id="0" name=""/>
        <dsp:cNvSpPr/>
      </dsp:nvSpPr>
      <dsp:spPr>
        <a:xfrm>
          <a:off x="2457984" y="1913818"/>
          <a:ext cx="479779" cy="1547287"/>
        </a:xfrm>
        <a:custGeom>
          <a:avLst/>
          <a:gdLst/>
          <a:ahLst/>
          <a:cxnLst/>
          <a:rect l="0" t="0" r="0" b="0"/>
          <a:pathLst>
            <a:path>
              <a:moveTo>
                <a:pt x="0" y="0"/>
              </a:moveTo>
              <a:lnTo>
                <a:pt x="239889" y="0"/>
              </a:lnTo>
              <a:lnTo>
                <a:pt x="239889" y="1547287"/>
              </a:lnTo>
              <a:lnTo>
                <a:pt x="479779" y="1547287"/>
              </a:lnTo>
            </a:path>
          </a:pathLst>
        </a:custGeom>
        <a:noFill/>
        <a:ln w="57150" cap="flat" cmpd="sng" algn="ctr">
          <a:solidFill>
            <a:srgbClr val="F79646"/>
          </a:solidFill>
          <a:prstDash val="solid"/>
        </a:ln>
        <a:effectLst/>
      </dsp:spPr>
      <dsp:style>
        <a:lnRef idx="2">
          <a:scrgbClr r="0" g="0" b="0"/>
        </a:lnRef>
        <a:fillRef idx="0">
          <a:scrgbClr r="0" g="0" b="0"/>
        </a:fillRef>
        <a:effectRef idx="0">
          <a:scrgbClr r="0" g="0" b="0"/>
        </a:effectRef>
        <a:fontRef idx="minor"/>
      </dsp:style>
    </dsp:sp>
    <dsp:sp modelId="{3BEF2083-CFF6-458E-A821-349453B0E1FD}">
      <dsp:nvSpPr>
        <dsp:cNvPr id="0" name=""/>
        <dsp:cNvSpPr/>
      </dsp:nvSpPr>
      <dsp:spPr>
        <a:xfrm>
          <a:off x="2457984" y="1913818"/>
          <a:ext cx="479779" cy="515762"/>
        </a:xfrm>
        <a:custGeom>
          <a:avLst/>
          <a:gdLst/>
          <a:ahLst/>
          <a:cxnLst/>
          <a:rect l="0" t="0" r="0" b="0"/>
          <a:pathLst>
            <a:path>
              <a:moveTo>
                <a:pt x="0" y="0"/>
              </a:moveTo>
              <a:lnTo>
                <a:pt x="239889" y="0"/>
              </a:lnTo>
              <a:lnTo>
                <a:pt x="239889" y="515762"/>
              </a:lnTo>
              <a:lnTo>
                <a:pt x="479779" y="515762"/>
              </a:lnTo>
            </a:path>
          </a:pathLst>
        </a:custGeom>
        <a:noFill/>
        <a:ln w="38100" cap="flat" cmpd="sng" algn="ctr">
          <a:solidFill>
            <a:srgbClr val="F79646"/>
          </a:solidFill>
          <a:prstDash val="solid"/>
        </a:ln>
        <a:effectLst/>
      </dsp:spPr>
      <dsp:style>
        <a:lnRef idx="2">
          <a:scrgbClr r="0" g="0" b="0"/>
        </a:lnRef>
        <a:fillRef idx="0">
          <a:scrgbClr r="0" g="0" b="0"/>
        </a:fillRef>
        <a:effectRef idx="0">
          <a:scrgbClr r="0" g="0" b="0"/>
        </a:effectRef>
        <a:fontRef idx="minor"/>
      </dsp:style>
    </dsp:sp>
    <dsp:sp modelId="{3641FDC2-1961-4E2C-9C42-27761B1B4BAB}">
      <dsp:nvSpPr>
        <dsp:cNvPr id="0" name=""/>
        <dsp:cNvSpPr/>
      </dsp:nvSpPr>
      <dsp:spPr>
        <a:xfrm>
          <a:off x="2457984" y="1398056"/>
          <a:ext cx="479779" cy="515762"/>
        </a:xfrm>
        <a:custGeom>
          <a:avLst/>
          <a:gdLst/>
          <a:ahLst/>
          <a:cxnLst/>
          <a:rect l="0" t="0" r="0" b="0"/>
          <a:pathLst>
            <a:path>
              <a:moveTo>
                <a:pt x="0" y="515762"/>
              </a:moveTo>
              <a:lnTo>
                <a:pt x="239889" y="515762"/>
              </a:lnTo>
              <a:lnTo>
                <a:pt x="239889" y="0"/>
              </a:lnTo>
              <a:lnTo>
                <a:pt x="479779" y="0"/>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796FF9-67A5-4C9E-8809-2F4737F2C151}">
      <dsp:nvSpPr>
        <dsp:cNvPr id="0" name=""/>
        <dsp:cNvSpPr/>
      </dsp:nvSpPr>
      <dsp:spPr>
        <a:xfrm>
          <a:off x="2457984" y="366530"/>
          <a:ext cx="479779" cy="1547287"/>
        </a:xfrm>
        <a:custGeom>
          <a:avLst/>
          <a:gdLst/>
          <a:ahLst/>
          <a:cxnLst/>
          <a:rect l="0" t="0" r="0" b="0"/>
          <a:pathLst>
            <a:path>
              <a:moveTo>
                <a:pt x="0" y="1547287"/>
              </a:moveTo>
              <a:lnTo>
                <a:pt x="239889" y="1547287"/>
              </a:lnTo>
              <a:lnTo>
                <a:pt x="239889" y="0"/>
              </a:lnTo>
              <a:lnTo>
                <a:pt x="479779" y="0"/>
              </a:lnTo>
            </a:path>
          </a:pathLst>
        </a:custGeom>
        <a:noFill/>
        <a:ln w="57150" cap="flat" cmpd="sng" algn="ctr">
          <a:solidFill>
            <a:srgbClr val="F79646"/>
          </a:solidFill>
          <a:prstDash val="solid"/>
        </a:ln>
        <a:effectLst/>
      </dsp:spPr>
      <dsp:style>
        <a:lnRef idx="2">
          <a:scrgbClr r="0" g="0" b="0"/>
        </a:lnRef>
        <a:fillRef idx="0">
          <a:scrgbClr r="0" g="0" b="0"/>
        </a:fillRef>
        <a:effectRef idx="0">
          <a:scrgbClr r="0" g="0" b="0"/>
        </a:effectRef>
        <a:fontRef idx="minor"/>
      </dsp:style>
    </dsp:sp>
    <dsp:sp modelId="{38231560-EFCD-4C0D-ABE3-058C9AA695EE}">
      <dsp:nvSpPr>
        <dsp:cNvPr id="0" name=""/>
        <dsp:cNvSpPr/>
      </dsp:nvSpPr>
      <dsp:spPr>
        <a:xfrm>
          <a:off x="59088" y="1547987"/>
          <a:ext cx="2398895" cy="731663"/>
        </a:xfrm>
        <a:prstGeom prst="rect">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kern="1200" dirty="0"/>
            <a:t>Evaluation Criteria</a:t>
          </a:r>
        </a:p>
      </dsp:txBody>
      <dsp:txXfrm>
        <a:off x="59088" y="1547987"/>
        <a:ext cx="2398895" cy="731663"/>
      </dsp:txXfrm>
    </dsp:sp>
    <dsp:sp modelId="{36016008-471D-4A4F-8EEF-47A592F73406}">
      <dsp:nvSpPr>
        <dsp:cNvPr id="0" name=""/>
        <dsp:cNvSpPr/>
      </dsp:nvSpPr>
      <dsp:spPr>
        <a:xfrm>
          <a:off x="2937763" y="699"/>
          <a:ext cx="2398895" cy="731663"/>
        </a:xfrm>
        <a:prstGeom prst="rect">
          <a:avLst/>
        </a:prstGeom>
        <a:solidFill>
          <a:srgbClr val="F7964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MY" sz="2400" kern="1200" dirty="0">
              <a:solidFill>
                <a:sysClr val="windowText" lastClr="000000"/>
              </a:solidFill>
            </a:rPr>
            <a:t>Completeness</a:t>
          </a:r>
          <a:endParaRPr lang="en-US" sz="2400" kern="1200" dirty="0">
            <a:solidFill>
              <a:sysClr val="windowText" lastClr="000000"/>
            </a:solidFill>
          </a:endParaRPr>
        </a:p>
      </dsp:txBody>
      <dsp:txXfrm>
        <a:off x="2937763" y="699"/>
        <a:ext cx="2398895" cy="731663"/>
      </dsp:txXfrm>
    </dsp:sp>
    <dsp:sp modelId="{79F97347-4A87-4835-8948-069F7A123E84}">
      <dsp:nvSpPr>
        <dsp:cNvPr id="0" name=""/>
        <dsp:cNvSpPr/>
      </dsp:nvSpPr>
      <dsp:spPr>
        <a:xfrm>
          <a:off x="2937763" y="1032224"/>
          <a:ext cx="2398895" cy="731663"/>
        </a:xfrm>
        <a:prstGeom prst="rect">
          <a:avLst/>
        </a:prstGeom>
        <a:solidFill>
          <a:srgbClr val="F7964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MY" sz="2400" kern="1200" dirty="0">
              <a:solidFill>
                <a:sysClr val="windowText" lastClr="000000"/>
              </a:solidFill>
            </a:rPr>
            <a:t>Time complexity</a:t>
          </a:r>
        </a:p>
      </dsp:txBody>
      <dsp:txXfrm>
        <a:off x="2937763" y="1032224"/>
        <a:ext cx="2398895" cy="731663"/>
      </dsp:txXfrm>
    </dsp:sp>
    <dsp:sp modelId="{D8FC0777-9AB1-47A8-8D05-DC81D81E2021}">
      <dsp:nvSpPr>
        <dsp:cNvPr id="0" name=""/>
        <dsp:cNvSpPr/>
      </dsp:nvSpPr>
      <dsp:spPr>
        <a:xfrm>
          <a:off x="2937763" y="2063749"/>
          <a:ext cx="2398895" cy="731663"/>
        </a:xfrm>
        <a:prstGeom prst="rect">
          <a:avLst/>
        </a:prstGeom>
        <a:solidFill>
          <a:srgbClr val="F7964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MY" sz="2400" kern="1200" dirty="0">
              <a:solidFill>
                <a:sysClr val="windowText" lastClr="000000"/>
              </a:solidFill>
            </a:rPr>
            <a:t>Space complexity</a:t>
          </a:r>
        </a:p>
      </dsp:txBody>
      <dsp:txXfrm>
        <a:off x="2937763" y="2063749"/>
        <a:ext cx="2398895" cy="731663"/>
      </dsp:txXfrm>
    </dsp:sp>
    <dsp:sp modelId="{ED7E3E15-B2E7-45D5-8ED0-491E8E805374}">
      <dsp:nvSpPr>
        <dsp:cNvPr id="0" name=""/>
        <dsp:cNvSpPr/>
      </dsp:nvSpPr>
      <dsp:spPr>
        <a:xfrm>
          <a:off x="2937763" y="3095274"/>
          <a:ext cx="2398895" cy="731663"/>
        </a:xfrm>
        <a:prstGeom prst="rect">
          <a:avLst/>
        </a:prstGeom>
        <a:solidFill>
          <a:srgbClr val="F7964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MY" sz="2400" kern="1200" dirty="0">
              <a:solidFill>
                <a:sysClr val="windowText" lastClr="000000"/>
              </a:solidFill>
            </a:rPr>
            <a:t>Optimality</a:t>
          </a:r>
        </a:p>
      </dsp:txBody>
      <dsp:txXfrm>
        <a:off x="2937763" y="3095274"/>
        <a:ext cx="2398895" cy="731663"/>
      </dsp:txXfrm>
    </dsp:sp>
    <dsp:sp modelId="{3E33CA35-8557-4B58-A3DA-DDBE1966FDC8}">
      <dsp:nvSpPr>
        <dsp:cNvPr id="0" name=""/>
        <dsp:cNvSpPr/>
      </dsp:nvSpPr>
      <dsp:spPr>
        <a:xfrm>
          <a:off x="5816438" y="2579512"/>
          <a:ext cx="2398895" cy="731663"/>
        </a:xfrm>
        <a:prstGeom prst="rect">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MY" sz="2400" kern="1200" dirty="0"/>
            <a:t>Search cost</a:t>
          </a:r>
        </a:p>
      </dsp:txBody>
      <dsp:txXfrm>
        <a:off x="5816438" y="2579512"/>
        <a:ext cx="2398895" cy="731663"/>
      </dsp:txXfrm>
    </dsp:sp>
    <dsp:sp modelId="{38E60B70-CE4C-45E5-9B34-AD8C3BBB69B7}">
      <dsp:nvSpPr>
        <dsp:cNvPr id="0" name=""/>
        <dsp:cNvSpPr/>
      </dsp:nvSpPr>
      <dsp:spPr>
        <a:xfrm>
          <a:off x="5816438" y="3611037"/>
          <a:ext cx="2398895" cy="731663"/>
        </a:xfrm>
        <a:prstGeom prst="rect">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MY" sz="2400" kern="1200" dirty="0"/>
            <a:t> Path cost</a:t>
          </a:r>
        </a:p>
      </dsp:txBody>
      <dsp:txXfrm>
        <a:off x="5816438" y="3611037"/>
        <a:ext cx="2398895" cy="73166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ED72AD-98F2-48AA-9584-1CD8673FAED1}" type="datetimeFigureOut">
              <a:rPr lang="en-US" smtClean="0"/>
              <a:pPr/>
              <a:t>10/11/2019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18F6A6-5BDF-41D7-9B84-3DCB4D0C04F4}" type="slidenum">
              <a:rPr lang="en-US" smtClean="0"/>
              <a:pPr/>
              <a:t>‹#›</a:t>
            </a:fld>
            <a:endParaRPr lang="en-US"/>
          </a:p>
        </p:txBody>
      </p:sp>
    </p:spTree>
    <p:extLst>
      <p:ext uri="{BB962C8B-B14F-4D97-AF65-F5344CB8AC3E}">
        <p14:creationId xmlns:p14="http://schemas.microsoft.com/office/powerpoint/2010/main" val="338730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lideplayer.com/slide/9410231/"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en.wikipedia.org/wiki/State_space_search"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visualgo.net/en/dfsbfs?slide=1"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MY" dirty="0">
                <a:hlinkClick r:id="rId3"/>
              </a:rPr>
              <a:t>https://slideplayer.com/slide/9410231/</a:t>
            </a:r>
            <a:endParaRPr lang="en-MY" dirty="0"/>
          </a:p>
          <a:p>
            <a:pPr marL="171450" indent="-171450">
              <a:buFont typeface="Arial" panose="020B0604020202020204" pitchFamily="34" charset="0"/>
              <a:buChar char="•"/>
            </a:pPr>
            <a:r>
              <a:rPr lang="en-MY" dirty="0">
                <a:hlinkClick r:id="rId4"/>
              </a:rPr>
              <a:t>https://en.wikipedia.org/wiki/State_space_search</a:t>
            </a:r>
            <a:endParaRPr lang="en-MY"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5</a:t>
            </a:fld>
            <a:endParaRPr lang="en-US"/>
          </a:p>
        </p:txBody>
      </p:sp>
    </p:spTree>
    <p:extLst>
      <p:ext uri="{BB962C8B-B14F-4D97-AF65-F5344CB8AC3E}">
        <p14:creationId xmlns:p14="http://schemas.microsoft.com/office/powerpoint/2010/main" val="1420238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dirty="0" err="1"/>
              <a:t>Belum</a:t>
            </a:r>
            <a:r>
              <a:rPr lang="en-MY" dirty="0"/>
              <a:t> </a:t>
            </a:r>
            <a:r>
              <a:rPr lang="en-MY" dirty="0" err="1"/>
              <a:t>siap</a:t>
            </a:r>
            <a:r>
              <a:rPr lang="en-MY" dirty="0"/>
              <a:t> </a:t>
            </a:r>
            <a:r>
              <a:rPr lang="en-MY" dirty="0" err="1"/>
              <a:t>lagi</a:t>
            </a:r>
            <a:endParaRPr lang="en-MY" dirty="0"/>
          </a:p>
          <a:p>
            <a:endParaRPr lang="en-MY"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6</a:t>
            </a:fld>
            <a:endParaRPr lang="en-US"/>
          </a:p>
        </p:txBody>
      </p:sp>
    </p:spTree>
    <p:extLst>
      <p:ext uri="{BB962C8B-B14F-4D97-AF65-F5344CB8AC3E}">
        <p14:creationId xmlns:p14="http://schemas.microsoft.com/office/powerpoint/2010/main" val="1612876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a:t>
            </a:r>
          </a:p>
          <a:p>
            <a:r>
              <a:rPr lang="en-US" dirty="0"/>
              <a:t>Relate with predicate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a:t>
            </a:r>
            <a:r>
              <a:rPr lang="en-US" altLang="en-US" sz="1200" dirty="0">
                <a:solidFill>
                  <a:srgbClr val="0070C0"/>
                </a:solidFill>
                <a:latin typeface="Arial" panose="020B0604020202020204" pitchFamily="34" charset="0"/>
              </a:rPr>
              <a:t>Give a predicate to indicate the relation direction between nodes RB and I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rgbClr val="0070C0"/>
                </a:solidFill>
                <a:latin typeface="Arial" panose="020B0604020202020204" pitchFamily="34" charset="0"/>
              </a:rPr>
              <a:t>connect(X,Y,Z</a:t>
            </a:r>
            <a:r>
              <a:rPr lang="en-US" altLang="en-US" dirty="0"/>
              <a:t>) </a:t>
            </a:r>
          </a:p>
          <a:p>
            <a:endParaRPr lang="en-US" dirty="0"/>
          </a:p>
          <a:p>
            <a:r>
              <a:rPr lang="en-US" dirty="0"/>
              <a:t>2.</a:t>
            </a:r>
          </a:p>
        </p:txBody>
      </p:sp>
      <p:sp>
        <p:nvSpPr>
          <p:cNvPr id="4" name="Slide Number Placeholder 3"/>
          <p:cNvSpPr>
            <a:spLocks noGrp="1"/>
          </p:cNvSpPr>
          <p:nvPr>
            <p:ph type="sldNum" sz="quarter" idx="5"/>
          </p:nvPr>
        </p:nvSpPr>
        <p:spPr/>
        <p:txBody>
          <a:bodyPr/>
          <a:lstStyle/>
          <a:p>
            <a:fld id="{2818F6A6-5BDF-41D7-9B84-3DCB4D0C04F4}" type="slidenum">
              <a:rPr lang="en-US" smtClean="0"/>
              <a:pPr/>
              <a:t>10</a:t>
            </a:fld>
            <a:endParaRPr lang="en-US"/>
          </a:p>
        </p:txBody>
      </p:sp>
    </p:spTree>
    <p:extLst>
      <p:ext uri="{BB962C8B-B14F-4D97-AF65-F5344CB8AC3E}">
        <p14:creationId xmlns:p14="http://schemas.microsoft.com/office/powerpoint/2010/main" val="2005651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a:t>
            </a:r>
          </a:p>
          <a:p>
            <a:r>
              <a:rPr lang="en-US" dirty="0"/>
              <a:t>Relate with predicate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a:t>
            </a:r>
            <a:r>
              <a:rPr lang="en-US" altLang="en-US" sz="1200" dirty="0">
                <a:solidFill>
                  <a:srgbClr val="0070C0"/>
                </a:solidFill>
                <a:latin typeface="Arial" panose="020B0604020202020204" pitchFamily="34" charset="0"/>
              </a:rPr>
              <a:t>Give a predicate to indicate the relation direction between nodes RB and I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rgbClr val="0070C0"/>
                </a:solidFill>
                <a:latin typeface="Arial" panose="020B0604020202020204" pitchFamily="34" charset="0"/>
              </a:rPr>
              <a:t>connect(X,Y,Z</a:t>
            </a:r>
            <a:r>
              <a:rPr lang="en-US" altLang="en-US" dirty="0"/>
              <a:t>) </a:t>
            </a:r>
          </a:p>
          <a:p>
            <a:endParaRPr lang="en-US" dirty="0"/>
          </a:p>
          <a:p>
            <a:r>
              <a:rPr lang="en-US" dirty="0"/>
              <a:t>2.</a:t>
            </a:r>
          </a:p>
        </p:txBody>
      </p:sp>
      <p:sp>
        <p:nvSpPr>
          <p:cNvPr id="4" name="Slide Number Placeholder 3"/>
          <p:cNvSpPr>
            <a:spLocks noGrp="1"/>
          </p:cNvSpPr>
          <p:nvPr>
            <p:ph type="sldNum" sz="quarter" idx="5"/>
          </p:nvPr>
        </p:nvSpPr>
        <p:spPr/>
        <p:txBody>
          <a:bodyPr/>
          <a:lstStyle/>
          <a:p>
            <a:fld id="{2818F6A6-5BDF-41D7-9B84-3DCB4D0C04F4}" type="slidenum">
              <a:rPr lang="en-US" smtClean="0"/>
              <a:pPr/>
              <a:t>11</a:t>
            </a:fld>
            <a:endParaRPr lang="en-US"/>
          </a:p>
        </p:txBody>
      </p:sp>
    </p:spTree>
    <p:extLst>
      <p:ext uri="{BB962C8B-B14F-4D97-AF65-F5344CB8AC3E}">
        <p14:creationId xmlns:p14="http://schemas.microsoft.com/office/powerpoint/2010/main" val="3424616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a:t>
            </a:r>
          </a:p>
          <a:p>
            <a:r>
              <a:rPr lang="en-US" dirty="0"/>
              <a:t>Relate with predicate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a:t>
            </a:r>
            <a:r>
              <a:rPr lang="en-US" altLang="en-US" sz="1200" dirty="0">
                <a:solidFill>
                  <a:srgbClr val="0070C0"/>
                </a:solidFill>
                <a:latin typeface="Arial" panose="020B0604020202020204" pitchFamily="34" charset="0"/>
              </a:rPr>
              <a:t>Give a predicate to indicate the relation direction between nodes RB and I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rgbClr val="0070C0"/>
                </a:solidFill>
                <a:latin typeface="Arial" panose="020B0604020202020204" pitchFamily="34" charset="0"/>
              </a:rPr>
              <a:t>connect(X,Y,Z</a:t>
            </a:r>
            <a:r>
              <a:rPr lang="en-US" altLang="en-US" dirty="0"/>
              <a:t>) </a:t>
            </a:r>
          </a:p>
          <a:p>
            <a:endParaRPr lang="en-US" dirty="0"/>
          </a:p>
          <a:p>
            <a:r>
              <a:rPr lang="en-US" dirty="0"/>
              <a:t>2.</a:t>
            </a:r>
          </a:p>
        </p:txBody>
      </p:sp>
      <p:sp>
        <p:nvSpPr>
          <p:cNvPr id="4" name="Slide Number Placeholder 3"/>
          <p:cNvSpPr>
            <a:spLocks noGrp="1"/>
          </p:cNvSpPr>
          <p:nvPr>
            <p:ph type="sldNum" sz="quarter" idx="5"/>
          </p:nvPr>
        </p:nvSpPr>
        <p:spPr/>
        <p:txBody>
          <a:bodyPr/>
          <a:lstStyle/>
          <a:p>
            <a:fld id="{2818F6A6-5BDF-41D7-9B84-3DCB4D0C04F4}" type="slidenum">
              <a:rPr lang="en-US" smtClean="0"/>
              <a:pPr/>
              <a:t>12</a:t>
            </a:fld>
            <a:endParaRPr lang="en-US"/>
          </a:p>
        </p:txBody>
      </p:sp>
    </p:spTree>
    <p:extLst>
      <p:ext uri="{BB962C8B-B14F-4D97-AF65-F5344CB8AC3E}">
        <p14:creationId xmlns:p14="http://schemas.microsoft.com/office/powerpoint/2010/main" val="635574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err="1"/>
              <a:t>Belum</a:t>
            </a:r>
            <a:r>
              <a:rPr lang="en-MY" dirty="0"/>
              <a:t> </a:t>
            </a:r>
            <a:r>
              <a:rPr lang="en-MY" dirty="0" err="1"/>
              <a:t>siap</a:t>
            </a:r>
            <a:r>
              <a:rPr lang="en-MY" dirty="0"/>
              <a:t> </a:t>
            </a:r>
            <a:r>
              <a:rPr lang="en-MY" dirty="0" err="1"/>
              <a:t>lagi</a:t>
            </a:r>
            <a:endParaRPr lang="en-MY"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15</a:t>
            </a:fld>
            <a:endParaRPr lang="en-US"/>
          </a:p>
        </p:txBody>
      </p:sp>
    </p:spTree>
    <p:extLst>
      <p:ext uri="{BB962C8B-B14F-4D97-AF65-F5344CB8AC3E}">
        <p14:creationId xmlns:p14="http://schemas.microsoft.com/office/powerpoint/2010/main" val="3533254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Answer: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lt"/>
              </a:rPr>
              <a:t>EULER noted WALK WAS IMPOSSIBLE UNLESS A GRAPH HAS EXACTLY ZERO OR TWO NODES OF ODD DEGREES</a:t>
            </a:r>
          </a:p>
          <a:p>
            <a:endParaRPr lang="en-MY" dirty="0"/>
          </a:p>
        </p:txBody>
      </p:sp>
      <p:sp>
        <p:nvSpPr>
          <p:cNvPr id="4" name="Slide Number Placeholder 3"/>
          <p:cNvSpPr>
            <a:spLocks noGrp="1"/>
          </p:cNvSpPr>
          <p:nvPr>
            <p:ph type="sldNum" sz="quarter" idx="5"/>
          </p:nvPr>
        </p:nvSpPr>
        <p:spPr/>
        <p:txBody>
          <a:bodyPr/>
          <a:lstStyle/>
          <a:p>
            <a:fld id="{2818F6A6-5BDF-41D7-9B84-3DCB4D0C04F4}" type="slidenum">
              <a:rPr lang="en-US" smtClean="0"/>
              <a:pPr/>
              <a:t>16</a:t>
            </a:fld>
            <a:endParaRPr lang="en-US"/>
          </a:p>
        </p:txBody>
      </p:sp>
    </p:spTree>
    <p:extLst>
      <p:ext uri="{BB962C8B-B14F-4D97-AF65-F5344CB8AC3E}">
        <p14:creationId xmlns:p14="http://schemas.microsoft.com/office/powerpoint/2010/main" val="498319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https://visualgo.net/en/dfsbfs?slide=1</a:t>
            </a:r>
            <a:endParaRPr lang="en-GB"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21</a:t>
            </a:fld>
            <a:endParaRPr lang="en-US"/>
          </a:p>
        </p:txBody>
      </p:sp>
    </p:spTree>
    <p:extLst>
      <p:ext uri="{BB962C8B-B14F-4D97-AF65-F5344CB8AC3E}">
        <p14:creationId xmlns:p14="http://schemas.microsoft.com/office/powerpoint/2010/main" val="2380422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26</a:t>
            </a:fld>
            <a:endParaRPr lang="en-US"/>
          </a:p>
        </p:txBody>
      </p:sp>
    </p:spTree>
    <p:extLst>
      <p:ext uri="{BB962C8B-B14F-4D97-AF65-F5344CB8AC3E}">
        <p14:creationId xmlns:p14="http://schemas.microsoft.com/office/powerpoint/2010/main" val="29603617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27</a:t>
            </a:fld>
            <a:endParaRPr lang="en-US"/>
          </a:p>
        </p:txBody>
      </p:sp>
    </p:spTree>
    <p:extLst>
      <p:ext uri="{BB962C8B-B14F-4D97-AF65-F5344CB8AC3E}">
        <p14:creationId xmlns:p14="http://schemas.microsoft.com/office/powerpoint/2010/main" val="2805376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28</a:t>
            </a:fld>
            <a:endParaRPr lang="en-US"/>
          </a:p>
        </p:txBody>
      </p:sp>
    </p:spTree>
    <p:extLst>
      <p:ext uri="{BB962C8B-B14F-4D97-AF65-F5344CB8AC3E}">
        <p14:creationId xmlns:p14="http://schemas.microsoft.com/office/powerpoint/2010/main" val="3775811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2019</a:t>
            </a:r>
          </a:p>
        </p:txBody>
      </p:sp>
      <p:sp>
        <p:nvSpPr>
          <p:cNvPr id="6" name="Footer Placeholder 5"/>
          <p:cNvSpPr>
            <a:spLocks noGrp="1"/>
          </p:cNvSpPr>
          <p:nvPr>
            <p:ph type="ftr" sz="quarter" idx="11"/>
          </p:nvPr>
        </p:nvSpPr>
        <p:spPr/>
        <p:txBody>
          <a:bodyPr/>
          <a:lstStyle/>
          <a:p>
            <a:r>
              <a:rPr lang="en-US"/>
              <a:t>MECQ1203: Artificial Intelligence</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2019</a:t>
            </a:r>
          </a:p>
        </p:txBody>
      </p:sp>
      <p:sp>
        <p:nvSpPr>
          <p:cNvPr id="8" name="Footer Placeholder 7"/>
          <p:cNvSpPr>
            <a:spLocks noGrp="1"/>
          </p:cNvSpPr>
          <p:nvPr>
            <p:ph type="ftr" sz="quarter" idx="11"/>
          </p:nvPr>
        </p:nvSpPr>
        <p:spPr/>
        <p:txBody>
          <a:bodyPr/>
          <a:lstStyle/>
          <a:p>
            <a:r>
              <a:rPr lang="en-US"/>
              <a:t>MECQ1203: Artificial Intelligence</a:t>
            </a:r>
          </a:p>
        </p:txBody>
      </p:sp>
      <p:sp>
        <p:nvSpPr>
          <p:cNvPr id="9" name="Slide Number Placeholder 8"/>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2019</a:t>
            </a:r>
          </a:p>
        </p:txBody>
      </p:sp>
      <p:sp>
        <p:nvSpPr>
          <p:cNvPr id="4" name="Footer Placeholder 3"/>
          <p:cNvSpPr>
            <a:spLocks noGrp="1"/>
          </p:cNvSpPr>
          <p:nvPr>
            <p:ph type="ftr" sz="quarter" idx="11"/>
          </p:nvPr>
        </p:nvSpPr>
        <p:spPr/>
        <p:txBody>
          <a:bodyPr/>
          <a:lstStyle/>
          <a:p>
            <a:r>
              <a:rPr lang="en-US"/>
              <a:t>MECQ1203: Artificial Intelligence</a:t>
            </a:r>
          </a:p>
        </p:txBody>
      </p:sp>
      <p:sp>
        <p:nvSpPr>
          <p:cNvPr id="5" name="Slide Number Placeholder 4"/>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2019</a:t>
            </a:r>
          </a:p>
        </p:txBody>
      </p:sp>
      <p:sp>
        <p:nvSpPr>
          <p:cNvPr id="6" name="Footer Placeholder 5"/>
          <p:cNvSpPr>
            <a:spLocks noGrp="1"/>
          </p:cNvSpPr>
          <p:nvPr>
            <p:ph type="ftr" sz="quarter" idx="11"/>
          </p:nvPr>
        </p:nvSpPr>
        <p:spPr/>
        <p:txBody>
          <a:bodyPr/>
          <a:lstStyle/>
          <a:p>
            <a:r>
              <a:rPr lang="en-US"/>
              <a:t>MECQ1203: Artificial Intelligence</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2019</a:t>
            </a:r>
          </a:p>
        </p:txBody>
      </p:sp>
      <p:sp>
        <p:nvSpPr>
          <p:cNvPr id="6" name="Footer Placeholder 5"/>
          <p:cNvSpPr>
            <a:spLocks noGrp="1"/>
          </p:cNvSpPr>
          <p:nvPr>
            <p:ph type="ftr" sz="quarter" idx="11"/>
          </p:nvPr>
        </p:nvSpPr>
        <p:spPr/>
        <p:txBody>
          <a:bodyPr/>
          <a:lstStyle/>
          <a:p>
            <a:r>
              <a:rPr lang="en-US"/>
              <a:t>MECQ1203: Artificial Intelligence</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userDrawn="1"/>
        </p:nvPicPr>
        <p:blipFill>
          <a:blip r:embed="rId13" cstate="print"/>
          <a:srcRect/>
          <a:stretch>
            <a:fillRect/>
          </a:stretch>
        </p:blipFill>
        <p:spPr bwMode="auto">
          <a:xfrm>
            <a:off x="-747" y="6487366"/>
            <a:ext cx="9131300" cy="357187"/>
          </a:xfrm>
          <a:prstGeom prst="rect">
            <a:avLst/>
          </a:prstGeom>
          <a:noFill/>
          <a:ln w="9525">
            <a:noFill/>
            <a:miter lim="800000"/>
            <a:headEnd/>
            <a:tailEnd/>
          </a:ln>
        </p:spPr>
      </p:pic>
      <p:sp>
        <p:nvSpPr>
          <p:cNvPr id="9"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pic>
        <p:nvPicPr>
          <p:cNvPr id="10" name="Picture 20" descr="header_UTM"/>
          <p:cNvPicPr>
            <a:picLocks noChangeAspect="1" noChangeArrowheads="1"/>
          </p:cNvPicPr>
          <p:nvPr userDrawn="1"/>
        </p:nvPicPr>
        <p:blipFill>
          <a:blip r:embed="rId14" cstate="print"/>
          <a:srcRect/>
          <a:stretch>
            <a:fillRect/>
          </a:stretch>
        </p:blipFill>
        <p:spPr bwMode="auto">
          <a:xfrm>
            <a:off x="63500" y="106363"/>
            <a:ext cx="1195388" cy="395287"/>
          </a:xfrm>
          <a:prstGeom prst="rect">
            <a:avLst/>
          </a:prstGeom>
          <a:noFill/>
          <a:ln w="9525">
            <a:noFill/>
            <a:miter lim="800000"/>
            <a:headEnd/>
            <a:tailEnd/>
          </a:ln>
        </p:spPr>
      </p:pic>
      <p:pic>
        <p:nvPicPr>
          <p:cNvPr id="11" name="Picture 22" descr="header_url"/>
          <p:cNvPicPr>
            <a:picLocks noChangeAspect="1" noChangeArrowheads="1"/>
          </p:cNvPicPr>
          <p:nvPr userDrawn="1"/>
        </p:nvPicPr>
        <p:blipFill>
          <a:blip r:embed="rId15" cstate="print"/>
          <a:srcRect/>
          <a:stretch>
            <a:fillRect/>
          </a:stretch>
        </p:blipFill>
        <p:spPr bwMode="auto">
          <a:xfrm>
            <a:off x="0" y="1169894"/>
            <a:ext cx="2376488" cy="255588"/>
          </a:xfrm>
          <a:prstGeom prst="rect">
            <a:avLst/>
          </a:prstGeom>
          <a:noFill/>
          <a:ln w="9525">
            <a:noFill/>
            <a:miter lim="800000"/>
            <a:headEnd/>
            <a:tailEnd/>
          </a:ln>
        </p:spPr>
      </p:pic>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598396"/>
            <a:ext cx="2133600" cy="365125"/>
          </a:xfrm>
          <a:prstGeom prst="rect">
            <a:avLst/>
          </a:prstGeom>
        </p:spPr>
        <p:txBody>
          <a:bodyPr vert="horz" lIns="91440" tIns="45720" rIns="91440" bIns="45720" rtlCol="0" anchor="ctr"/>
          <a:lstStyle>
            <a:lvl1pPr algn="l">
              <a:defRPr sz="1100">
                <a:solidFill>
                  <a:sysClr val="windowText" lastClr="000000"/>
                </a:solidFill>
              </a:defRPr>
            </a:lvl1pPr>
          </a:lstStyle>
          <a:p>
            <a:r>
              <a:rPr lang="en-US"/>
              <a:t>2019</a:t>
            </a:r>
            <a:endParaRPr lang="en-US" dirty="0"/>
          </a:p>
        </p:txBody>
      </p:sp>
      <p:sp>
        <p:nvSpPr>
          <p:cNvPr id="5" name="Footer Placeholder 4"/>
          <p:cNvSpPr>
            <a:spLocks noGrp="1"/>
          </p:cNvSpPr>
          <p:nvPr>
            <p:ph type="ftr" sz="quarter" idx="3"/>
          </p:nvPr>
        </p:nvSpPr>
        <p:spPr>
          <a:xfrm>
            <a:off x="2469777" y="6620436"/>
            <a:ext cx="4191000" cy="304800"/>
          </a:xfrm>
          <a:prstGeom prst="rect">
            <a:avLst/>
          </a:prstGeom>
        </p:spPr>
        <p:txBody>
          <a:bodyPr vert="horz" lIns="91440" tIns="45720" rIns="91440" bIns="45720" rtlCol="0" anchor="ctr"/>
          <a:lstStyle>
            <a:lvl1pPr algn="ctr">
              <a:defRPr sz="1100">
                <a:solidFill>
                  <a:sysClr val="windowText" lastClr="000000"/>
                </a:solidFill>
              </a:defRPr>
            </a:lvl1pPr>
          </a:lstStyle>
          <a:p>
            <a:r>
              <a:rPr lang="en-US"/>
              <a:t>MECQ1203: Artificial Intelligence</a:t>
            </a:r>
          </a:p>
        </p:txBody>
      </p:sp>
      <p:sp>
        <p:nvSpPr>
          <p:cNvPr id="6" name="Slide Number Placeholder 5"/>
          <p:cNvSpPr>
            <a:spLocks noGrp="1"/>
          </p:cNvSpPr>
          <p:nvPr>
            <p:ph type="sldNum" sz="quarter" idx="4"/>
          </p:nvPr>
        </p:nvSpPr>
        <p:spPr>
          <a:xfrm>
            <a:off x="6553200" y="6598396"/>
            <a:ext cx="2133600" cy="365125"/>
          </a:xfrm>
          <a:prstGeom prst="rect">
            <a:avLst/>
          </a:prstGeom>
        </p:spPr>
        <p:txBody>
          <a:bodyPr vert="horz" lIns="91440" tIns="45720" rIns="91440" bIns="45720" rtlCol="0" anchor="ctr"/>
          <a:lstStyle>
            <a:lvl1pPr algn="r">
              <a:defRPr sz="1100">
                <a:solidFill>
                  <a:sysClr val="windowText" lastClr="000000"/>
                </a:solidFill>
              </a:defRPr>
            </a:lvl1pPr>
          </a:lstStyle>
          <a:p>
            <a:fld id="{0362C787-829C-4B6B-B21B-90D8981190F3}" type="slidenum">
              <a:rPr lang="en-US" smtClean="0"/>
              <a:pPr/>
              <a:t>‹#›</a:t>
            </a:fld>
            <a:endParaRPr lang="en-US"/>
          </a:p>
        </p:txBody>
      </p:sp>
      <p:pic>
        <p:nvPicPr>
          <p:cNvPr id="12" name="Picture 3" descr="A close up of a logo&#10;&#10;Description automatically generated">
            <a:extLst>
              <a:ext uri="{FF2B5EF4-FFF2-40B4-BE49-F238E27FC236}">
                <a16:creationId xmlns:a16="http://schemas.microsoft.com/office/drawing/2014/main" xmlns="" id="{5A3AE759-D010-43EB-8C5F-B95307ECC8E4}"/>
              </a:ext>
            </a:extLst>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7630160" y="6021985"/>
            <a:ext cx="1392237"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ontent Placeholder 2"/>
          <p:cNvSpPr txBox="1">
            <a:spLocks/>
          </p:cNvSpPr>
          <p:nvPr userDrawn="1"/>
        </p:nvSpPr>
        <p:spPr>
          <a:xfrm>
            <a:off x="457200" y="1600200"/>
            <a:ext cx="8229600" cy="4525963"/>
          </a:xfrm>
          <a:prstGeom prst="rect">
            <a:avLst/>
          </a:prstGeom>
        </p:spPr>
        <p:txBody>
          <a:bodyPr/>
          <a:lstStyle/>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54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5400" b="1" i="0" u="none" strike="noStrike" kern="1200" cap="none" spc="0" normalizeH="0" baseline="0" noProof="0">
                <a:ln>
                  <a:noFill/>
                </a:ln>
                <a:solidFill>
                  <a:schemeClr val="tx1"/>
                </a:solidFill>
                <a:effectLst/>
                <a:uLnTx/>
                <a:uFillTx/>
                <a:latin typeface="+mn-lt"/>
                <a:ea typeface="+mn-ea"/>
                <a:cs typeface="+mn-cs"/>
              </a:rPr>
              <a:t>Terima Kasih</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800" b="0" i="0" u="none" strike="noStrike" kern="1200" cap="none" spc="0" normalizeH="0" baseline="0" noProof="0">
                <a:ln>
                  <a:noFill/>
                </a:ln>
                <a:solidFill>
                  <a:srgbClr val="C00000"/>
                </a:solidFill>
                <a:effectLst/>
                <a:uLnTx/>
                <a:uFillTx/>
                <a:latin typeface="+mn-lt"/>
                <a:ea typeface="+mn-ea"/>
                <a:cs typeface="+mn-cs"/>
              </a:rPr>
              <a:t>atas keprihatinan anda</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800" b="0" i="0" u="none" strike="noStrike" kern="1200" cap="none" spc="0" normalizeH="0" baseline="0" noProof="0">
              <a:ln>
                <a:noFill/>
              </a:ln>
              <a:solidFill>
                <a:srgbClr val="C00000"/>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3600" b="1" i="0" u="none" strike="noStrike" kern="1200" cap="none" spc="0" normalizeH="0" baseline="0" noProof="0">
                <a:ln>
                  <a:noFill/>
                </a:ln>
                <a:solidFill>
                  <a:srgbClr val="002060"/>
                </a:solidFill>
                <a:effectLst/>
                <a:uLnTx/>
                <a:uFillTx/>
                <a:latin typeface="Baskerville Old Face" pitchFamily="18" charset="0"/>
                <a:ea typeface="+mn-ea"/>
                <a:cs typeface="+mn-cs"/>
              </a:rPr>
              <a:t>“I Care, You Care, We Care”</a:t>
            </a:r>
            <a:endParaRPr kumimoji="0" lang="en-US" sz="3600" b="1" i="0" u="none" strike="noStrike" kern="1200" cap="none" spc="0" normalizeH="0" baseline="0" noProof="0" dirty="0">
              <a:ln>
                <a:noFill/>
              </a:ln>
              <a:solidFill>
                <a:srgbClr val="002060"/>
              </a:solidFill>
              <a:effectLst/>
              <a:uLnTx/>
              <a:uFillTx/>
              <a:latin typeface="Baskerville Old Face" pitchFamily="18" charset="0"/>
              <a:ea typeface="+mn-ea"/>
              <a:cs typeface="+mn-cs"/>
            </a:endParaRPr>
          </a:p>
        </p:txBody>
      </p:sp>
      <p:pic>
        <p:nvPicPr>
          <p:cNvPr id="13" name="Picture 10"/>
          <p:cNvPicPr>
            <a:picLocks noChangeAspect="1" noChangeArrowheads="1"/>
          </p:cNvPicPr>
          <p:nvPr userDrawn="1"/>
        </p:nvPicPr>
        <p:blipFill>
          <a:blip r:embed="rId2" cstate="print"/>
          <a:srcRect/>
          <a:stretch>
            <a:fillRect/>
          </a:stretch>
        </p:blipFill>
        <p:spPr bwMode="auto">
          <a:xfrm>
            <a:off x="-747" y="6487366"/>
            <a:ext cx="9131300" cy="357187"/>
          </a:xfrm>
          <a:prstGeom prst="rect">
            <a:avLst/>
          </a:prstGeom>
          <a:noFill/>
          <a:ln w="9525">
            <a:noFill/>
            <a:miter lim="800000"/>
            <a:headEnd/>
            <a:tailEnd/>
          </a:ln>
        </p:spPr>
      </p:pic>
      <p:sp>
        <p:nvSpPr>
          <p:cNvPr id="14" name="Date Placeholder 3"/>
          <p:cNvSpPr>
            <a:spLocks noGrp="1"/>
          </p:cNvSpPr>
          <p:nvPr>
            <p:ph type="dt" sz="half" idx="2"/>
          </p:nvPr>
        </p:nvSpPr>
        <p:spPr>
          <a:xfrm>
            <a:off x="0" y="6600451"/>
            <a:ext cx="1547664"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solidFill>
                <a:latin typeface="+mn-lt"/>
              </a:defRPr>
            </a:lvl1pPr>
          </a:lstStyle>
          <a:p>
            <a:pPr>
              <a:defRPr/>
            </a:pPr>
            <a:r>
              <a:rPr lang="en-US"/>
              <a:t>2019</a:t>
            </a:r>
            <a:endParaRPr lang="en-US" dirty="0"/>
          </a:p>
        </p:txBody>
      </p:sp>
      <p:sp>
        <p:nvSpPr>
          <p:cNvPr id="15" name="Slide Number Placeholder 5"/>
          <p:cNvSpPr>
            <a:spLocks noGrp="1"/>
          </p:cNvSpPr>
          <p:nvPr>
            <p:ph type="sldNum" sz="quarter" idx="4"/>
          </p:nvPr>
        </p:nvSpPr>
        <p:spPr>
          <a:xfrm>
            <a:off x="8316416" y="6600451"/>
            <a:ext cx="457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solidFill>
                <a:latin typeface="+mn-lt"/>
              </a:defRPr>
            </a:lvl1pPr>
          </a:lstStyle>
          <a:p>
            <a:pPr>
              <a:defRPr/>
            </a:pPr>
            <a:fld id="{C038A795-CA2C-4B96-A1E0-C7053193AEE8}" type="slidenum">
              <a:rPr lang="en-US"/>
              <a:pPr>
                <a:defRPr/>
              </a:pPr>
              <a:t>‹#›</a:t>
            </a:fld>
            <a:endParaRPr lang="en-US"/>
          </a:p>
        </p:txBody>
      </p:sp>
      <p:sp>
        <p:nvSpPr>
          <p:cNvPr id="16"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pic>
        <p:nvPicPr>
          <p:cNvPr id="17" name="Picture 20" descr="header_UTM"/>
          <p:cNvPicPr>
            <a:picLocks noChangeAspect="1" noChangeArrowheads="1"/>
          </p:cNvPicPr>
          <p:nvPr userDrawn="1"/>
        </p:nvPicPr>
        <p:blipFill>
          <a:blip r:embed="rId3" cstate="print"/>
          <a:srcRect/>
          <a:stretch>
            <a:fillRect/>
          </a:stretch>
        </p:blipFill>
        <p:spPr bwMode="auto">
          <a:xfrm>
            <a:off x="63500" y="106363"/>
            <a:ext cx="1195388" cy="395287"/>
          </a:xfrm>
          <a:prstGeom prst="rect">
            <a:avLst/>
          </a:prstGeom>
          <a:noFill/>
          <a:ln w="9525">
            <a:noFill/>
            <a:miter lim="800000"/>
            <a:headEnd/>
            <a:tailEnd/>
          </a:ln>
        </p:spPr>
      </p:pic>
      <p:pic>
        <p:nvPicPr>
          <p:cNvPr id="18" name="Picture 22" descr="header_url"/>
          <p:cNvPicPr>
            <a:picLocks noChangeAspect="1" noChangeArrowheads="1"/>
          </p:cNvPicPr>
          <p:nvPr userDrawn="1"/>
        </p:nvPicPr>
        <p:blipFill>
          <a:blip r:embed="rId4" cstate="print"/>
          <a:srcRect/>
          <a:stretch>
            <a:fillRect/>
          </a:stretch>
        </p:blipFill>
        <p:spPr bwMode="auto">
          <a:xfrm>
            <a:off x="0" y="1009650"/>
            <a:ext cx="2376488" cy="388938"/>
          </a:xfrm>
          <a:prstGeom prst="rect">
            <a:avLst/>
          </a:prstGeom>
          <a:noFill/>
          <a:ln w="9525">
            <a:noFill/>
            <a:miter lim="800000"/>
            <a:headEnd/>
            <a:tailEnd/>
          </a:ln>
        </p:spPr>
      </p:pic>
      <p:pic>
        <p:nvPicPr>
          <p:cNvPr id="19" name="Picture 7"/>
          <p:cNvPicPr>
            <a:picLocks noChangeAspect="1" noChangeArrowheads="1"/>
          </p:cNvPicPr>
          <p:nvPr userDrawn="1"/>
        </p:nvPicPr>
        <p:blipFill>
          <a:blip r:embed="rId5" cstate="print"/>
          <a:srcRect/>
          <a:stretch>
            <a:fillRect/>
          </a:stretch>
        </p:blipFill>
        <p:spPr bwMode="auto">
          <a:xfrm>
            <a:off x="1873008" y="53788"/>
            <a:ext cx="580837" cy="438130"/>
          </a:xfrm>
          <a:prstGeom prst="rect">
            <a:avLst/>
          </a:prstGeom>
          <a:noFill/>
          <a:ln w="9525">
            <a:noFill/>
            <a:miter lim="800000"/>
            <a:headEnd/>
            <a:tailEnd/>
          </a:ln>
        </p:spPr>
      </p:pic>
      <p:pic>
        <p:nvPicPr>
          <p:cNvPr id="20" name="Picture 8" descr="PNG_newlogo"/>
          <p:cNvPicPr>
            <a:picLocks noChangeAspect="1" noChangeArrowheads="1"/>
          </p:cNvPicPr>
          <p:nvPr userDrawn="1"/>
        </p:nvPicPr>
        <p:blipFill>
          <a:blip r:embed="rId6" cstate="print"/>
          <a:srcRect/>
          <a:stretch>
            <a:fillRect/>
          </a:stretch>
        </p:blipFill>
        <p:spPr bwMode="auto">
          <a:xfrm>
            <a:off x="1354633" y="26894"/>
            <a:ext cx="504056" cy="477366"/>
          </a:xfrm>
          <a:prstGeom prst="rect">
            <a:avLst/>
          </a:prstGeom>
          <a:noFill/>
          <a:ln w="9525" algn="in">
            <a:noFill/>
            <a:miter lim="800000"/>
            <a:headEnd/>
            <a:tailEnd/>
          </a:ln>
        </p:spPr>
      </p:pic>
      <p:sp>
        <p:nvSpPr>
          <p:cNvPr id="21" name="Footer Placeholder 4"/>
          <p:cNvSpPr>
            <a:spLocks noGrp="1"/>
          </p:cNvSpPr>
          <p:nvPr>
            <p:ph type="ftr" sz="quarter" idx="3"/>
          </p:nvPr>
        </p:nvSpPr>
        <p:spPr>
          <a:xfrm>
            <a:off x="2281520" y="6647328"/>
            <a:ext cx="4704928" cy="365125"/>
          </a:xfrm>
          <a:prstGeom prst="rect">
            <a:avLst/>
          </a:prstGeom>
        </p:spPr>
        <p:txBody>
          <a:bodyPr/>
          <a:lstStyle>
            <a:lvl1pPr algn="ctr">
              <a:defRPr sz="1100"/>
            </a:lvl1pPr>
          </a:lstStyle>
          <a:p>
            <a:pPr>
              <a:defRPr/>
            </a:pPr>
            <a:r>
              <a:rPr lang="en-US"/>
              <a:t>MECQ1203: Artificial Intelligence</a:t>
            </a:r>
            <a:endParaRPr lang="en-US" dirty="0"/>
          </a:p>
        </p:txBody>
      </p:sp>
    </p:spTree>
  </p:cSld>
  <p:clrMap bg1="lt1" tx1="dk1" bg2="lt2" tx2="dk2" accent1="accent1" accent2="accent2" accent3="accent3" accent4="accent4" accent5="accent5" accent6="accent6" hlink="hlink" folHlink="folHlink"/>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3.png"/><Relationship Id="rId7" Type="http://schemas.openxmlformats.org/officeDocument/2006/relationships/diagramQuickStyle" Target="../diagrams/quickStyle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2.png"/><Relationship Id="rId9" Type="http://schemas.microsoft.com/office/2007/relationships/diagramDrawing" Target="../diagrams/drawing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8.png"/><Relationship Id="rId7" Type="http://schemas.openxmlformats.org/officeDocument/2006/relationships/diagramColors" Target="../diagrams/colors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130425"/>
            <a:ext cx="9220200" cy="936625"/>
          </a:xfrm>
        </p:spPr>
        <p:txBody>
          <a:bodyPr>
            <a:normAutofit/>
          </a:bodyPr>
          <a:lstStyle/>
          <a:p>
            <a:r>
              <a:rPr lang="en-US" sz="5400" b="1" dirty="0">
                <a:solidFill>
                  <a:srgbClr val="C00000"/>
                </a:solidFill>
                <a:latin typeface="Roboto" pitchFamily="2" charset="0"/>
                <a:ea typeface="Roboto" pitchFamily="2" charset="0"/>
              </a:rPr>
              <a:t>Search</a:t>
            </a:r>
            <a:r>
              <a:rPr lang="en-US" sz="5400" b="1" dirty="0">
                <a:latin typeface="Roboto" pitchFamily="2" charset="0"/>
                <a:ea typeface="Roboto" pitchFamily="2" charset="0"/>
              </a:rPr>
              <a:t> Algorithms</a:t>
            </a:r>
          </a:p>
        </p:txBody>
      </p:sp>
      <p:sp>
        <p:nvSpPr>
          <p:cNvPr id="3" name="Subtitle 2"/>
          <p:cNvSpPr>
            <a:spLocks noGrp="1"/>
          </p:cNvSpPr>
          <p:nvPr>
            <p:ph type="subTitle" idx="1"/>
          </p:nvPr>
        </p:nvSpPr>
        <p:spPr>
          <a:xfrm>
            <a:off x="0" y="3886200"/>
            <a:ext cx="9144000" cy="1752600"/>
          </a:xfrm>
          <a:solidFill>
            <a:srgbClr val="FFE1AD"/>
          </a:solidFill>
        </p:spPr>
        <p:txBody>
          <a:bodyPr>
            <a:normAutofit lnSpcReduction="10000"/>
          </a:bodyPr>
          <a:lstStyle/>
          <a:p>
            <a:r>
              <a:rPr lang="en-US" sz="4000" b="1" dirty="0">
                <a:solidFill>
                  <a:srgbClr val="0070C0"/>
                </a:solidFill>
              </a:rPr>
              <a:t>Artificial Intelligence</a:t>
            </a:r>
          </a:p>
          <a:p>
            <a:endParaRPr lang="en-US" sz="1100" b="1" dirty="0">
              <a:solidFill>
                <a:srgbClr val="0070C0"/>
              </a:solidFill>
            </a:endParaRPr>
          </a:p>
          <a:p>
            <a:pPr>
              <a:spcBef>
                <a:spcPts val="0"/>
              </a:spcBef>
            </a:pPr>
            <a:r>
              <a:rPr lang="en-US" sz="2800" i="1" spc="-150" dirty="0"/>
              <a:t>School of Computing</a:t>
            </a:r>
          </a:p>
          <a:p>
            <a:pPr>
              <a:spcBef>
                <a:spcPts val="0"/>
              </a:spcBef>
            </a:pPr>
            <a:r>
              <a:rPr lang="en-US" sz="2800" i="1" spc="-150" dirty="0"/>
              <a:t>Universiti Teknologi Malaysia</a:t>
            </a:r>
          </a:p>
        </p:txBody>
      </p:sp>
      <p:pic>
        <p:nvPicPr>
          <p:cNvPr id="5" name="Picture 2" descr="Image result for artificial intelligence icon"/>
          <p:cNvPicPr>
            <a:picLocks noChangeAspect="1" noChangeArrowheads="1"/>
          </p:cNvPicPr>
          <p:nvPr/>
        </p:nvPicPr>
        <p:blipFill rotWithShape="1">
          <a:blip r:embed="rId2" cstate="print">
            <a:duotone>
              <a:prstClr val="black"/>
              <a:schemeClr val="accent2">
                <a:tint val="45000"/>
                <a:satMod val="400000"/>
              </a:schemeClr>
            </a:duotone>
            <a:extLst>
              <a:ext uri="{BEBA8EAE-BF5A-486C-A8C5-ECC9F3942E4B}">
                <a14:imgProps xmlns:a14="http://schemas.microsoft.com/office/drawing/2010/main">
                  <a14:imgLayer r:embed="rId3">
                    <a14:imgEffect>
                      <a14:backgroundRemoval t="5429" b="69497" l="10000" r="90000">
                        <a14:foregroundMark x1="65976" y1="28727" x2="65976" y2="28727"/>
                        <a14:foregroundMark x1="58293" y1="30997" x2="58293" y2="30997"/>
                        <a14:foregroundMark x1="60732" y1="35933" x2="60732" y2="35933"/>
                        <a14:foregroundMark x1="58293" y1="41165" x2="58293" y2="41165"/>
                        <a14:foregroundMark x1="65122" y1="41757" x2="65122" y2="41757"/>
                        <a14:foregroundMark x1="69634" y1="36130" x2="69634" y2="36130"/>
                        <a14:foregroundMark x1="61220" y1="48963" x2="61220" y2="48963"/>
                        <a14:foregroundMark x1="50854" y1="66732" x2="50854" y2="66732"/>
                        <a14:foregroundMark x1="51098" y1="5429" x2="51098" y2="5429"/>
                      </a14:backgroundRemoval>
                    </a14:imgEffect>
                  </a14:imgLayer>
                </a14:imgProps>
              </a:ext>
              <a:ext uri="{28A0092B-C50C-407E-A947-70E740481C1C}">
                <a14:useLocalDpi xmlns:a14="http://schemas.microsoft.com/office/drawing/2010/main" val="0"/>
              </a:ext>
            </a:extLst>
          </a:blip>
          <a:srcRect l="14092" r="15445" b="29337"/>
          <a:stretch/>
        </p:blipFill>
        <p:spPr bwMode="auto">
          <a:xfrm>
            <a:off x="1" y="3429000"/>
            <a:ext cx="2071412" cy="25662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2</a:t>
            </a:fld>
            <a:endParaRPr lang="en-US"/>
          </a:p>
        </p:txBody>
      </p:sp>
      <p:pic>
        <p:nvPicPr>
          <p:cNvPr id="6" name="Picture 2" descr="Image result for artificial intelligence icon"/>
          <p:cNvPicPr>
            <a:picLocks noChangeAspect="1" noChangeArrowheads="1"/>
          </p:cNvPicPr>
          <p:nvPr/>
        </p:nvPicPr>
        <p:blipFill rotWithShape="1">
          <a:blip r:embed="rId2" cstate="print">
            <a:duotone>
              <a:prstClr val="black"/>
              <a:schemeClr val="accent2">
                <a:tint val="45000"/>
                <a:satMod val="400000"/>
              </a:schemeClr>
            </a:duotone>
            <a:extLst>
              <a:ext uri="{BEBA8EAE-BF5A-486C-A8C5-ECC9F3942E4B}">
                <a14:imgProps xmlns:a14="http://schemas.microsoft.com/office/drawing/2010/main">
                  <a14:imgLayer r:embed="rId3">
                    <a14:imgEffect>
                      <a14:backgroundRemoval t="5429" b="69497" l="10000" r="90000">
                        <a14:foregroundMark x1="65976" y1="28727" x2="65976" y2="28727"/>
                        <a14:foregroundMark x1="58293" y1="30997" x2="58293" y2="30997"/>
                        <a14:foregroundMark x1="60732" y1="35933" x2="60732" y2="35933"/>
                        <a14:foregroundMark x1="58293" y1="41165" x2="58293" y2="41165"/>
                        <a14:foregroundMark x1="65122" y1="41757" x2="65122" y2="41757"/>
                        <a14:foregroundMark x1="69634" y1="36130" x2="69634" y2="36130"/>
                        <a14:foregroundMark x1="61220" y1="48963" x2="61220" y2="48963"/>
                        <a14:foregroundMark x1="50854" y1="66732" x2="50854" y2="66732"/>
                        <a14:foregroundMark x1="51098" y1="5429" x2="51098" y2="5429"/>
                      </a14:backgroundRemoval>
                    </a14:imgEffect>
                  </a14:imgLayer>
                </a14:imgProps>
              </a:ext>
              <a:ext uri="{28A0092B-C50C-407E-A947-70E740481C1C}">
                <a14:useLocalDpi xmlns:a14="http://schemas.microsoft.com/office/drawing/2010/main" val="0"/>
              </a:ext>
            </a:extLst>
          </a:blip>
          <a:srcRect l="14092" r="15445" b="29337"/>
          <a:stretch/>
        </p:blipFill>
        <p:spPr bwMode="auto">
          <a:xfrm>
            <a:off x="64826" y="2259238"/>
            <a:ext cx="2071412" cy="256625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txBox="1">
            <a:spLocks/>
          </p:cNvSpPr>
          <p:nvPr/>
        </p:nvSpPr>
        <p:spPr>
          <a:xfrm>
            <a:off x="2136239" y="2602326"/>
            <a:ext cx="7007761" cy="936625"/>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b="1" dirty="0">
                <a:solidFill>
                  <a:srgbClr val="C00000"/>
                </a:solidFill>
                <a:latin typeface="Roboto" pitchFamily="2" charset="0"/>
                <a:ea typeface="Roboto" pitchFamily="2" charset="0"/>
              </a:rPr>
              <a:t>Formulation</a:t>
            </a:r>
          </a:p>
        </p:txBody>
      </p:sp>
      <p:sp>
        <p:nvSpPr>
          <p:cNvPr id="8" name="Rectangle 7"/>
          <p:cNvSpPr/>
          <p:nvPr/>
        </p:nvSpPr>
        <p:spPr>
          <a:xfrm>
            <a:off x="2136238" y="3538951"/>
            <a:ext cx="6217023" cy="1569660"/>
          </a:xfrm>
          <a:prstGeom prst="rect">
            <a:avLst/>
          </a:prstGeom>
        </p:spPr>
        <p:txBody>
          <a:bodyPr wrap="square">
            <a:spAutoFit/>
          </a:bodyPr>
          <a:lstStyle/>
          <a:p>
            <a:pPr marL="742950" lvl="1" indent="-285750">
              <a:buFont typeface="Arial" panose="020B0604020202020204" pitchFamily="34" charset="0"/>
              <a:buChar char="•"/>
            </a:pPr>
            <a:r>
              <a:rPr lang="en-MY" sz="2400" dirty="0"/>
              <a:t>State Space</a:t>
            </a:r>
          </a:p>
          <a:p>
            <a:pPr marL="742950" lvl="1" indent="-285750">
              <a:buFont typeface="Arial" panose="020B0604020202020204" pitchFamily="34" charset="0"/>
              <a:buChar char="•"/>
            </a:pPr>
            <a:r>
              <a:rPr lang="en-MY" sz="2400" dirty="0"/>
              <a:t>Problem Formulation</a:t>
            </a:r>
          </a:p>
          <a:p>
            <a:pPr marL="742950" lvl="1" indent="-285750">
              <a:buFont typeface="Arial" panose="020B0604020202020204" pitchFamily="34" charset="0"/>
              <a:buChar char="•"/>
            </a:pPr>
            <a:r>
              <a:rPr lang="en-MY" sz="2400" dirty="0"/>
              <a:t>Graph Theory</a:t>
            </a:r>
          </a:p>
          <a:p>
            <a:pPr marL="742950" lvl="1" indent="-285750">
              <a:buFont typeface="Arial" panose="020B0604020202020204" pitchFamily="34" charset="0"/>
              <a:buChar char="•"/>
            </a:pPr>
            <a:r>
              <a:rPr lang="en-MY" sz="2400" dirty="0"/>
              <a:t>State Space Mapping</a:t>
            </a:r>
          </a:p>
        </p:txBody>
      </p:sp>
    </p:spTree>
    <p:extLst>
      <p:ext uri="{BB962C8B-B14F-4D97-AF65-F5344CB8AC3E}">
        <p14:creationId xmlns:p14="http://schemas.microsoft.com/office/powerpoint/2010/main" val="1392839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dirty="0">
                <a:solidFill>
                  <a:srgbClr val="FFE1AD"/>
                </a:solidFill>
              </a:rPr>
              <a:t>2019</a:t>
            </a: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dirty="0">
                <a:solidFill>
                  <a:srgbClr val="FFE1AD"/>
                </a:solidFill>
              </a:rPr>
              <a:t>MECQ1203: Artificial Intelligence</a:t>
            </a: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3</a:t>
            </a:fld>
            <a:endParaRPr lang="en-US" sz="900" dirty="0">
              <a:solidFill>
                <a:srgbClr val="FFE1AD"/>
              </a:solidFill>
            </a:endParaRPr>
          </a:p>
        </p:txBody>
      </p:sp>
      <p:sp>
        <p:nvSpPr>
          <p:cNvPr id="7" name="Rectangle 5"/>
          <p:cNvSpPr>
            <a:spLocks noChangeArrowheads="1"/>
          </p:cNvSpPr>
          <p:nvPr/>
        </p:nvSpPr>
        <p:spPr bwMode="auto">
          <a:xfrm>
            <a:off x="304800" y="1828799"/>
            <a:ext cx="8229600" cy="513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Char char="•"/>
              <a:defRPr sz="3200">
                <a:solidFill>
                  <a:schemeClr val="tx1"/>
                </a:solidFill>
                <a:effectLst>
                  <a:outerShdw blurRad="38100" dist="38100" dir="2700000" algn="tl">
                    <a:srgbClr val="000000"/>
                  </a:outerShdw>
                </a:effectLst>
                <a:latin typeface="Garamond" panose="02020404030301010803" pitchFamily="18" charset="0"/>
              </a:defRPr>
            </a:lvl1pPr>
            <a:lvl2pPr marL="742950" indent="-285750">
              <a:spcBef>
                <a:spcPct val="20000"/>
              </a:spcBef>
              <a:buChar char="–"/>
              <a:defRPr sz="2800">
                <a:solidFill>
                  <a:schemeClr val="tx1"/>
                </a:solidFill>
                <a:effectLst>
                  <a:outerShdw blurRad="38100" dist="38100" dir="2700000" algn="tl">
                    <a:srgbClr val="000000"/>
                  </a:outerShdw>
                </a:effectLst>
                <a:latin typeface="Garamond" panose="02020404030301010803" pitchFamily="18" charset="0"/>
              </a:defRPr>
            </a:lvl2pPr>
            <a:lvl3pPr marL="1143000" indent="-228600">
              <a:spcBef>
                <a:spcPct val="20000"/>
              </a:spcBef>
              <a:buClr>
                <a:schemeClr val="tx2"/>
              </a:buClr>
              <a:buChar char="•"/>
              <a:defRPr sz="2400">
                <a:solidFill>
                  <a:schemeClr val="tx1"/>
                </a:solidFill>
                <a:effectLst>
                  <a:outerShdw blurRad="38100" dist="38100" dir="2700000" algn="tl">
                    <a:srgbClr val="000000"/>
                  </a:outerShdw>
                </a:effectLst>
                <a:latin typeface="Garamond" panose="02020404030301010803" pitchFamily="18" charset="0"/>
              </a:defRPr>
            </a:lvl3pPr>
            <a:lvl4pPr marL="1600200" indent="-228600">
              <a:spcBef>
                <a:spcPct val="20000"/>
              </a:spcBef>
              <a:buChar char="–"/>
              <a:defRPr sz="2000">
                <a:solidFill>
                  <a:schemeClr val="tx1"/>
                </a:solidFill>
                <a:effectLst>
                  <a:outerShdw blurRad="38100" dist="38100" dir="2700000" algn="tl">
                    <a:srgbClr val="000000"/>
                  </a:outerShdw>
                </a:effectLst>
                <a:latin typeface="Garamond" panose="02020404030301010803" pitchFamily="18" charset="0"/>
              </a:defRPr>
            </a:lvl4pPr>
            <a:lvl5pPr marL="2057400" indent="-228600">
              <a:spcBef>
                <a:spcPct val="20000"/>
              </a:spcBef>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5pPr>
            <a:lvl6pPr marL="25146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6pPr>
            <a:lvl7pPr marL="29718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7pPr>
            <a:lvl8pPr marL="34290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8pPr>
            <a:lvl9pPr marL="38862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9pPr>
          </a:lstStyle>
          <a:p>
            <a:pPr>
              <a:buClr>
                <a:srgbClr val="0070C0"/>
              </a:buClr>
              <a:buFont typeface="Arial" panose="020B0604020202020204" pitchFamily="34" charset="0"/>
              <a:buChar char="•"/>
              <a:defRPr/>
            </a:pPr>
            <a:r>
              <a:rPr lang="en-US" altLang="en-US" sz="2400" dirty="0">
                <a:effectLst/>
                <a:latin typeface="+mn-lt"/>
              </a:rPr>
              <a:t>In Artificial Intelligence, Search techniques are universal problem-solving methods. </a:t>
            </a:r>
          </a:p>
          <a:p>
            <a:pPr>
              <a:buClr>
                <a:srgbClr val="0070C0"/>
              </a:buClr>
              <a:buFont typeface="Arial" panose="020B0604020202020204" pitchFamily="34" charset="0"/>
              <a:buChar char="•"/>
              <a:defRPr/>
            </a:pPr>
            <a:r>
              <a:rPr lang="en-US" altLang="en-US" sz="2400" b="1" dirty="0">
                <a:effectLst/>
                <a:latin typeface="+mn-lt"/>
              </a:rPr>
              <a:t>Rational agents </a:t>
            </a:r>
            <a:r>
              <a:rPr lang="en-US" altLang="en-US" sz="2400" dirty="0">
                <a:effectLst/>
                <a:latin typeface="+mn-lt"/>
              </a:rPr>
              <a:t>or </a:t>
            </a:r>
            <a:r>
              <a:rPr lang="en-US" altLang="en-US" sz="2400" b="1" dirty="0">
                <a:effectLst/>
                <a:latin typeface="+mn-lt"/>
              </a:rPr>
              <a:t>Problem-solving agents </a:t>
            </a:r>
            <a:r>
              <a:rPr lang="en-US" altLang="en-US" sz="2400" dirty="0">
                <a:effectLst/>
                <a:latin typeface="+mn-lt"/>
              </a:rPr>
              <a:t>in AI mostly used these search strategies or algorithms to solve a specific problem and provide the best result. </a:t>
            </a:r>
          </a:p>
          <a:p>
            <a:pPr>
              <a:buClr>
                <a:srgbClr val="0070C0"/>
              </a:buClr>
              <a:buFont typeface="Arial" panose="020B0604020202020204" pitchFamily="34" charset="0"/>
              <a:buChar char="•"/>
              <a:defRPr/>
            </a:pPr>
            <a:r>
              <a:rPr lang="en-US" altLang="en-US" sz="2400" dirty="0">
                <a:effectLst/>
                <a:latin typeface="+mn-lt"/>
              </a:rPr>
              <a:t>Problem-solving agents are the goal-based agents and use atomic representation. </a:t>
            </a:r>
          </a:p>
        </p:txBody>
      </p:sp>
      <p:sp>
        <p:nvSpPr>
          <p:cNvPr id="10" name="Rectangle 9"/>
          <p:cNvSpPr/>
          <p:nvPr/>
        </p:nvSpPr>
        <p:spPr>
          <a:xfrm>
            <a:off x="1066800" y="304800"/>
            <a:ext cx="8073273" cy="707886"/>
          </a:xfrm>
          <a:prstGeom prst="rect">
            <a:avLst/>
          </a:prstGeom>
        </p:spPr>
        <p:txBody>
          <a:bodyPr wrap="square">
            <a:spAutoFit/>
          </a:bodyPr>
          <a:lstStyle/>
          <a:p>
            <a:pPr algn="ctr"/>
            <a:r>
              <a:rPr lang="en-US" sz="4000" b="1" dirty="0">
                <a:latin typeface="Roboto" pitchFamily="2" charset="0"/>
                <a:ea typeface="Roboto" pitchFamily="2" charset="0"/>
              </a:rPr>
              <a:t>Searching Algorithm in AI</a:t>
            </a:r>
            <a:endParaRPr lang="en-MY" sz="4000" b="1" dirty="0">
              <a:latin typeface="Roboto" pitchFamily="2" charset="0"/>
              <a:ea typeface="Roboto" pitchFamily="2" charset="0"/>
            </a:endParaRPr>
          </a:p>
        </p:txBody>
      </p:sp>
    </p:spTree>
    <p:extLst>
      <p:ext uri="{BB962C8B-B14F-4D97-AF65-F5344CB8AC3E}">
        <p14:creationId xmlns:p14="http://schemas.microsoft.com/office/powerpoint/2010/main" val="2001094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dirty="0">
                <a:solidFill>
                  <a:srgbClr val="FFE1AD"/>
                </a:solidFill>
              </a:rPr>
              <a:t>2019</a:t>
            </a: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dirty="0">
                <a:solidFill>
                  <a:srgbClr val="FFE1AD"/>
                </a:solidFill>
              </a:rPr>
              <a:t>MECQ1203: Artificial Intelligence</a:t>
            </a: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4</a:t>
            </a:fld>
            <a:endParaRPr lang="en-US" sz="900" dirty="0">
              <a:solidFill>
                <a:srgbClr val="FFE1AD"/>
              </a:solidFill>
            </a:endParaRPr>
          </a:p>
        </p:txBody>
      </p:sp>
      <p:sp>
        <p:nvSpPr>
          <p:cNvPr id="7" name="Rectangle 5"/>
          <p:cNvSpPr>
            <a:spLocks noChangeArrowheads="1"/>
          </p:cNvSpPr>
          <p:nvPr/>
        </p:nvSpPr>
        <p:spPr bwMode="auto">
          <a:xfrm>
            <a:off x="304800" y="1828799"/>
            <a:ext cx="8229600" cy="513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Char char="•"/>
              <a:defRPr sz="3200">
                <a:solidFill>
                  <a:schemeClr val="tx1"/>
                </a:solidFill>
                <a:effectLst>
                  <a:outerShdw blurRad="38100" dist="38100" dir="2700000" algn="tl">
                    <a:srgbClr val="000000"/>
                  </a:outerShdw>
                </a:effectLst>
                <a:latin typeface="Garamond" panose="02020404030301010803" pitchFamily="18" charset="0"/>
              </a:defRPr>
            </a:lvl1pPr>
            <a:lvl2pPr marL="742950" indent="-285750">
              <a:spcBef>
                <a:spcPct val="20000"/>
              </a:spcBef>
              <a:buChar char="–"/>
              <a:defRPr sz="2800">
                <a:solidFill>
                  <a:schemeClr val="tx1"/>
                </a:solidFill>
                <a:effectLst>
                  <a:outerShdw blurRad="38100" dist="38100" dir="2700000" algn="tl">
                    <a:srgbClr val="000000"/>
                  </a:outerShdw>
                </a:effectLst>
                <a:latin typeface="Garamond" panose="02020404030301010803" pitchFamily="18" charset="0"/>
              </a:defRPr>
            </a:lvl2pPr>
            <a:lvl3pPr marL="1143000" indent="-228600">
              <a:spcBef>
                <a:spcPct val="20000"/>
              </a:spcBef>
              <a:buClr>
                <a:schemeClr val="tx2"/>
              </a:buClr>
              <a:buChar char="•"/>
              <a:defRPr sz="2400">
                <a:solidFill>
                  <a:schemeClr val="tx1"/>
                </a:solidFill>
                <a:effectLst>
                  <a:outerShdw blurRad="38100" dist="38100" dir="2700000" algn="tl">
                    <a:srgbClr val="000000"/>
                  </a:outerShdw>
                </a:effectLst>
                <a:latin typeface="Garamond" panose="02020404030301010803" pitchFamily="18" charset="0"/>
              </a:defRPr>
            </a:lvl3pPr>
            <a:lvl4pPr marL="1600200" indent="-228600">
              <a:spcBef>
                <a:spcPct val="20000"/>
              </a:spcBef>
              <a:buChar char="–"/>
              <a:defRPr sz="2000">
                <a:solidFill>
                  <a:schemeClr val="tx1"/>
                </a:solidFill>
                <a:effectLst>
                  <a:outerShdw blurRad="38100" dist="38100" dir="2700000" algn="tl">
                    <a:srgbClr val="000000"/>
                  </a:outerShdw>
                </a:effectLst>
                <a:latin typeface="Garamond" panose="02020404030301010803" pitchFamily="18" charset="0"/>
              </a:defRPr>
            </a:lvl4pPr>
            <a:lvl5pPr marL="2057400" indent="-228600">
              <a:spcBef>
                <a:spcPct val="20000"/>
              </a:spcBef>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5pPr>
            <a:lvl6pPr marL="25146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6pPr>
            <a:lvl7pPr marL="29718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7pPr>
            <a:lvl8pPr marL="34290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8pPr>
            <a:lvl9pPr marL="38862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9pPr>
          </a:lstStyle>
          <a:p>
            <a:pPr lvl="1">
              <a:buClr>
                <a:srgbClr val="0070C0"/>
              </a:buClr>
              <a:buFont typeface="Arial" panose="020B0604020202020204" pitchFamily="34" charset="0"/>
              <a:buChar char="•"/>
              <a:defRPr/>
            </a:pPr>
            <a:r>
              <a:rPr lang="en-US" altLang="en-US" sz="2400" dirty="0">
                <a:effectLst/>
                <a:latin typeface="+mn-lt"/>
              </a:rPr>
              <a:t>Represent a problem as – </a:t>
            </a:r>
            <a:r>
              <a:rPr lang="en-US" altLang="en-US" sz="2400" dirty="0">
                <a:solidFill>
                  <a:srgbClr val="0070C0"/>
                </a:solidFill>
                <a:effectLst/>
                <a:latin typeface="+mn-lt"/>
              </a:rPr>
              <a:t>A STATE SPACE</a:t>
            </a:r>
          </a:p>
          <a:p>
            <a:pPr lvl="1">
              <a:buClr>
                <a:srgbClr val="0070C0"/>
              </a:buClr>
              <a:buFont typeface="Arial" panose="020B0604020202020204" pitchFamily="34" charset="0"/>
              <a:buChar char="•"/>
              <a:defRPr/>
            </a:pPr>
            <a:r>
              <a:rPr lang="en-US" altLang="en-US" sz="2400" dirty="0">
                <a:effectLst/>
                <a:latin typeface="+mn-lt"/>
              </a:rPr>
              <a:t>Analyze the structure and complexity of problem and search procedures using – </a:t>
            </a:r>
            <a:r>
              <a:rPr lang="en-US" altLang="en-US" sz="2400" dirty="0">
                <a:solidFill>
                  <a:srgbClr val="0070C0"/>
                </a:solidFill>
                <a:effectLst/>
                <a:latin typeface="+mn-lt"/>
              </a:rPr>
              <a:t>GRAPH THEORY</a:t>
            </a:r>
          </a:p>
          <a:p>
            <a:pPr lvl="2">
              <a:buClr>
                <a:srgbClr val="0070C0"/>
              </a:buClr>
              <a:buFont typeface="Arial" panose="020B0604020202020204" pitchFamily="34" charset="0"/>
              <a:buChar char="•"/>
              <a:defRPr/>
            </a:pPr>
            <a:r>
              <a:rPr lang="en-US" altLang="en-US" dirty="0">
                <a:effectLst/>
                <a:latin typeface="+mn-lt"/>
              </a:rPr>
              <a:t>Nodes represent discrete states </a:t>
            </a:r>
            <a:br>
              <a:rPr lang="en-US" altLang="en-US" dirty="0">
                <a:effectLst/>
                <a:latin typeface="+mn-lt"/>
              </a:rPr>
            </a:br>
            <a:r>
              <a:rPr lang="en-US" altLang="en-US" dirty="0">
                <a:effectLst/>
                <a:latin typeface="+mn-lt"/>
              </a:rPr>
              <a:t>Example: Different configuration of game board</a:t>
            </a:r>
          </a:p>
          <a:p>
            <a:pPr lvl="2">
              <a:buClr>
                <a:srgbClr val="0070C0"/>
              </a:buClr>
              <a:buFont typeface="Arial" panose="020B0604020202020204" pitchFamily="34" charset="0"/>
              <a:buChar char="•"/>
              <a:defRPr/>
            </a:pPr>
            <a:r>
              <a:rPr lang="en-US" altLang="en-US" dirty="0">
                <a:effectLst/>
                <a:latin typeface="+mn-lt"/>
              </a:rPr>
              <a:t>Path/arcs/links represent action between states </a:t>
            </a:r>
            <a:br>
              <a:rPr lang="en-US" altLang="en-US" dirty="0">
                <a:effectLst/>
                <a:latin typeface="+mn-lt"/>
              </a:rPr>
            </a:br>
            <a:r>
              <a:rPr lang="en-US" altLang="en-US" dirty="0">
                <a:effectLst/>
                <a:latin typeface="+mn-lt"/>
              </a:rPr>
              <a:t>Example: Movement in a game</a:t>
            </a:r>
          </a:p>
          <a:p>
            <a:pPr>
              <a:buClr>
                <a:srgbClr val="0070C0"/>
              </a:buClr>
              <a:buFont typeface="Arial" panose="020B0604020202020204" pitchFamily="34" charset="0"/>
              <a:buChar char="•"/>
              <a:defRPr/>
            </a:pPr>
            <a:endParaRPr lang="en-US" altLang="en-US" sz="2400" dirty="0">
              <a:effectLst/>
            </a:endParaRPr>
          </a:p>
        </p:txBody>
      </p:sp>
      <p:sp>
        <p:nvSpPr>
          <p:cNvPr id="10" name="Rectangle 9"/>
          <p:cNvSpPr/>
          <p:nvPr/>
        </p:nvSpPr>
        <p:spPr>
          <a:xfrm>
            <a:off x="1066800" y="304800"/>
            <a:ext cx="8073273" cy="707886"/>
          </a:xfrm>
          <a:prstGeom prst="rect">
            <a:avLst/>
          </a:prstGeom>
        </p:spPr>
        <p:txBody>
          <a:bodyPr wrap="square">
            <a:spAutoFit/>
          </a:bodyPr>
          <a:lstStyle/>
          <a:p>
            <a:pPr algn="ctr"/>
            <a:r>
              <a:rPr lang="en-MY" sz="4000" b="1" dirty="0">
                <a:latin typeface="Roboto" pitchFamily="2" charset="0"/>
                <a:ea typeface="Roboto" pitchFamily="2" charset="0"/>
              </a:rPr>
              <a:t>What do you need to know?</a:t>
            </a:r>
          </a:p>
        </p:txBody>
      </p:sp>
    </p:spTree>
    <p:extLst>
      <p:ext uri="{BB962C8B-B14F-4D97-AF65-F5344CB8AC3E}">
        <p14:creationId xmlns:p14="http://schemas.microsoft.com/office/powerpoint/2010/main" val="3248835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dirty="0">
                <a:solidFill>
                  <a:srgbClr val="FFE1AD"/>
                </a:solidFill>
              </a:rPr>
              <a:t>2019</a:t>
            </a: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dirty="0">
                <a:solidFill>
                  <a:srgbClr val="FFE1AD"/>
                </a:solidFill>
              </a:rPr>
              <a:t>MECQ1203: Artificial Intelligence</a:t>
            </a: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5</a:t>
            </a:fld>
            <a:endParaRPr lang="en-US" sz="900" dirty="0">
              <a:solidFill>
                <a:srgbClr val="FFE1AD"/>
              </a:solidFill>
            </a:endParaRPr>
          </a:p>
        </p:txBody>
      </p:sp>
      <p:sp>
        <p:nvSpPr>
          <p:cNvPr id="10" name="Rectangle 9"/>
          <p:cNvSpPr/>
          <p:nvPr/>
        </p:nvSpPr>
        <p:spPr>
          <a:xfrm>
            <a:off x="1066800" y="304800"/>
            <a:ext cx="8073273" cy="707886"/>
          </a:xfrm>
          <a:prstGeom prst="rect">
            <a:avLst/>
          </a:prstGeom>
        </p:spPr>
        <p:txBody>
          <a:bodyPr wrap="square">
            <a:spAutoFit/>
          </a:bodyPr>
          <a:lstStyle/>
          <a:p>
            <a:pPr algn="ctr"/>
            <a:r>
              <a:rPr lang="en-MY" sz="4000" b="1" dirty="0">
                <a:latin typeface="Roboto" pitchFamily="2" charset="0"/>
                <a:ea typeface="Roboto" pitchFamily="2" charset="0"/>
              </a:rPr>
              <a:t>State Space</a:t>
            </a:r>
          </a:p>
        </p:txBody>
      </p:sp>
      <p:sp>
        <p:nvSpPr>
          <p:cNvPr id="8" name="TextBox 7"/>
          <p:cNvSpPr txBox="1"/>
          <p:nvPr/>
        </p:nvSpPr>
        <p:spPr>
          <a:xfrm>
            <a:off x="457200" y="2038934"/>
            <a:ext cx="8153400" cy="4154984"/>
          </a:xfrm>
          <a:prstGeom prst="rect">
            <a:avLst/>
          </a:prstGeom>
          <a:noFill/>
        </p:spPr>
        <p:txBody>
          <a:bodyPr wrap="square" rtlCol="0">
            <a:spAutoFit/>
          </a:bodyPr>
          <a:lstStyle/>
          <a:p>
            <a:pPr marL="285750" indent="-285750">
              <a:buClr>
                <a:srgbClr val="0070C0"/>
              </a:buClr>
              <a:buFont typeface="Arial" panose="020B0604020202020204" pitchFamily="34" charset="0"/>
              <a:buChar char="•"/>
            </a:pPr>
            <a:r>
              <a:rPr lang="en-MY" sz="2400" dirty="0"/>
              <a:t>When </a:t>
            </a:r>
            <a:r>
              <a:rPr lang="en-MY" sz="2400" dirty="0">
                <a:solidFill>
                  <a:srgbClr val="0070C0"/>
                </a:solidFill>
              </a:rPr>
              <a:t>states and actions </a:t>
            </a:r>
            <a:r>
              <a:rPr lang="en-MY" sz="2400" dirty="0"/>
              <a:t>are specified a state space is defined</a:t>
            </a:r>
          </a:p>
          <a:p>
            <a:pPr marL="285750" indent="-285750">
              <a:buClr>
                <a:srgbClr val="0070C0"/>
              </a:buClr>
              <a:buFont typeface="Arial" panose="020B0604020202020204" pitchFamily="34" charset="0"/>
              <a:buChar char="•"/>
            </a:pPr>
            <a:r>
              <a:rPr lang="en-MY" sz="2400" dirty="0"/>
              <a:t>States + Actions </a:t>
            </a:r>
            <a:r>
              <a:rPr lang="en-MY" sz="2400" dirty="0">
                <a:sym typeface="Wingdings" panose="05000000000000000000" pitchFamily="2" charset="2"/>
              </a:rPr>
              <a:t> </a:t>
            </a:r>
            <a:r>
              <a:rPr lang="en-MY" sz="2400" dirty="0"/>
              <a:t>State Space</a:t>
            </a:r>
          </a:p>
          <a:p>
            <a:pPr marL="285750" indent="-285750">
              <a:buClr>
                <a:srgbClr val="0070C0"/>
              </a:buClr>
              <a:buFont typeface="Arial" panose="020B0604020202020204" pitchFamily="34" charset="0"/>
              <a:buChar char="•"/>
            </a:pPr>
            <a:r>
              <a:rPr lang="en-MY" sz="2400" dirty="0"/>
              <a:t>State space consists of a </a:t>
            </a:r>
            <a:r>
              <a:rPr lang="en-MY" sz="2400" dirty="0">
                <a:solidFill>
                  <a:srgbClr val="0070C0"/>
                </a:solidFill>
              </a:rPr>
              <a:t>set of states </a:t>
            </a:r>
            <a:r>
              <a:rPr lang="en-MY" sz="2400" dirty="0"/>
              <a:t>and a </a:t>
            </a:r>
            <a:r>
              <a:rPr lang="en-MY" sz="2400" dirty="0">
                <a:solidFill>
                  <a:srgbClr val="0070C0"/>
                </a:solidFill>
              </a:rPr>
              <a:t>set of actions connecting</a:t>
            </a:r>
            <a:r>
              <a:rPr lang="en-MY" sz="2400" dirty="0"/>
              <a:t> states with each other and can be viewed as state-space graph </a:t>
            </a:r>
          </a:p>
          <a:p>
            <a:pPr marL="285750" indent="-285750">
              <a:buClr>
                <a:srgbClr val="0070C0"/>
              </a:buClr>
              <a:buFont typeface="Arial" panose="020B0604020202020204" pitchFamily="34" charset="0"/>
              <a:buChar char="•"/>
            </a:pPr>
            <a:r>
              <a:rPr lang="en-MY" sz="2400" dirty="0">
                <a:solidFill>
                  <a:srgbClr val="0070C0"/>
                </a:solidFill>
              </a:rPr>
              <a:t>Problems</a:t>
            </a:r>
            <a:r>
              <a:rPr lang="en-MY" sz="2400" dirty="0"/>
              <a:t> can be modelled as a state space </a:t>
            </a:r>
          </a:p>
          <a:p>
            <a:pPr marL="285750" indent="-285750">
              <a:buClr>
                <a:srgbClr val="0070C0"/>
              </a:buClr>
              <a:buFont typeface="Arial" panose="020B0604020202020204" pitchFamily="34" charset="0"/>
              <a:buChar char="•"/>
            </a:pPr>
            <a:r>
              <a:rPr lang="en-MY" sz="2400" dirty="0"/>
              <a:t>The state space forms a directed network or graph in which the nodes are states and the links between nodes are actions</a:t>
            </a:r>
          </a:p>
          <a:p>
            <a:pPr marL="285750" indent="-285750">
              <a:buClr>
                <a:srgbClr val="0070C0"/>
              </a:buClr>
              <a:buFont typeface="Arial" panose="020B0604020202020204" pitchFamily="34" charset="0"/>
              <a:buChar char="•"/>
            </a:pPr>
            <a:r>
              <a:rPr lang="en-MY" sz="2400" dirty="0"/>
              <a:t>Can be define as; search for a path from initial state to a goal state</a:t>
            </a:r>
          </a:p>
          <a:p>
            <a:pPr marL="285750" indent="-285750">
              <a:buClr>
                <a:srgbClr val="0070C0"/>
              </a:buClr>
              <a:buFont typeface="Arial" panose="020B0604020202020204" pitchFamily="34" charset="0"/>
              <a:buChar char="•"/>
            </a:pPr>
            <a:endParaRPr lang="en-MY" sz="2400" dirty="0"/>
          </a:p>
        </p:txBody>
      </p:sp>
    </p:spTree>
    <p:extLst>
      <p:ext uri="{BB962C8B-B14F-4D97-AF65-F5344CB8AC3E}">
        <p14:creationId xmlns:p14="http://schemas.microsoft.com/office/powerpoint/2010/main" val="1002441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dirty="0">
                <a:solidFill>
                  <a:srgbClr val="FFE1AD"/>
                </a:solidFill>
              </a:rPr>
              <a:t>2019</a:t>
            </a: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dirty="0">
                <a:solidFill>
                  <a:srgbClr val="FFE1AD"/>
                </a:solidFill>
              </a:rPr>
              <a:t>MECQ1203: Artificial Intelligence</a:t>
            </a: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6</a:t>
            </a:fld>
            <a:endParaRPr lang="en-US" sz="900" dirty="0">
              <a:solidFill>
                <a:srgbClr val="FFE1AD"/>
              </a:solidFill>
            </a:endParaRPr>
          </a:p>
        </p:txBody>
      </p:sp>
      <p:sp>
        <p:nvSpPr>
          <p:cNvPr id="8" name="Rectangle 7"/>
          <p:cNvSpPr/>
          <p:nvPr/>
        </p:nvSpPr>
        <p:spPr>
          <a:xfrm>
            <a:off x="1066800" y="304800"/>
            <a:ext cx="8073273" cy="707886"/>
          </a:xfrm>
          <a:prstGeom prst="rect">
            <a:avLst/>
          </a:prstGeom>
        </p:spPr>
        <p:txBody>
          <a:bodyPr wrap="square">
            <a:spAutoFit/>
          </a:bodyPr>
          <a:lstStyle/>
          <a:p>
            <a:pPr algn="ctr"/>
            <a:r>
              <a:rPr lang="en-MY" sz="4000" b="1" dirty="0">
                <a:latin typeface="Roboto" pitchFamily="2" charset="0"/>
                <a:ea typeface="Roboto" pitchFamily="2" charset="0"/>
              </a:rPr>
              <a:t>Problem Formulation</a:t>
            </a:r>
            <a:endParaRPr lang="en-MY" sz="4000" b="1" dirty="0">
              <a:solidFill>
                <a:srgbClr val="C00000"/>
              </a:solidFill>
              <a:latin typeface="Roboto" pitchFamily="2" charset="0"/>
              <a:ea typeface="Roboto" pitchFamily="2" charset="0"/>
            </a:endParaRPr>
          </a:p>
        </p:txBody>
      </p:sp>
      <p:sp>
        <p:nvSpPr>
          <p:cNvPr id="3" name="Rectangle 2"/>
          <p:cNvSpPr/>
          <p:nvPr/>
        </p:nvSpPr>
        <p:spPr>
          <a:xfrm>
            <a:off x="152400" y="1911340"/>
            <a:ext cx="6845300" cy="3416320"/>
          </a:xfrm>
          <a:prstGeom prst="rect">
            <a:avLst/>
          </a:prstGeom>
        </p:spPr>
        <p:txBody>
          <a:bodyPr wrap="square">
            <a:spAutoFit/>
          </a:bodyPr>
          <a:lstStyle/>
          <a:p>
            <a:pPr marL="285750" indent="-285750">
              <a:buFont typeface="Arial" panose="020B0604020202020204" pitchFamily="34" charset="0"/>
              <a:buChar char="•"/>
            </a:pPr>
            <a:r>
              <a:rPr lang="en-MY" sz="2400" dirty="0"/>
              <a:t>Problem formulation is the </a:t>
            </a:r>
            <a:r>
              <a:rPr lang="en-MY" sz="2400" dirty="0">
                <a:solidFill>
                  <a:srgbClr val="0070C0"/>
                </a:solidFill>
              </a:rPr>
              <a:t>process of deciding what actions and states to consider</a:t>
            </a:r>
            <a:r>
              <a:rPr lang="en-MY" sz="2400" dirty="0"/>
              <a:t>, given a goal</a:t>
            </a:r>
          </a:p>
          <a:p>
            <a:pPr marL="285750" indent="-285750">
              <a:buFont typeface="Arial" panose="020B0604020202020204" pitchFamily="34" charset="0"/>
              <a:buChar char="•"/>
            </a:pPr>
            <a:r>
              <a:rPr lang="en-MY" sz="2400" dirty="0"/>
              <a:t>Problem formulated by specifying four things: </a:t>
            </a:r>
          </a:p>
          <a:p>
            <a:pPr marL="742950" lvl="1" indent="-285750">
              <a:buFont typeface="Arial" panose="020B0604020202020204" pitchFamily="34" charset="0"/>
              <a:buChar char="•"/>
            </a:pPr>
            <a:r>
              <a:rPr lang="en-MY" sz="2400" dirty="0"/>
              <a:t>Initial state</a:t>
            </a:r>
          </a:p>
          <a:p>
            <a:pPr marL="742950" lvl="1" indent="-285750">
              <a:buFont typeface="Arial" panose="020B0604020202020204" pitchFamily="34" charset="0"/>
              <a:buChar char="•"/>
            </a:pPr>
            <a:r>
              <a:rPr lang="en-MY" sz="2400" dirty="0"/>
              <a:t>Actions</a:t>
            </a:r>
          </a:p>
          <a:p>
            <a:pPr marL="742950" lvl="1" indent="-285750">
              <a:buFont typeface="Arial" panose="020B0604020202020204" pitchFamily="34" charset="0"/>
              <a:buChar char="•"/>
            </a:pPr>
            <a:r>
              <a:rPr lang="en-MY" sz="2400" dirty="0"/>
              <a:t>Goal test </a:t>
            </a:r>
          </a:p>
          <a:p>
            <a:pPr marL="742950" lvl="1" indent="-285750">
              <a:buFont typeface="Arial" panose="020B0604020202020204" pitchFamily="34" charset="0"/>
              <a:buChar char="•"/>
            </a:pPr>
            <a:r>
              <a:rPr lang="en-MY" sz="2400" dirty="0"/>
              <a:t>Path cost </a:t>
            </a:r>
          </a:p>
          <a:p>
            <a:pPr marL="285750" indent="-285750">
              <a:buFont typeface="Arial" panose="020B0604020202020204" pitchFamily="34" charset="0"/>
              <a:buChar char="•"/>
            </a:pPr>
            <a:r>
              <a:rPr lang="en-MY" sz="2400" dirty="0"/>
              <a:t>Solution: sequence of actions leading from initial state to goal state.</a:t>
            </a:r>
          </a:p>
        </p:txBody>
      </p:sp>
      <p:grpSp>
        <p:nvGrpSpPr>
          <p:cNvPr id="10" name="Group 9"/>
          <p:cNvGrpSpPr/>
          <p:nvPr/>
        </p:nvGrpSpPr>
        <p:grpSpPr>
          <a:xfrm>
            <a:off x="6400800" y="1940886"/>
            <a:ext cx="2895599" cy="3357228"/>
            <a:chOff x="6553200" y="1940886"/>
            <a:chExt cx="2743199" cy="3357228"/>
          </a:xfrm>
        </p:grpSpPr>
        <p:pic>
          <p:nvPicPr>
            <p:cNvPr id="1026" name="Picture 2" descr="Image result for maz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2590800"/>
              <a:ext cx="2743199" cy="2057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7303988" y="1940886"/>
              <a:ext cx="1241622" cy="369332"/>
            </a:xfrm>
            <a:prstGeom prst="rect">
              <a:avLst/>
            </a:prstGeom>
            <a:noFill/>
          </p:spPr>
          <p:txBody>
            <a:bodyPr wrap="none" rtlCol="0">
              <a:spAutoFit/>
            </a:bodyPr>
            <a:lstStyle/>
            <a:p>
              <a:r>
                <a:rPr lang="en-US" dirty="0">
                  <a:solidFill>
                    <a:srgbClr val="C00000"/>
                  </a:solidFill>
                </a:rPr>
                <a:t>Initial State</a:t>
              </a:r>
              <a:endParaRPr lang="en-GB" dirty="0">
                <a:solidFill>
                  <a:srgbClr val="C00000"/>
                </a:solidFill>
              </a:endParaRPr>
            </a:p>
          </p:txBody>
        </p:sp>
        <p:sp>
          <p:nvSpPr>
            <p:cNvPr id="9" name="TextBox 8"/>
            <p:cNvSpPr txBox="1"/>
            <p:nvPr/>
          </p:nvSpPr>
          <p:spPr>
            <a:xfrm>
              <a:off x="7415311" y="4928782"/>
              <a:ext cx="1147045" cy="369332"/>
            </a:xfrm>
            <a:prstGeom prst="rect">
              <a:avLst/>
            </a:prstGeom>
            <a:noFill/>
          </p:spPr>
          <p:txBody>
            <a:bodyPr wrap="none" rtlCol="0">
              <a:spAutoFit/>
            </a:bodyPr>
            <a:lstStyle/>
            <a:p>
              <a:r>
                <a:rPr lang="en-US" dirty="0">
                  <a:solidFill>
                    <a:srgbClr val="C00000"/>
                  </a:solidFill>
                </a:rPr>
                <a:t>Goal State</a:t>
              </a:r>
              <a:endParaRPr lang="en-GB" dirty="0">
                <a:solidFill>
                  <a:srgbClr val="C00000"/>
                </a:solidFill>
              </a:endParaRPr>
            </a:p>
          </p:txBody>
        </p:sp>
        <p:sp>
          <p:nvSpPr>
            <p:cNvPr id="7" name="Down Arrow 6"/>
            <p:cNvSpPr/>
            <p:nvPr/>
          </p:nvSpPr>
          <p:spPr>
            <a:xfrm>
              <a:off x="7772400" y="2283422"/>
              <a:ext cx="152399" cy="307378"/>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Down Arrow 10"/>
            <p:cNvSpPr/>
            <p:nvPr/>
          </p:nvSpPr>
          <p:spPr>
            <a:xfrm flipV="1">
              <a:off x="7912633" y="4680552"/>
              <a:ext cx="152399" cy="307378"/>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783230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038E66-9117-4D68-B8C9-210DE790F7D8}"/>
              </a:ext>
            </a:extLst>
          </p:cNvPr>
          <p:cNvSpPr>
            <a:spLocks noGrp="1"/>
          </p:cNvSpPr>
          <p:nvPr>
            <p:ph type="title"/>
          </p:nvPr>
        </p:nvSpPr>
        <p:spPr/>
        <p:txBody>
          <a:bodyPr/>
          <a:lstStyle/>
          <a:p>
            <a:r>
              <a:rPr lang="en-US" dirty="0"/>
              <a:t>Example of State Space</a:t>
            </a:r>
            <a:endParaRPr lang="en-MY" dirty="0"/>
          </a:p>
        </p:txBody>
      </p:sp>
      <p:sp>
        <p:nvSpPr>
          <p:cNvPr id="4" name="Date Placeholder 3">
            <a:extLst>
              <a:ext uri="{FF2B5EF4-FFF2-40B4-BE49-F238E27FC236}">
                <a16:creationId xmlns:a16="http://schemas.microsoft.com/office/drawing/2014/main" xmlns="" id="{D956D134-F2E8-4151-9F29-835A72205912}"/>
              </a:ext>
            </a:extLst>
          </p:cNvPr>
          <p:cNvSpPr>
            <a:spLocks noGrp="1"/>
          </p:cNvSpPr>
          <p:nvPr>
            <p:ph type="dt" sz="half" idx="10"/>
          </p:nvPr>
        </p:nvSpPr>
        <p:spPr/>
        <p:txBody>
          <a:bodyPr/>
          <a:lstStyle/>
          <a:p>
            <a:r>
              <a:rPr lang="en-US"/>
              <a:t>2019</a:t>
            </a:r>
          </a:p>
        </p:txBody>
      </p:sp>
      <p:sp>
        <p:nvSpPr>
          <p:cNvPr id="5" name="Footer Placeholder 4">
            <a:extLst>
              <a:ext uri="{FF2B5EF4-FFF2-40B4-BE49-F238E27FC236}">
                <a16:creationId xmlns:a16="http://schemas.microsoft.com/office/drawing/2014/main" xmlns="" id="{1AC70B52-2244-490B-A3B3-F4705DF820F2}"/>
              </a:ext>
            </a:extLst>
          </p:cNvPr>
          <p:cNvSpPr>
            <a:spLocks noGrp="1"/>
          </p:cNvSpPr>
          <p:nvPr>
            <p:ph type="ftr" sz="quarter" idx="11"/>
          </p:nvPr>
        </p:nvSpPr>
        <p:spPr/>
        <p:txBody>
          <a:bodyPr/>
          <a:lstStyle/>
          <a:p>
            <a:r>
              <a:rPr lang="en-US"/>
              <a:t>MECQ1203: Artificial Intelligence</a:t>
            </a:r>
          </a:p>
        </p:txBody>
      </p:sp>
      <p:sp>
        <p:nvSpPr>
          <p:cNvPr id="6" name="Slide Number Placeholder 5">
            <a:extLst>
              <a:ext uri="{FF2B5EF4-FFF2-40B4-BE49-F238E27FC236}">
                <a16:creationId xmlns:a16="http://schemas.microsoft.com/office/drawing/2014/main" xmlns="" id="{DCE07C64-9DBA-43BA-A5F2-97F94DA7CBC3}"/>
              </a:ext>
            </a:extLst>
          </p:cNvPr>
          <p:cNvSpPr>
            <a:spLocks noGrp="1"/>
          </p:cNvSpPr>
          <p:nvPr>
            <p:ph type="sldNum" sz="quarter" idx="12"/>
          </p:nvPr>
        </p:nvSpPr>
        <p:spPr/>
        <p:txBody>
          <a:bodyPr/>
          <a:lstStyle/>
          <a:p>
            <a:fld id="{0362C787-829C-4B6B-B21B-90D8981190F3}" type="slidenum">
              <a:rPr lang="en-US" smtClean="0"/>
              <a:pPr/>
              <a:t>7</a:t>
            </a:fld>
            <a:endParaRPr lang="en-US"/>
          </a:p>
        </p:txBody>
      </p:sp>
      <p:pic>
        <p:nvPicPr>
          <p:cNvPr id="7" name="Picture 6">
            <a:extLst>
              <a:ext uri="{FF2B5EF4-FFF2-40B4-BE49-F238E27FC236}">
                <a16:creationId xmlns:a16="http://schemas.microsoft.com/office/drawing/2014/main" xmlns="" id="{186D678B-3F41-4F36-B506-5E7E2D98A85A}"/>
              </a:ext>
            </a:extLst>
          </p:cNvPr>
          <p:cNvPicPr>
            <a:picLocks noChangeAspect="1"/>
          </p:cNvPicPr>
          <p:nvPr/>
        </p:nvPicPr>
        <p:blipFill>
          <a:blip r:embed="rId2"/>
          <a:stretch>
            <a:fillRect/>
          </a:stretch>
        </p:blipFill>
        <p:spPr>
          <a:xfrm>
            <a:off x="1489038" y="1128898"/>
            <a:ext cx="6232400" cy="5469498"/>
          </a:xfrm>
          <a:prstGeom prst="rect">
            <a:avLst/>
          </a:prstGeom>
        </p:spPr>
      </p:pic>
    </p:spTree>
    <p:extLst>
      <p:ext uri="{BB962C8B-B14F-4D97-AF65-F5344CB8AC3E}">
        <p14:creationId xmlns:p14="http://schemas.microsoft.com/office/powerpoint/2010/main" val="1494206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038E66-9117-4D68-B8C9-210DE790F7D8}"/>
              </a:ext>
            </a:extLst>
          </p:cNvPr>
          <p:cNvSpPr>
            <a:spLocks noGrp="1"/>
          </p:cNvSpPr>
          <p:nvPr>
            <p:ph type="title"/>
          </p:nvPr>
        </p:nvSpPr>
        <p:spPr>
          <a:xfrm>
            <a:off x="1143000" y="4642583"/>
            <a:ext cx="6858000" cy="1099845"/>
          </a:xfrm>
        </p:spPr>
        <p:txBody>
          <a:bodyPr vert="horz" lIns="91440" tIns="45720" rIns="91440" bIns="45720" rtlCol="0" anchor="b">
            <a:normAutofit/>
          </a:bodyPr>
          <a:lstStyle/>
          <a:p>
            <a:pPr>
              <a:lnSpc>
                <a:spcPct val="90000"/>
              </a:lnSpc>
            </a:pPr>
            <a:r>
              <a:rPr lang="en-US" sz="5100"/>
              <a:t>Example of Graph Theory</a:t>
            </a:r>
          </a:p>
        </p:txBody>
      </p:sp>
      <p:sp>
        <p:nvSpPr>
          <p:cNvPr id="1030" name="Rectangle 72">
            <a:extLst>
              <a:ext uri="{FF2B5EF4-FFF2-40B4-BE49-F238E27FC236}">
                <a16:creationId xmlns:a16="http://schemas.microsoft.com/office/drawing/2014/main" xmlns="" id="{DAE885FA-583E-488C-A3B2-2647B84A81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4572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Rounded Rectangle 26">
            <a:extLst>
              <a:ext uri="{FF2B5EF4-FFF2-40B4-BE49-F238E27FC236}">
                <a16:creationId xmlns:a16="http://schemas.microsoft.com/office/drawing/2014/main" xmlns="" id="{87B1CEC7-C2CE-4440-A0F7-0BE6B3AADB7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41173" y="320843"/>
            <a:ext cx="4210176"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age result for graph theory map">
            <a:extLst>
              <a:ext uri="{FF2B5EF4-FFF2-40B4-BE49-F238E27FC236}">
                <a16:creationId xmlns:a16="http://schemas.microsoft.com/office/drawing/2014/main" xmlns="" id="{F5EF708A-7A06-4424-9308-48B067B889E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0885" y="1030583"/>
            <a:ext cx="3730752" cy="2510834"/>
          </a:xfrm>
          <a:prstGeom prst="rect">
            <a:avLst/>
          </a:prstGeom>
          <a:noFill/>
          <a:extLst>
            <a:ext uri="{909E8E84-426E-40DD-AFC4-6F175D3DCCD1}">
              <a14:hiddenFill xmlns:a14="http://schemas.microsoft.com/office/drawing/2010/main">
                <a:solidFill>
                  <a:srgbClr val="FFFFFF"/>
                </a:solidFill>
              </a14:hiddenFill>
            </a:ext>
          </a:extLst>
        </p:spPr>
      </p:pic>
      <p:sp>
        <p:nvSpPr>
          <p:cNvPr id="1032" name="Rounded Rectangle 16">
            <a:extLst>
              <a:ext uri="{FF2B5EF4-FFF2-40B4-BE49-F238E27FC236}">
                <a16:creationId xmlns:a16="http://schemas.microsoft.com/office/drawing/2014/main" xmlns="" id="{7B0DBF0B-D7C2-4F15-94AE-31525582459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691061" y="320843"/>
            <a:ext cx="4210177"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Image result for graph theory">
            <a:extLst>
              <a:ext uri="{FF2B5EF4-FFF2-40B4-BE49-F238E27FC236}">
                <a16:creationId xmlns:a16="http://schemas.microsoft.com/office/drawing/2014/main" xmlns="" id="{624CDFB3-1380-48D2-85BD-F845A494D8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930773" y="1054852"/>
            <a:ext cx="3730752" cy="2462296"/>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xmlns="" id="{D956D134-F2E8-4151-9F29-835A72205912}"/>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a:spcAft>
                <a:spcPts val="600"/>
              </a:spcAft>
            </a:pPr>
            <a:r>
              <a:rPr lang="en-US" sz="1200">
                <a:solidFill>
                  <a:schemeClr val="tx1">
                    <a:tint val="75000"/>
                  </a:schemeClr>
                </a:solidFill>
              </a:rPr>
              <a:t>2019</a:t>
            </a:r>
          </a:p>
        </p:txBody>
      </p:sp>
      <p:sp>
        <p:nvSpPr>
          <p:cNvPr id="5" name="Footer Placeholder 4">
            <a:extLst>
              <a:ext uri="{FF2B5EF4-FFF2-40B4-BE49-F238E27FC236}">
                <a16:creationId xmlns:a16="http://schemas.microsoft.com/office/drawing/2014/main" xmlns="" id="{1AC70B52-2244-490B-A3B3-F4705DF820F2}"/>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a:spcAft>
                <a:spcPts val="600"/>
              </a:spcAft>
            </a:pPr>
            <a:r>
              <a:rPr lang="en-US" sz="1200" kern="1200">
                <a:solidFill>
                  <a:schemeClr val="tx1">
                    <a:tint val="75000"/>
                  </a:schemeClr>
                </a:solidFill>
                <a:latin typeface="+mn-lt"/>
                <a:ea typeface="+mn-ea"/>
                <a:cs typeface="+mn-cs"/>
              </a:rPr>
              <a:t>MECQ1203: Artificial Intelligence</a:t>
            </a:r>
          </a:p>
        </p:txBody>
      </p:sp>
      <p:sp>
        <p:nvSpPr>
          <p:cNvPr id="6" name="Slide Number Placeholder 5">
            <a:extLst>
              <a:ext uri="{FF2B5EF4-FFF2-40B4-BE49-F238E27FC236}">
                <a16:creationId xmlns:a16="http://schemas.microsoft.com/office/drawing/2014/main" xmlns="" id="{DCE07C64-9DBA-43BA-A5F2-97F94DA7CBC3}"/>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pPr>
            <a:fld id="{0362C787-829C-4B6B-B21B-90D8981190F3}" type="slidenum">
              <a:rPr lang="en-US" sz="1200" smtClean="0">
                <a:solidFill>
                  <a:schemeClr val="tx1">
                    <a:tint val="75000"/>
                  </a:schemeClr>
                </a:solidFill>
              </a:rPr>
              <a:pPr>
                <a:spcAft>
                  <a:spcPts val="600"/>
                </a:spcAft>
              </a:pPr>
              <a:t>8</a:t>
            </a:fld>
            <a:endParaRPr lang="en-US" sz="1200">
              <a:solidFill>
                <a:schemeClr val="tx1">
                  <a:tint val="75000"/>
                </a:schemeClr>
              </a:solidFill>
            </a:endParaRPr>
          </a:p>
        </p:txBody>
      </p:sp>
      <p:sp>
        <p:nvSpPr>
          <p:cNvPr id="3" name="TextBox 2">
            <a:extLst>
              <a:ext uri="{FF2B5EF4-FFF2-40B4-BE49-F238E27FC236}">
                <a16:creationId xmlns:a16="http://schemas.microsoft.com/office/drawing/2014/main" xmlns="" id="{0783ED70-CB1F-4410-8203-357D0762F277}"/>
              </a:ext>
            </a:extLst>
          </p:cNvPr>
          <p:cNvSpPr txBox="1"/>
          <p:nvPr/>
        </p:nvSpPr>
        <p:spPr>
          <a:xfrm>
            <a:off x="5105400" y="1115572"/>
            <a:ext cx="692818" cy="369332"/>
          </a:xfrm>
          <a:prstGeom prst="rect">
            <a:avLst/>
          </a:prstGeom>
          <a:noFill/>
        </p:spPr>
        <p:txBody>
          <a:bodyPr wrap="none" rtlCol="0">
            <a:spAutoFit/>
          </a:bodyPr>
          <a:lstStyle/>
          <a:p>
            <a:r>
              <a:rPr lang="en-US" b="1" dirty="0"/>
              <a:t>Node</a:t>
            </a:r>
            <a:endParaRPr lang="en-MY" b="1" dirty="0"/>
          </a:p>
        </p:txBody>
      </p:sp>
      <p:sp>
        <p:nvSpPr>
          <p:cNvPr id="8" name="TextBox 7">
            <a:extLst>
              <a:ext uri="{FF2B5EF4-FFF2-40B4-BE49-F238E27FC236}">
                <a16:creationId xmlns:a16="http://schemas.microsoft.com/office/drawing/2014/main" xmlns="" id="{62BAB9D4-F7FF-486E-8C89-E203D4E1C027}"/>
              </a:ext>
            </a:extLst>
          </p:cNvPr>
          <p:cNvSpPr txBox="1"/>
          <p:nvPr/>
        </p:nvSpPr>
        <p:spPr>
          <a:xfrm>
            <a:off x="6115050" y="2057400"/>
            <a:ext cx="514350" cy="369332"/>
          </a:xfrm>
          <a:prstGeom prst="rect">
            <a:avLst/>
          </a:prstGeom>
          <a:noFill/>
        </p:spPr>
        <p:txBody>
          <a:bodyPr wrap="square" rtlCol="0">
            <a:spAutoFit/>
          </a:bodyPr>
          <a:lstStyle/>
          <a:p>
            <a:r>
              <a:rPr lang="en-US" b="1" dirty="0"/>
              <a:t>Arc</a:t>
            </a:r>
            <a:endParaRPr lang="en-MY" b="1" dirty="0"/>
          </a:p>
        </p:txBody>
      </p:sp>
    </p:spTree>
    <p:extLst>
      <p:ext uri="{BB962C8B-B14F-4D97-AF65-F5344CB8AC3E}">
        <p14:creationId xmlns:p14="http://schemas.microsoft.com/office/powerpoint/2010/main" val="3302191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dirty="0">
                <a:solidFill>
                  <a:srgbClr val="FFE1AD"/>
                </a:solidFill>
              </a:rPr>
              <a:t>2019</a:t>
            </a: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dirty="0">
                <a:solidFill>
                  <a:srgbClr val="FFE1AD"/>
                </a:solidFill>
              </a:rPr>
              <a:t>MECQ1203: Artificial Intelligence</a:t>
            </a: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9</a:t>
            </a:fld>
            <a:endParaRPr lang="en-US" sz="900" dirty="0">
              <a:solidFill>
                <a:srgbClr val="FFE1AD"/>
              </a:solidFill>
            </a:endParaRPr>
          </a:p>
        </p:txBody>
      </p:sp>
      <p:sp>
        <p:nvSpPr>
          <p:cNvPr id="8" name="Rectangle 7"/>
          <p:cNvSpPr/>
          <p:nvPr/>
        </p:nvSpPr>
        <p:spPr>
          <a:xfrm>
            <a:off x="1066800" y="304800"/>
            <a:ext cx="8073273" cy="707886"/>
          </a:xfrm>
          <a:prstGeom prst="rect">
            <a:avLst/>
          </a:prstGeom>
        </p:spPr>
        <p:txBody>
          <a:bodyPr wrap="square">
            <a:spAutoFit/>
          </a:bodyPr>
          <a:lstStyle/>
          <a:p>
            <a:pPr algn="ctr"/>
            <a:r>
              <a:rPr lang="en-MY" sz="4000" b="1" dirty="0">
                <a:latin typeface="Roboto" pitchFamily="2" charset="0"/>
                <a:ea typeface="Roboto" pitchFamily="2" charset="0"/>
              </a:rPr>
              <a:t>Graph Theory: </a:t>
            </a:r>
            <a:r>
              <a:rPr lang="en-MY" sz="4000" b="1" dirty="0">
                <a:solidFill>
                  <a:srgbClr val="C00000"/>
                </a:solidFill>
                <a:latin typeface="Roboto" pitchFamily="2" charset="0"/>
                <a:ea typeface="Roboto" pitchFamily="2" charset="0"/>
              </a:rPr>
              <a:t>Intro</a:t>
            </a:r>
          </a:p>
        </p:txBody>
      </p:sp>
      <p:sp>
        <p:nvSpPr>
          <p:cNvPr id="9" name="Rectangle 3"/>
          <p:cNvSpPr txBox="1">
            <a:spLocks noChangeArrowheads="1"/>
          </p:cNvSpPr>
          <p:nvPr/>
        </p:nvSpPr>
        <p:spPr>
          <a:xfrm>
            <a:off x="457200" y="1600201"/>
            <a:ext cx="8229600" cy="2895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buClr>
                <a:srgbClr val="0070C0"/>
              </a:buClr>
              <a:buFont typeface="Arial" pitchFamily="34" charset="0"/>
              <a:buChar char="•"/>
              <a:defRPr/>
            </a:pPr>
            <a:r>
              <a:rPr lang="en-US" altLang="en-US" sz="2400"/>
              <a:t>Tool for reasoning about the structure of objects and relations</a:t>
            </a:r>
          </a:p>
          <a:p>
            <a:pPr lvl="1">
              <a:buClr>
                <a:srgbClr val="0070C0"/>
              </a:buClr>
              <a:buFont typeface="Arial" pitchFamily="34" charset="0"/>
              <a:buChar char="•"/>
              <a:defRPr/>
            </a:pPr>
            <a:r>
              <a:rPr lang="en-US" altLang="en-US" sz="2400"/>
              <a:t>Structure of the problem can be VISUALISED more directly.</a:t>
            </a:r>
          </a:p>
          <a:p>
            <a:pPr lvl="1">
              <a:buClr>
                <a:srgbClr val="0070C0"/>
              </a:buClr>
              <a:buFont typeface="Arial" pitchFamily="34" charset="0"/>
              <a:buChar char="•"/>
              <a:defRPr/>
            </a:pPr>
            <a:r>
              <a:rPr lang="en-US" altLang="en-US" sz="2400"/>
              <a:t>Invented by Swiss Mathematician Leonhard to solve “Bridges of Konigsberg Problem” (Newman 1965)</a:t>
            </a:r>
          </a:p>
          <a:p>
            <a:pPr lvl="1">
              <a:buClr>
                <a:srgbClr val="0070C0"/>
              </a:buClr>
              <a:buFont typeface="Arial" pitchFamily="34" charset="0"/>
              <a:buChar char="•"/>
              <a:defRPr/>
            </a:pPr>
            <a:r>
              <a:rPr lang="en-US" altLang="en-US" sz="2400"/>
              <a:t>Problem: Is there a walk  around the city that crosses each bridge exactly once?</a:t>
            </a:r>
            <a:endParaRPr lang="en-US" altLang="en-US" sz="2400" dirty="0"/>
          </a:p>
        </p:txBody>
      </p:sp>
    </p:spTree>
    <p:extLst>
      <p:ext uri="{BB962C8B-B14F-4D97-AF65-F5344CB8AC3E}">
        <p14:creationId xmlns:p14="http://schemas.microsoft.com/office/powerpoint/2010/main" val="1891118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dirty="0">
                <a:solidFill>
                  <a:srgbClr val="FFE1AD"/>
                </a:solidFill>
              </a:rPr>
              <a:t>2019</a:t>
            </a: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dirty="0">
                <a:solidFill>
                  <a:srgbClr val="FFE1AD"/>
                </a:solidFill>
              </a:rPr>
              <a:t>MECQ1203: Artificial Intelligence</a:t>
            </a: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10</a:t>
            </a:fld>
            <a:endParaRPr lang="en-US" sz="900" dirty="0">
              <a:solidFill>
                <a:srgbClr val="FFE1AD"/>
              </a:solidFill>
            </a:endParaRPr>
          </a:p>
        </p:txBody>
      </p:sp>
      <p:sp>
        <p:nvSpPr>
          <p:cNvPr id="8" name="Rectangle 7"/>
          <p:cNvSpPr/>
          <p:nvPr/>
        </p:nvSpPr>
        <p:spPr>
          <a:xfrm>
            <a:off x="1066800" y="304800"/>
            <a:ext cx="8073273" cy="707886"/>
          </a:xfrm>
          <a:prstGeom prst="rect">
            <a:avLst/>
          </a:prstGeom>
        </p:spPr>
        <p:txBody>
          <a:bodyPr wrap="square">
            <a:spAutoFit/>
          </a:bodyPr>
          <a:lstStyle/>
          <a:p>
            <a:pPr algn="ctr"/>
            <a:r>
              <a:rPr lang="en-MY" sz="4000" b="1" dirty="0">
                <a:latin typeface="Roboto" pitchFamily="2" charset="0"/>
                <a:ea typeface="Roboto" pitchFamily="2" charset="0"/>
              </a:rPr>
              <a:t>Graph Theory</a:t>
            </a:r>
            <a:endParaRPr lang="en-MY" sz="4000" b="1" dirty="0">
              <a:solidFill>
                <a:srgbClr val="C00000"/>
              </a:solidFill>
              <a:latin typeface="Roboto" pitchFamily="2" charset="0"/>
              <a:ea typeface="Roboto" pitchFamily="2" charset="0"/>
            </a:endParaRPr>
          </a:p>
        </p:txBody>
      </p:sp>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255" y="1940064"/>
            <a:ext cx="8112545" cy="4003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4"/>
          <p:cNvSpPr txBox="1">
            <a:spLocks noChangeArrowheads="1"/>
          </p:cNvSpPr>
          <p:nvPr/>
        </p:nvSpPr>
        <p:spPr bwMode="auto">
          <a:xfrm>
            <a:off x="574255" y="1396815"/>
            <a:ext cx="83256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r>
              <a:rPr lang="en-US" altLang="en-US" sz="1600" dirty="0">
                <a:solidFill>
                  <a:srgbClr val="0070C0"/>
                </a:solidFill>
                <a:latin typeface="Arial" panose="020B0604020202020204" pitchFamily="34" charset="0"/>
              </a:rPr>
              <a:t>The city of </a:t>
            </a:r>
            <a:r>
              <a:rPr lang="en-US" altLang="en-US" sz="1600" dirty="0" err="1">
                <a:solidFill>
                  <a:srgbClr val="0070C0"/>
                </a:solidFill>
                <a:latin typeface="Arial" panose="020B0604020202020204" pitchFamily="34" charset="0"/>
              </a:rPr>
              <a:t>Königsberg</a:t>
            </a:r>
            <a:r>
              <a:rPr lang="en-US" altLang="en-US" sz="1600" dirty="0">
                <a:solidFill>
                  <a:srgbClr val="0070C0"/>
                </a:solidFill>
                <a:latin typeface="Arial" panose="020B0604020202020204" pitchFamily="34" charset="0"/>
              </a:rPr>
              <a:t>- 2 islands, 2 riverbanks and 7 bridges</a:t>
            </a:r>
            <a:endParaRPr lang="en-US" altLang="en-US" dirty="0">
              <a:solidFill>
                <a:srgbClr val="0070C0"/>
              </a:solidFill>
              <a:latin typeface="Arial" panose="020B0604020202020204" pitchFamily="34" charset="0"/>
            </a:endParaRPr>
          </a:p>
        </p:txBody>
      </p:sp>
    </p:spTree>
    <p:extLst>
      <p:ext uri="{BB962C8B-B14F-4D97-AF65-F5344CB8AC3E}">
        <p14:creationId xmlns:p14="http://schemas.microsoft.com/office/powerpoint/2010/main" val="1210633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xmlns="" id="{AFA67CD3-AB4E-4A7A-BEB8-53C445D8C4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860045"/>
            <a:ext cx="4694659" cy="573405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6" name="Picture 15">
            <a:extLst>
              <a:ext uri="{FF2B5EF4-FFF2-40B4-BE49-F238E27FC236}">
                <a16:creationId xmlns:a16="http://schemas.microsoft.com/office/drawing/2014/main" xmlns="" id="{07CF545F-9C2E-4446-97CD-AD92990C2B68}"/>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xmlns="" val="1"/>
              </p:ext>
            </p:extLst>
          </p:nvPr>
        </p:nvPicPr>
        <p:blipFill rotWithShape="1">
          <a:blip r:embed="rId3">
            <a:extLst>
              <a:ext uri="{28A0092B-C50C-407E-A947-70E740481C1C}">
                <a14:useLocalDpi xmlns:a14="http://schemas.microsoft.com/office/drawing/2010/main" val="0"/>
              </a:ext>
            </a:extLst>
          </a:blip>
          <a:srcRect r="10299"/>
          <a:stretch/>
        </p:blipFill>
        <p:spPr>
          <a:xfrm>
            <a:off x="-1" y="857250"/>
            <a:ext cx="9144001" cy="5734050"/>
          </a:xfrm>
          <a:prstGeom prst="rect">
            <a:avLst/>
          </a:prstGeom>
        </p:spPr>
      </p:pic>
      <p:sp>
        <p:nvSpPr>
          <p:cNvPr id="8" name="Rectangle 7"/>
          <p:cNvSpPr/>
          <p:nvPr/>
        </p:nvSpPr>
        <p:spPr>
          <a:xfrm>
            <a:off x="4570578" y="1257300"/>
            <a:ext cx="3988849" cy="138112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kern="1200">
                <a:solidFill>
                  <a:srgbClr val="000000"/>
                </a:solidFill>
                <a:latin typeface="+mj-lt"/>
                <a:ea typeface="+mj-ea"/>
                <a:cs typeface="+mj-cs"/>
              </a:rPr>
              <a:t>Represent using Graph Theory</a:t>
            </a:r>
          </a:p>
        </p:txBody>
      </p:sp>
      <p:sp>
        <p:nvSpPr>
          <p:cNvPr id="18" name="Freeform 62">
            <a:extLst>
              <a:ext uri="{FF2B5EF4-FFF2-40B4-BE49-F238E27FC236}">
                <a16:creationId xmlns:a16="http://schemas.microsoft.com/office/drawing/2014/main" xmlns="" id="{339C8D78-A644-462F-B674-F440635E535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9525" y="1468363"/>
            <a:ext cx="4180922" cy="4515805"/>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a:xfrm>
            <a:off x="604245" y="5525027"/>
            <a:ext cx="2331049" cy="235550"/>
          </a:xfrm>
        </p:spPr>
        <p:txBody>
          <a:bodyPr vert="horz" lIns="91440" tIns="45720" rIns="91440" bIns="45720" rtlCol="0" anchor="ctr">
            <a:normAutofit/>
          </a:bodyPr>
          <a:lstStyle/>
          <a:p>
            <a:pPr>
              <a:spcAft>
                <a:spcPts val="600"/>
              </a:spcAft>
            </a:pPr>
            <a:r>
              <a:rPr lang="en-US" sz="825">
                <a:solidFill>
                  <a:srgbClr val="898989"/>
                </a:solidFill>
              </a:rPr>
              <a:t>2019</a:t>
            </a:r>
          </a:p>
        </p:txBody>
      </p:sp>
      <p:pic>
        <p:nvPicPr>
          <p:cNvPr id="7" name="Picture 5"/>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322012" y="2618261"/>
            <a:ext cx="3061697" cy="194835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a:xfrm>
            <a:off x="4300277" y="6372752"/>
            <a:ext cx="3967172" cy="235550"/>
          </a:xfrm>
        </p:spPr>
        <p:txBody>
          <a:bodyPr vert="horz" lIns="91440" tIns="45720" rIns="91440" bIns="45720" rtlCol="0" anchor="ctr">
            <a:normAutofit/>
          </a:bodyPr>
          <a:lstStyle/>
          <a:p>
            <a:pPr algn="r">
              <a:spcAft>
                <a:spcPts val="600"/>
              </a:spcAft>
            </a:pPr>
            <a:r>
              <a:rPr lang="en-US" sz="825" kern="1200">
                <a:solidFill>
                  <a:srgbClr val="898989"/>
                </a:solidFill>
                <a:latin typeface="+mn-lt"/>
                <a:ea typeface="+mn-ea"/>
                <a:cs typeface="+mn-cs"/>
              </a:rPr>
              <a:t>MECQ1203: Artificial Intelligence</a:t>
            </a: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a:xfrm>
            <a:off x="8267450" y="6372752"/>
            <a:ext cx="428046" cy="235550"/>
          </a:xfrm>
        </p:spPr>
        <p:txBody>
          <a:bodyPr vert="horz" lIns="91440" tIns="45720" rIns="91440" bIns="45720" rtlCol="0" anchor="ctr">
            <a:normAutofit/>
          </a:bodyPr>
          <a:lstStyle/>
          <a:p>
            <a:pPr>
              <a:spcAft>
                <a:spcPts val="600"/>
              </a:spcAft>
            </a:pPr>
            <a:fld id="{0362C787-829C-4B6B-B21B-90D8981190F3}" type="slidenum">
              <a:rPr lang="en-US" sz="825">
                <a:solidFill>
                  <a:srgbClr val="898989"/>
                </a:solidFill>
              </a:rPr>
              <a:pPr>
                <a:spcAft>
                  <a:spcPts val="600"/>
                </a:spcAft>
              </a:pPr>
              <a:t>11</a:t>
            </a:fld>
            <a:endParaRPr lang="en-US" sz="825">
              <a:solidFill>
                <a:srgbClr val="898989"/>
              </a:solidFill>
            </a:endParaRPr>
          </a:p>
        </p:txBody>
      </p:sp>
      <p:graphicFrame>
        <p:nvGraphicFramePr>
          <p:cNvPr id="9" name="TextBox 4">
            <a:extLst>
              <a:ext uri="{FF2B5EF4-FFF2-40B4-BE49-F238E27FC236}">
                <a16:creationId xmlns:a16="http://schemas.microsoft.com/office/drawing/2014/main" xmlns="" id="{0FFCEB17-30FA-47AF-82B8-E4DAF92787BC}"/>
              </a:ext>
            </a:extLst>
          </p:cNvPr>
          <p:cNvGraphicFramePr/>
          <p:nvPr>
            <p:extLst>
              <p:ext uri="{D42A27DB-BD31-4B8C-83A1-F6EECF244321}">
                <p14:modId xmlns:p14="http://schemas.microsoft.com/office/powerpoint/2010/main" val="3164337460"/>
              </p:ext>
            </p:extLst>
          </p:nvPr>
        </p:nvGraphicFramePr>
        <p:xfrm>
          <a:off x="4570579" y="2947260"/>
          <a:ext cx="4003614" cy="292718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654771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2819400" y="0"/>
            <a:ext cx="3988849" cy="138112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kern="1200" dirty="0">
                <a:solidFill>
                  <a:srgbClr val="000000"/>
                </a:solidFill>
                <a:latin typeface="+mj-lt"/>
                <a:ea typeface="+mj-ea"/>
                <a:cs typeface="+mj-cs"/>
              </a:rPr>
              <a:t>Possible Answer</a:t>
            </a:r>
          </a:p>
        </p:txBody>
      </p:sp>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a:xfrm>
            <a:off x="604245" y="5525027"/>
            <a:ext cx="2331049" cy="235550"/>
          </a:xfrm>
        </p:spPr>
        <p:txBody>
          <a:bodyPr vert="horz" lIns="91440" tIns="45720" rIns="91440" bIns="45720" rtlCol="0" anchor="ctr">
            <a:normAutofit/>
          </a:bodyPr>
          <a:lstStyle/>
          <a:p>
            <a:pPr>
              <a:spcAft>
                <a:spcPts val="600"/>
              </a:spcAft>
            </a:pPr>
            <a:r>
              <a:rPr lang="en-US" sz="825">
                <a:solidFill>
                  <a:srgbClr val="898989"/>
                </a:solidFill>
              </a:rPr>
              <a:t>2019</a:t>
            </a:r>
          </a:p>
        </p:txBody>
      </p:sp>
      <p:pic>
        <p:nvPicPr>
          <p:cNvPr id="7" name="Picture 5"/>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9285" y="2166146"/>
            <a:ext cx="4482631" cy="285258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a:xfrm>
            <a:off x="4300277" y="6372752"/>
            <a:ext cx="3967172" cy="235550"/>
          </a:xfrm>
        </p:spPr>
        <p:txBody>
          <a:bodyPr vert="horz" lIns="91440" tIns="45720" rIns="91440" bIns="45720" rtlCol="0" anchor="ctr">
            <a:normAutofit/>
          </a:bodyPr>
          <a:lstStyle/>
          <a:p>
            <a:pPr algn="r">
              <a:spcAft>
                <a:spcPts val="600"/>
              </a:spcAft>
            </a:pPr>
            <a:r>
              <a:rPr lang="en-US" sz="825" kern="1200">
                <a:solidFill>
                  <a:srgbClr val="898989"/>
                </a:solidFill>
                <a:latin typeface="+mn-lt"/>
                <a:ea typeface="+mn-ea"/>
                <a:cs typeface="+mn-cs"/>
              </a:rPr>
              <a:t>MECQ1203: Artificial Intelligence</a:t>
            </a: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a:xfrm>
            <a:off x="8267450" y="6372752"/>
            <a:ext cx="428046" cy="235550"/>
          </a:xfrm>
        </p:spPr>
        <p:txBody>
          <a:bodyPr vert="horz" lIns="91440" tIns="45720" rIns="91440" bIns="45720" rtlCol="0" anchor="ctr">
            <a:normAutofit/>
          </a:bodyPr>
          <a:lstStyle/>
          <a:p>
            <a:pPr>
              <a:spcAft>
                <a:spcPts val="600"/>
              </a:spcAft>
            </a:pPr>
            <a:fld id="{0362C787-829C-4B6B-B21B-90D8981190F3}" type="slidenum">
              <a:rPr lang="en-US" sz="825">
                <a:solidFill>
                  <a:srgbClr val="898989"/>
                </a:solidFill>
              </a:rPr>
              <a:pPr>
                <a:spcAft>
                  <a:spcPts val="600"/>
                </a:spcAft>
              </a:pPr>
              <a:t>12</a:t>
            </a:fld>
            <a:endParaRPr lang="en-US" sz="825">
              <a:solidFill>
                <a:srgbClr val="898989"/>
              </a:solidFill>
            </a:endParaRPr>
          </a:p>
        </p:txBody>
      </p:sp>
      <p:pic>
        <p:nvPicPr>
          <p:cNvPr id="2" name="Picture 1">
            <a:extLst>
              <a:ext uri="{FF2B5EF4-FFF2-40B4-BE49-F238E27FC236}">
                <a16:creationId xmlns:a16="http://schemas.microsoft.com/office/drawing/2014/main" xmlns="" id="{16E9CE80-FF0A-4EB7-9432-33511AAC8913}"/>
              </a:ext>
            </a:extLst>
          </p:cNvPr>
          <p:cNvPicPr>
            <a:picLocks noChangeAspect="1"/>
          </p:cNvPicPr>
          <p:nvPr/>
        </p:nvPicPr>
        <p:blipFill>
          <a:blip r:embed="rId4"/>
          <a:stretch>
            <a:fillRect/>
          </a:stretch>
        </p:blipFill>
        <p:spPr>
          <a:xfrm>
            <a:off x="4612640" y="1711271"/>
            <a:ext cx="4229100" cy="4371975"/>
          </a:xfrm>
          <a:prstGeom prst="rect">
            <a:avLst/>
          </a:prstGeom>
        </p:spPr>
      </p:pic>
    </p:spTree>
    <p:extLst>
      <p:ext uri="{BB962C8B-B14F-4D97-AF65-F5344CB8AC3E}">
        <p14:creationId xmlns:p14="http://schemas.microsoft.com/office/powerpoint/2010/main" val="1756344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dirty="0">
                <a:solidFill>
                  <a:srgbClr val="FFE1AD"/>
                </a:solidFill>
              </a:rPr>
              <a:t>2019</a:t>
            </a: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dirty="0">
                <a:solidFill>
                  <a:srgbClr val="FFE1AD"/>
                </a:solidFill>
              </a:rPr>
              <a:t>MECQ1203: Artificial Intelligence</a:t>
            </a: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13</a:t>
            </a:fld>
            <a:endParaRPr lang="en-US" sz="900" dirty="0">
              <a:solidFill>
                <a:srgbClr val="FFE1AD"/>
              </a:solidFill>
            </a:endParaRPr>
          </a:p>
        </p:txBody>
      </p:sp>
      <p:sp>
        <p:nvSpPr>
          <p:cNvPr id="8" name="Rectangle 7"/>
          <p:cNvSpPr/>
          <p:nvPr/>
        </p:nvSpPr>
        <p:spPr>
          <a:xfrm>
            <a:off x="1066800" y="304800"/>
            <a:ext cx="8073273" cy="707886"/>
          </a:xfrm>
          <a:prstGeom prst="rect">
            <a:avLst/>
          </a:prstGeom>
        </p:spPr>
        <p:txBody>
          <a:bodyPr wrap="square">
            <a:spAutoFit/>
          </a:bodyPr>
          <a:lstStyle/>
          <a:p>
            <a:pPr algn="ctr"/>
            <a:r>
              <a:rPr lang="en-MY" sz="4000" b="1" dirty="0">
                <a:latin typeface="Roboto" pitchFamily="2" charset="0"/>
                <a:ea typeface="Roboto" pitchFamily="2" charset="0"/>
              </a:rPr>
              <a:t>Graph Theory : </a:t>
            </a:r>
            <a:r>
              <a:rPr lang="en-MY" sz="4000" b="1" dirty="0">
                <a:solidFill>
                  <a:srgbClr val="C00000"/>
                </a:solidFill>
                <a:latin typeface="Roboto" pitchFamily="2" charset="0"/>
                <a:ea typeface="Roboto" pitchFamily="2" charset="0"/>
              </a:rPr>
              <a:t>Structure</a:t>
            </a:r>
          </a:p>
        </p:txBody>
      </p:sp>
      <p:pic>
        <p:nvPicPr>
          <p:cNvPr id="14"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b="19275"/>
          <a:stretch/>
        </p:blipFill>
        <p:spPr bwMode="auto">
          <a:xfrm>
            <a:off x="-32390" y="1482750"/>
            <a:ext cx="9131567" cy="339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4"/>
          <p:cNvSpPr txBox="1">
            <a:spLocks noChangeArrowheads="1"/>
          </p:cNvSpPr>
          <p:nvPr/>
        </p:nvSpPr>
        <p:spPr bwMode="auto">
          <a:xfrm>
            <a:off x="31377" y="1482750"/>
            <a:ext cx="90678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371600" indent="-13716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600" dirty="0">
                <a:solidFill>
                  <a:srgbClr val="0070C0"/>
                </a:solidFill>
                <a:latin typeface="Arial" panose="020B0604020202020204" pitchFamily="34" charset="0"/>
              </a:rPr>
              <a:t>a) A labeled directed graph- arrow indicate directions</a:t>
            </a:r>
          </a:p>
        </p:txBody>
      </p:sp>
      <p:sp>
        <p:nvSpPr>
          <p:cNvPr id="15" name="Text Box 8"/>
          <p:cNvSpPr txBox="1">
            <a:spLocks noChangeArrowheads="1"/>
          </p:cNvSpPr>
          <p:nvPr/>
        </p:nvSpPr>
        <p:spPr bwMode="auto">
          <a:xfrm>
            <a:off x="1447800" y="4724400"/>
            <a:ext cx="6096000" cy="461665"/>
          </a:xfrm>
          <a:prstGeom prst="rect">
            <a:avLst/>
          </a:prstGeom>
          <a:solidFill>
            <a:schemeClr val="accent2">
              <a:lumMod val="60000"/>
              <a:lumOff val="40000"/>
            </a:schemeClr>
          </a:solidFill>
          <a:ln>
            <a:noFill/>
          </a:ln>
          <a:effectLst/>
        </p:spPr>
        <p:txBody>
          <a:bodyPr wrap="squar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spcBef>
                <a:spcPct val="50000"/>
              </a:spcBef>
            </a:pPr>
            <a:r>
              <a:rPr lang="en-US" altLang="en-US" sz="2400" dirty="0">
                <a:latin typeface="+mn-lt"/>
              </a:rPr>
              <a:t>{a, b, c, d, e}</a:t>
            </a:r>
          </a:p>
        </p:txBody>
      </p:sp>
      <p:sp>
        <p:nvSpPr>
          <p:cNvPr id="16" name="Text Box 9"/>
          <p:cNvSpPr txBox="1">
            <a:spLocks noChangeArrowheads="1"/>
          </p:cNvSpPr>
          <p:nvPr/>
        </p:nvSpPr>
        <p:spPr bwMode="auto">
          <a:xfrm>
            <a:off x="76200" y="5334000"/>
            <a:ext cx="1250303" cy="461665"/>
          </a:xfrm>
          <a:prstGeom prst="rect">
            <a:avLst/>
          </a:prstGeom>
          <a:solidFill>
            <a:schemeClr val="accent6">
              <a:lumMod val="75000"/>
            </a:schemeClr>
          </a:solidFill>
          <a:ln>
            <a:noFill/>
          </a:ln>
          <a:effectLst/>
        </p:spPr>
        <p:txBody>
          <a:bodyPr wrap="squar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spcBef>
                <a:spcPct val="50000"/>
              </a:spcBef>
            </a:pPr>
            <a:r>
              <a:rPr lang="en-US" altLang="en-US" sz="2400" dirty="0">
                <a:solidFill>
                  <a:schemeClr val="bg1"/>
                </a:solidFill>
                <a:latin typeface="+mn-lt"/>
              </a:rPr>
              <a:t>Arcs</a:t>
            </a:r>
          </a:p>
        </p:txBody>
      </p:sp>
      <p:sp>
        <p:nvSpPr>
          <p:cNvPr id="17" name="Text Box 10"/>
          <p:cNvSpPr txBox="1">
            <a:spLocks noChangeArrowheads="1"/>
          </p:cNvSpPr>
          <p:nvPr/>
        </p:nvSpPr>
        <p:spPr bwMode="auto">
          <a:xfrm>
            <a:off x="1447800" y="5334000"/>
            <a:ext cx="6096000" cy="461665"/>
          </a:xfrm>
          <a:prstGeom prst="rect">
            <a:avLst/>
          </a:prstGeom>
          <a:solidFill>
            <a:srgbClr val="F79646"/>
          </a:solidFill>
          <a:ln>
            <a:noFill/>
          </a:ln>
          <a:effectLst/>
        </p:spPr>
        <p:txBody>
          <a:bodyPr wrap="squar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spcBef>
                <a:spcPct val="50000"/>
              </a:spcBef>
            </a:pPr>
            <a:r>
              <a:rPr lang="en-US" altLang="en-US" sz="2400" dirty="0">
                <a:latin typeface="+mn-lt"/>
              </a:rPr>
              <a:t>{(</a:t>
            </a:r>
            <a:r>
              <a:rPr lang="en-US" altLang="en-US" sz="2400" dirty="0" err="1">
                <a:latin typeface="+mn-lt"/>
              </a:rPr>
              <a:t>a,b</a:t>
            </a:r>
            <a:r>
              <a:rPr lang="en-US" altLang="en-US" sz="2400" dirty="0">
                <a:latin typeface="+mn-lt"/>
              </a:rPr>
              <a:t>),(</a:t>
            </a:r>
            <a:r>
              <a:rPr lang="en-US" altLang="en-US" sz="2400" dirty="0" err="1">
                <a:latin typeface="+mn-lt"/>
              </a:rPr>
              <a:t>a,d</a:t>
            </a:r>
            <a:r>
              <a:rPr lang="en-US" altLang="en-US" sz="2400" dirty="0">
                <a:latin typeface="+mn-lt"/>
              </a:rPr>
              <a:t>), (</a:t>
            </a:r>
            <a:r>
              <a:rPr lang="en-US" altLang="en-US" sz="2400" dirty="0" err="1">
                <a:latin typeface="+mn-lt"/>
              </a:rPr>
              <a:t>b,c</a:t>
            </a:r>
            <a:r>
              <a:rPr lang="en-US" altLang="en-US" sz="2400" dirty="0">
                <a:latin typeface="+mn-lt"/>
              </a:rPr>
              <a:t>),(</a:t>
            </a:r>
            <a:r>
              <a:rPr lang="en-US" altLang="en-US" sz="2400" dirty="0" err="1">
                <a:latin typeface="+mn-lt"/>
              </a:rPr>
              <a:t>c,b</a:t>
            </a:r>
            <a:r>
              <a:rPr lang="en-US" altLang="en-US" sz="2400" dirty="0">
                <a:latin typeface="+mn-lt"/>
              </a:rPr>
              <a:t>),(</a:t>
            </a:r>
            <a:r>
              <a:rPr lang="en-US" altLang="en-US" sz="2400" dirty="0" err="1">
                <a:latin typeface="+mn-lt"/>
              </a:rPr>
              <a:t>c,d</a:t>
            </a:r>
            <a:r>
              <a:rPr lang="en-US" altLang="en-US" sz="2400" dirty="0">
                <a:latin typeface="+mn-lt"/>
              </a:rPr>
              <a:t>),(</a:t>
            </a:r>
            <a:r>
              <a:rPr lang="en-US" altLang="en-US" sz="2400" dirty="0" err="1">
                <a:latin typeface="+mn-lt"/>
              </a:rPr>
              <a:t>d,a</a:t>
            </a:r>
            <a:r>
              <a:rPr lang="en-US" altLang="en-US" sz="2400" dirty="0">
                <a:latin typeface="+mn-lt"/>
              </a:rPr>
              <a:t>),(</a:t>
            </a:r>
            <a:r>
              <a:rPr lang="en-US" altLang="en-US" sz="2400" dirty="0" err="1">
                <a:latin typeface="+mn-lt"/>
              </a:rPr>
              <a:t>d,e</a:t>
            </a:r>
            <a:r>
              <a:rPr lang="en-US" altLang="en-US" sz="2400" dirty="0">
                <a:latin typeface="+mn-lt"/>
              </a:rPr>
              <a:t>),(</a:t>
            </a:r>
            <a:r>
              <a:rPr lang="en-US" altLang="en-US" sz="2400" dirty="0" err="1">
                <a:latin typeface="+mn-lt"/>
              </a:rPr>
              <a:t>e,c</a:t>
            </a:r>
            <a:r>
              <a:rPr lang="en-US" altLang="en-US" sz="2400" dirty="0">
                <a:latin typeface="+mn-lt"/>
              </a:rPr>
              <a:t>),(</a:t>
            </a:r>
            <a:r>
              <a:rPr lang="en-US" altLang="en-US" sz="2400" dirty="0" err="1">
                <a:latin typeface="+mn-lt"/>
              </a:rPr>
              <a:t>e,d</a:t>
            </a:r>
            <a:r>
              <a:rPr lang="en-US" altLang="en-US" sz="2400" dirty="0">
                <a:latin typeface="+mn-lt"/>
              </a:rPr>
              <a:t>)}</a:t>
            </a:r>
          </a:p>
        </p:txBody>
      </p:sp>
      <p:sp>
        <p:nvSpPr>
          <p:cNvPr id="18" name="Text Box 12"/>
          <p:cNvSpPr txBox="1">
            <a:spLocks noChangeArrowheads="1"/>
          </p:cNvSpPr>
          <p:nvPr/>
        </p:nvSpPr>
        <p:spPr bwMode="auto">
          <a:xfrm>
            <a:off x="76200" y="4724400"/>
            <a:ext cx="1250303" cy="461665"/>
          </a:xfrm>
          <a:prstGeom prst="rect">
            <a:avLst/>
          </a:prstGeom>
          <a:solidFill>
            <a:srgbClr val="C00000"/>
          </a:solidFill>
          <a:ln>
            <a:noFill/>
          </a:ln>
          <a:effectLst/>
        </p:spPr>
        <p:txBody>
          <a:bodyPr wrap="squar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spcBef>
                <a:spcPct val="50000"/>
              </a:spcBef>
            </a:pPr>
            <a:r>
              <a:rPr lang="en-US" altLang="en-US" sz="2400" dirty="0">
                <a:solidFill>
                  <a:schemeClr val="bg1"/>
                </a:solidFill>
                <a:latin typeface="+mn-lt"/>
              </a:rPr>
              <a:t>Nodes</a:t>
            </a:r>
            <a:r>
              <a:rPr lang="en-US" altLang="en-US" sz="2400" dirty="0">
                <a:latin typeface="+mn-lt"/>
              </a:rPr>
              <a:t> 	</a:t>
            </a:r>
          </a:p>
        </p:txBody>
      </p:sp>
    </p:spTree>
    <p:extLst>
      <p:ext uri="{BB962C8B-B14F-4D97-AF65-F5344CB8AC3E}">
        <p14:creationId xmlns:p14="http://schemas.microsoft.com/office/powerpoint/2010/main" val="886968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checkerboard(across)">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dirty="0">
                <a:solidFill>
                  <a:srgbClr val="FFE1AD"/>
                </a:solidFill>
              </a:rPr>
              <a:t>2019</a:t>
            </a: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dirty="0">
                <a:solidFill>
                  <a:srgbClr val="FFE1AD"/>
                </a:solidFill>
              </a:rPr>
              <a:t>MECQ1203: Artificial Intelligence</a:t>
            </a: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14</a:t>
            </a:fld>
            <a:endParaRPr lang="en-US" sz="900" dirty="0">
              <a:solidFill>
                <a:srgbClr val="FFE1AD"/>
              </a:solidFill>
            </a:endParaRPr>
          </a:p>
        </p:txBody>
      </p:sp>
      <p:sp>
        <p:nvSpPr>
          <p:cNvPr id="8" name="Rectangle 7"/>
          <p:cNvSpPr/>
          <p:nvPr/>
        </p:nvSpPr>
        <p:spPr>
          <a:xfrm>
            <a:off x="1066800" y="304800"/>
            <a:ext cx="8073273" cy="707886"/>
          </a:xfrm>
          <a:prstGeom prst="rect">
            <a:avLst/>
          </a:prstGeom>
        </p:spPr>
        <p:txBody>
          <a:bodyPr wrap="square">
            <a:spAutoFit/>
          </a:bodyPr>
          <a:lstStyle/>
          <a:p>
            <a:pPr algn="ctr"/>
            <a:r>
              <a:rPr lang="en-MY" sz="4000" b="1" dirty="0">
                <a:latin typeface="Roboto" pitchFamily="2" charset="0"/>
                <a:ea typeface="Roboto" pitchFamily="2" charset="0"/>
              </a:rPr>
              <a:t>Graph Theory: </a:t>
            </a:r>
            <a:r>
              <a:rPr lang="en-MY" sz="4000" b="1" dirty="0">
                <a:solidFill>
                  <a:srgbClr val="C00000"/>
                </a:solidFill>
                <a:latin typeface="Roboto" pitchFamily="2" charset="0"/>
                <a:ea typeface="Roboto" pitchFamily="2" charset="0"/>
              </a:rPr>
              <a:t>Structure</a:t>
            </a:r>
          </a:p>
        </p:txBody>
      </p:sp>
      <p:sp>
        <p:nvSpPr>
          <p:cNvPr id="7" name="Text Box 4"/>
          <p:cNvSpPr txBox="1">
            <a:spLocks noChangeArrowheads="1"/>
          </p:cNvSpPr>
          <p:nvPr/>
        </p:nvSpPr>
        <p:spPr bwMode="auto">
          <a:xfrm>
            <a:off x="31377" y="1371600"/>
            <a:ext cx="90678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371600" indent="-13716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600" dirty="0">
                <a:solidFill>
                  <a:srgbClr val="0070C0"/>
                </a:solidFill>
                <a:latin typeface="Arial" panose="020B0604020202020204" pitchFamily="34" charset="0"/>
              </a:rPr>
              <a:t>b) A rooted tree, exemplifying family relationships(parents, child, sibling)</a:t>
            </a:r>
          </a:p>
          <a:p>
            <a:pPr lvl="2">
              <a:buFont typeface="Arial" panose="020B0604020202020204" pitchFamily="34" charset="0"/>
              <a:buChar char="•"/>
            </a:pPr>
            <a:r>
              <a:rPr lang="en-US" altLang="en-US" sz="1600" dirty="0">
                <a:solidFill>
                  <a:srgbClr val="0070C0"/>
                </a:solidFill>
                <a:latin typeface="Arial" panose="020B0604020202020204" pitchFamily="34" charset="0"/>
              </a:rPr>
              <a:t>Path from root to all nodes</a:t>
            </a:r>
          </a:p>
          <a:p>
            <a:pPr lvl="2">
              <a:buFont typeface="Arial" panose="020B0604020202020204" pitchFamily="34" charset="0"/>
              <a:buChar char="•"/>
            </a:pPr>
            <a:r>
              <a:rPr lang="en-US" altLang="en-US" sz="1600" dirty="0">
                <a:solidFill>
                  <a:srgbClr val="0070C0"/>
                </a:solidFill>
                <a:latin typeface="Arial" panose="020B0604020202020204" pitchFamily="34" charset="0"/>
              </a:rPr>
              <a:t>Directed graph with arcs having one direction ~no cycle</a:t>
            </a:r>
          </a:p>
          <a:p>
            <a:pPr lvl="2">
              <a:buFont typeface="Arial" panose="020B0604020202020204" pitchFamily="34" charset="0"/>
              <a:buChar char="•"/>
            </a:pPr>
            <a:r>
              <a:rPr lang="en-US" altLang="en-US" sz="1600" dirty="0">
                <a:solidFill>
                  <a:srgbClr val="0070C0"/>
                </a:solidFill>
                <a:latin typeface="Arial" panose="020B0604020202020204" pitchFamily="34" charset="0"/>
              </a:rPr>
              <a:t>Example: game players cannot UNDO moves</a:t>
            </a:r>
          </a:p>
        </p:txBody>
      </p:sp>
      <p:pic>
        <p:nvPicPr>
          <p:cNvPr id="3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024" y="2443769"/>
            <a:ext cx="6564976"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2"/>
          <p:cNvGrpSpPr/>
          <p:nvPr/>
        </p:nvGrpSpPr>
        <p:grpSpPr>
          <a:xfrm>
            <a:off x="457200" y="2501874"/>
            <a:ext cx="3473822" cy="684239"/>
            <a:chOff x="457200" y="2501874"/>
            <a:chExt cx="3473822" cy="684239"/>
          </a:xfrm>
        </p:grpSpPr>
        <p:sp>
          <p:nvSpPr>
            <p:cNvPr id="32" name="Text Box 13"/>
            <p:cNvSpPr txBox="1">
              <a:spLocks noChangeArrowheads="1"/>
            </p:cNvSpPr>
            <p:nvPr/>
          </p:nvSpPr>
          <p:spPr bwMode="auto">
            <a:xfrm>
              <a:off x="457200" y="2819400"/>
              <a:ext cx="838200" cy="366713"/>
            </a:xfrm>
            <a:prstGeom prst="rect">
              <a:avLst/>
            </a:prstGeom>
            <a:solidFill>
              <a:srgbClr val="C00000"/>
            </a:solidFill>
            <a:ln>
              <a:noFill/>
            </a:ln>
            <a:effectLst/>
          </p:spPr>
          <p:txBody>
            <a:bodyPr wrap="squar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spcBef>
                  <a:spcPct val="50000"/>
                </a:spcBef>
              </a:pPr>
              <a:r>
                <a:rPr lang="en-US" altLang="en-US" dirty="0">
                  <a:solidFill>
                    <a:schemeClr val="bg1"/>
                  </a:solidFill>
                  <a:latin typeface="+mn-lt"/>
                </a:rPr>
                <a:t>Root</a:t>
              </a:r>
            </a:p>
          </p:txBody>
        </p:sp>
        <p:sp>
          <p:nvSpPr>
            <p:cNvPr id="33" name="Line 16"/>
            <p:cNvSpPr>
              <a:spLocks noChangeShapeType="1"/>
            </p:cNvSpPr>
            <p:nvPr/>
          </p:nvSpPr>
          <p:spPr bwMode="auto">
            <a:xfrm flipV="1">
              <a:off x="1295399" y="2901984"/>
              <a:ext cx="2635623" cy="7756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4" name="Text Box 22"/>
            <p:cNvSpPr txBox="1">
              <a:spLocks noChangeArrowheads="1"/>
            </p:cNvSpPr>
            <p:nvPr/>
          </p:nvSpPr>
          <p:spPr bwMode="auto">
            <a:xfrm>
              <a:off x="659130" y="2501874"/>
              <a:ext cx="4343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spcBef>
                  <a:spcPct val="50000"/>
                </a:spcBef>
              </a:pPr>
              <a:r>
                <a:rPr lang="en-US" altLang="en-US" sz="2000" b="1" dirty="0">
                  <a:solidFill>
                    <a:srgbClr val="C00000"/>
                  </a:solidFill>
                  <a:latin typeface="+mn-lt"/>
                </a:rPr>
                <a:t>1</a:t>
              </a:r>
            </a:p>
          </p:txBody>
        </p:sp>
      </p:grpSp>
      <p:grpSp>
        <p:nvGrpSpPr>
          <p:cNvPr id="53" name="Group 52"/>
          <p:cNvGrpSpPr/>
          <p:nvPr/>
        </p:nvGrpSpPr>
        <p:grpSpPr>
          <a:xfrm>
            <a:off x="3435474" y="2345045"/>
            <a:ext cx="5403725" cy="2470658"/>
            <a:chOff x="3435474" y="2345045"/>
            <a:chExt cx="5403725" cy="2470658"/>
          </a:xfrm>
        </p:grpSpPr>
        <p:sp>
          <p:nvSpPr>
            <p:cNvPr id="31" name="Oval 6"/>
            <p:cNvSpPr>
              <a:spLocks noChangeArrowheads="1"/>
            </p:cNvSpPr>
            <p:nvPr/>
          </p:nvSpPr>
          <p:spPr bwMode="auto">
            <a:xfrm rot="20987021">
              <a:off x="3435474" y="2345045"/>
              <a:ext cx="1521765" cy="2470658"/>
            </a:xfrm>
            <a:prstGeom prst="ellipse">
              <a:avLst/>
            </a:prstGeom>
            <a:noFill/>
            <a:ln w="28575">
              <a:solidFill>
                <a:schemeClr val="accent6">
                  <a:lumMod val="7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endParaRPr lang="en-US" altLang="en-US"/>
            </a:p>
          </p:txBody>
        </p:sp>
        <p:sp>
          <p:nvSpPr>
            <p:cNvPr id="35" name="Line 7"/>
            <p:cNvSpPr>
              <a:spLocks noChangeShapeType="1"/>
            </p:cNvSpPr>
            <p:nvPr/>
          </p:nvSpPr>
          <p:spPr bwMode="auto">
            <a:xfrm flipV="1">
              <a:off x="4745640" y="2901984"/>
              <a:ext cx="1242784" cy="0"/>
            </a:xfrm>
            <a:prstGeom prst="line">
              <a:avLst/>
            </a:prstGeom>
            <a:noFill/>
            <a:ln w="28575">
              <a:solidFill>
                <a:schemeClr val="accent6">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6" name="Text Box 8"/>
            <p:cNvSpPr txBox="1">
              <a:spLocks noChangeArrowheads="1"/>
            </p:cNvSpPr>
            <p:nvPr/>
          </p:nvSpPr>
          <p:spPr bwMode="auto">
            <a:xfrm>
              <a:off x="5978898" y="2717318"/>
              <a:ext cx="2860301" cy="369332"/>
            </a:xfrm>
            <a:prstGeom prst="rect">
              <a:avLst/>
            </a:prstGeom>
            <a:solidFill>
              <a:schemeClr val="accent6">
                <a:lumMod val="75000"/>
              </a:schemeClr>
            </a:solidFill>
            <a:ln>
              <a:noFill/>
            </a:ln>
            <a:effectLst/>
          </p:spPr>
          <p:txBody>
            <a:bodyPr wrap="squar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spcBef>
                  <a:spcPct val="50000"/>
                </a:spcBef>
              </a:pPr>
              <a:r>
                <a:rPr lang="en-US" altLang="en-US" dirty="0">
                  <a:solidFill>
                    <a:schemeClr val="bg1"/>
                  </a:solidFill>
                  <a:latin typeface="+mn-lt"/>
                </a:rPr>
                <a:t>Ancestor of nodes g, h and </a:t>
              </a:r>
              <a:r>
                <a:rPr lang="en-US" altLang="en-US" dirty="0" err="1">
                  <a:solidFill>
                    <a:schemeClr val="bg1"/>
                  </a:solidFill>
                  <a:latin typeface="+mn-lt"/>
                </a:rPr>
                <a:t>i</a:t>
              </a:r>
              <a:endParaRPr lang="en-US" altLang="en-US" dirty="0">
                <a:solidFill>
                  <a:schemeClr val="bg1"/>
                </a:solidFill>
                <a:latin typeface="+mn-lt"/>
              </a:endParaRPr>
            </a:p>
          </p:txBody>
        </p:sp>
        <p:sp>
          <p:nvSpPr>
            <p:cNvPr id="37" name="Text Box 26"/>
            <p:cNvSpPr txBox="1">
              <a:spLocks noChangeArrowheads="1"/>
            </p:cNvSpPr>
            <p:nvPr/>
          </p:nvSpPr>
          <p:spPr bwMode="auto">
            <a:xfrm>
              <a:off x="7208734" y="2372962"/>
              <a:ext cx="3048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spcBef>
                  <a:spcPct val="50000"/>
                </a:spcBef>
              </a:pPr>
              <a:r>
                <a:rPr lang="en-US" altLang="en-US" sz="2000" b="1" dirty="0">
                  <a:solidFill>
                    <a:schemeClr val="accent6">
                      <a:lumMod val="75000"/>
                    </a:schemeClr>
                  </a:solidFill>
                  <a:latin typeface="+mn-lt"/>
                </a:rPr>
                <a:t>5</a:t>
              </a:r>
            </a:p>
          </p:txBody>
        </p:sp>
      </p:grpSp>
      <p:grpSp>
        <p:nvGrpSpPr>
          <p:cNvPr id="50" name="Group 49"/>
          <p:cNvGrpSpPr/>
          <p:nvPr/>
        </p:nvGrpSpPr>
        <p:grpSpPr>
          <a:xfrm>
            <a:off x="443753" y="3378340"/>
            <a:ext cx="5347447" cy="1059048"/>
            <a:chOff x="443753" y="3378340"/>
            <a:chExt cx="5347447" cy="1059048"/>
          </a:xfrm>
        </p:grpSpPr>
        <p:sp>
          <p:nvSpPr>
            <p:cNvPr id="38" name="Text Box 14"/>
            <p:cNvSpPr txBox="1">
              <a:spLocks noChangeArrowheads="1"/>
            </p:cNvSpPr>
            <p:nvPr/>
          </p:nvSpPr>
          <p:spPr bwMode="auto">
            <a:xfrm>
              <a:off x="443753" y="3685008"/>
              <a:ext cx="972669" cy="366713"/>
            </a:xfrm>
            <a:prstGeom prst="rect">
              <a:avLst/>
            </a:prstGeom>
            <a:solidFill>
              <a:srgbClr val="008000"/>
            </a:solidFill>
            <a:ln>
              <a:noFill/>
            </a:ln>
            <a:effectLst/>
          </p:spPr>
          <p:txBody>
            <a:bodyPr wrap="squar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spcBef>
                  <a:spcPct val="50000"/>
                </a:spcBef>
              </a:pPr>
              <a:r>
                <a:rPr lang="en-US" altLang="en-US" dirty="0">
                  <a:solidFill>
                    <a:schemeClr val="bg1"/>
                  </a:solidFill>
                  <a:latin typeface="+mn-lt"/>
                </a:rPr>
                <a:t>Parent</a:t>
              </a:r>
            </a:p>
          </p:txBody>
        </p:sp>
        <p:sp>
          <p:nvSpPr>
            <p:cNvPr id="39" name="Line 17"/>
            <p:cNvSpPr>
              <a:spLocks noChangeShapeType="1"/>
            </p:cNvSpPr>
            <p:nvPr/>
          </p:nvSpPr>
          <p:spPr bwMode="auto">
            <a:xfrm>
              <a:off x="1433829" y="3880833"/>
              <a:ext cx="448946" cy="36432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0" name="Line 18"/>
            <p:cNvSpPr>
              <a:spLocks noChangeShapeType="1"/>
            </p:cNvSpPr>
            <p:nvPr/>
          </p:nvSpPr>
          <p:spPr bwMode="auto">
            <a:xfrm>
              <a:off x="1433829" y="3886201"/>
              <a:ext cx="2299971" cy="444081"/>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1" name="Line 19"/>
            <p:cNvSpPr>
              <a:spLocks noChangeShapeType="1"/>
            </p:cNvSpPr>
            <p:nvPr/>
          </p:nvSpPr>
          <p:spPr bwMode="auto">
            <a:xfrm>
              <a:off x="1433829" y="3880834"/>
              <a:ext cx="4357371" cy="556554"/>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2" name="Text Box 23"/>
            <p:cNvSpPr txBox="1">
              <a:spLocks noChangeArrowheads="1"/>
            </p:cNvSpPr>
            <p:nvPr/>
          </p:nvSpPr>
          <p:spPr bwMode="auto">
            <a:xfrm>
              <a:off x="729801" y="3378340"/>
              <a:ext cx="4572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spcBef>
                  <a:spcPct val="50000"/>
                </a:spcBef>
              </a:pPr>
              <a:r>
                <a:rPr lang="en-US" altLang="en-US" sz="2000" b="1" dirty="0">
                  <a:solidFill>
                    <a:srgbClr val="008000"/>
                  </a:solidFill>
                  <a:latin typeface="+mn-lt"/>
                </a:rPr>
                <a:t>2</a:t>
              </a:r>
            </a:p>
          </p:txBody>
        </p:sp>
      </p:grpSp>
      <p:grpSp>
        <p:nvGrpSpPr>
          <p:cNvPr id="51" name="Group 50"/>
          <p:cNvGrpSpPr/>
          <p:nvPr/>
        </p:nvGrpSpPr>
        <p:grpSpPr>
          <a:xfrm>
            <a:off x="310701" y="4652921"/>
            <a:ext cx="7680846" cy="1392937"/>
            <a:chOff x="310701" y="4652921"/>
            <a:chExt cx="7680846" cy="1392937"/>
          </a:xfrm>
        </p:grpSpPr>
        <p:sp>
          <p:nvSpPr>
            <p:cNvPr id="43" name="Oval 10"/>
            <p:cNvSpPr>
              <a:spLocks noChangeArrowheads="1"/>
            </p:cNvSpPr>
            <p:nvPr/>
          </p:nvSpPr>
          <p:spPr bwMode="auto">
            <a:xfrm>
              <a:off x="752547" y="5574266"/>
              <a:ext cx="7239000" cy="471592"/>
            </a:xfrm>
            <a:prstGeom prst="ellipse">
              <a:avLst/>
            </a:prstGeom>
            <a:noFill/>
            <a:ln w="28575">
              <a:solidFill>
                <a:srgbClr val="3898B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endParaRPr lang="en-MY" altLang="en-US"/>
            </a:p>
          </p:txBody>
        </p:sp>
        <p:sp>
          <p:nvSpPr>
            <p:cNvPr id="46" name="Text Box 15"/>
            <p:cNvSpPr txBox="1">
              <a:spLocks noChangeArrowheads="1"/>
            </p:cNvSpPr>
            <p:nvPr/>
          </p:nvSpPr>
          <p:spPr bwMode="auto">
            <a:xfrm>
              <a:off x="310701" y="4993286"/>
              <a:ext cx="838200" cy="366713"/>
            </a:xfrm>
            <a:prstGeom prst="rect">
              <a:avLst/>
            </a:prstGeom>
            <a:solidFill>
              <a:srgbClr val="3898B2"/>
            </a:solidFill>
            <a:ln>
              <a:noFill/>
            </a:ln>
            <a:effec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spcBef>
                  <a:spcPct val="50000"/>
                </a:spcBef>
              </a:pPr>
              <a:r>
                <a:rPr lang="en-US" altLang="en-US" dirty="0">
                  <a:solidFill>
                    <a:schemeClr val="bg1"/>
                  </a:solidFill>
                  <a:latin typeface="+mn-lt"/>
                </a:rPr>
                <a:t>child</a:t>
              </a:r>
            </a:p>
          </p:txBody>
        </p:sp>
        <p:sp>
          <p:nvSpPr>
            <p:cNvPr id="47" name="Line 21"/>
            <p:cNvSpPr>
              <a:spLocks noChangeShapeType="1"/>
            </p:cNvSpPr>
            <p:nvPr/>
          </p:nvSpPr>
          <p:spPr bwMode="auto">
            <a:xfrm>
              <a:off x="838200" y="5359999"/>
              <a:ext cx="5442" cy="368204"/>
            </a:xfrm>
            <a:prstGeom prst="line">
              <a:avLst/>
            </a:prstGeom>
            <a:noFill/>
            <a:ln w="28575">
              <a:solidFill>
                <a:srgbClr val="3898B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8" name="Text Box 24"/>
            <p:cNvSpPr txBox="1">
              <a:spLocks noChangeArrowheads="1"/>
            </p:cNvSpPr>
            <p:nvPr/>
          </p:nvSpPr>
          <p:spPr bwMode="auto">
            <a:xfrm>
              <a:off x="559724" y="4652921"/>
              <a:ext cx="4572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spcBef>
                  <a:spcPct val="50000"/>
                </a:spcBef>
              </a:pPr>
              <a:r>
                <a:rPr lang="en-US" altLang="en-US" sz="2000" b="1" dirty="0">
                  <a:solidFill>
                    <a:srgbClr val="3898B2"/>
                  </a:solidFill>
                  <a:latin typeface="+mn-lt"/>
                </a:rPr>
                <a:t>3</a:t>
              </a:r>
            </a:p>
          </p:txBody>
        </p:sp>
      </p:grpSp>
      <p:grpSp>
        <p:nvGrpSpPr>
          <p:cNvPr id="52" name="Group 51"/>
          <p:cNvGrpSpPr/>
          <p:nvPr/>
        </p:nvGrpSpPr>
        <p:grpSpPr>
          <a:xfrm>
            <a:off x="7513534" y="4366552"/>
            <a:ext cx="1524000" cy="1361651"/>
            <a:chOff x="7513534" y="4366552"/>
            <a:chExt cx="1524000" cy="1361651"/>
          </a:xfrm>
        </p:grpSpPr>
        <p:sp>
          <p:nvSpPr>
            <p:cNvPr id="44" name="Text Box 11"/>
            <p:cNvSpPr txBox="1">
              <a:spLocks noChangeArrowheads="1"/>
            </p:cNvSpPr>
            <p:nvPr/>
          </p:nvSpPr>
          <p:spPr bwMode="auto">
            <a:xfrm>
              <a:off x="7513534" y="4671352"/>
              <a:ext cx="1524000" cy="366713"/>
            </a:xfrm>
            <a:prstGeom prst="rect">
              <a:avLst/>
            </a:prstGeom>
            <a:solidFill>
              <a:srgbClr val="002060"/>
            </a:solidFill>
            <a:ln>
              <a:noFill/>
            </a:ln>
            <a:effectLst/>
          </p:spPr>
          <p:txBody>
            <a:bodyPr wrap="squar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spcBef>
                  <a:spcPct val="50000"/>
                </a:spcBef>
              </a:pPr>
              <a:r>
                <a:rPr lang="en-US" altLang="en-US" dirty="0">
                  <a:solidFill>
                    <a:schemeClr val="bg1"/>
                  </a:solidFill>
                  <a:latin typeface="+mn-lt"/>
                </a:rPr>
                <a:t>Leaf or tip</a:t>
              </a:r>
            </a:p>
          </p:txBody>
        </p:sp>
        <p:sp>
          <p:nvSpPr>
            <p:cNvPr id="45" name="Line 12"/>
            <p:cNvSpPr>
              <a:spLocks noChangeShapeType="1"/>
            </p:cNvSpPr>
            <p:nvPr/>
          </p:nvSpPr>
          <p:spPr bwMode="auto">
            <a:xfrm flipV="1">
              <a:off x="7772400" y="5023869"/>
              <a:ext cx="9740" cy="704334"/>
            </a:xfrm>
            <a:prstGeom prst="line">
              <a:avLst/>
            </a:prstGeom>
            <a:noFill/>
            <a:ln w="28575">
              <a:solidFill>
                <a:srgbClr val="00206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9" name="Text Box 25"/>
            <p:cNvSpPr txBox="1">
              <a:spLocks noChangeArrowheads="1"/>
            </p:cNvSpPr>
            <p:nvPr/>
          </p:nvSpPr>
          <p:spPr bwMode="auto">
            <a:xfrm>
              <a:off x="8105111" y="4366552"/>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spcBef>
                  <a:spcPct val="50000"/>
                </a:spcBef>
              </a:pPr>
              <a:r>
                <a:rPr lang="en-US" altLang="en-US" sz="2000" b="1" dirty="0">
                  <a:solidFill>
                    <a:srgbClr val="002060"/>
                  </a:solidFill>
                  <a:latin typeface="+mn-lt"/>
                </a:rPr>
                <a:t>4</a:t>
              </a:r>
            </a:p>
          </p:txBody>
        </p:sp>
      </p:grpSp>
    </p:spTree>
    <p:extLst>
      <p:ext uri="{BB962C8B-B14F-4D97-AF65-F5344CB8AC3E}">
        <p14:creationId xmlns:p14="http://schemas.microsoft.com/office/powerpoint/2010/main" val="1917517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1219200"/>
            <a:ext cx="6553200" cy="5059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1066800" y="304800"/>
            <a:ext cx="8073273" cy="707886"/>
          </a:xfrm>
          <a:prstGeom prst="rect">
            <a:avLst/>
          </a:prstGeom>
        </p:spPr>
        <p:txBody>
          <a:bodyPr wrap="square">
            <a:spAutoFit/>
          </a:bodyPr>
          <a:lstStyle/>
          <a:p>
            <a:pPr algn="ctr"/>
            <a:r>
              <a:rPr lang="en-MY" sz="4000" b="1" dirty="0">
                <a:latin typeface="Roboto" pitchFamily="2" charset="0"/>
                <a:ea typeface="Roboto" pitchFamily="2" charset="0"/>
              </a:rPr>
              <a:t>Graph Theory: </a:t>
            </a:r>
            <a:r>
              <a:rPr lang="en-MY" sz="4000" b="1" dirty="0">
                <a:solidFill>
                  <a:srgbClr val="C00000"/>
                </a:solidFill>
                <a:latin typeface="Roboto" pitchFamily="2" charset="0"/>
                <a:ea typeface="Roboto" pitchFamily="2" charset="0"/>
              </a:rPr>
              <a:t>Definition</a:t>
            </a:r>
          </a:p>
        </p:txBody>
      </p:sp>
    </p:spTree>
    <p:extLst>
      <p:ext uri="{BB962C8B-B14F-4D97-AF65-F5344CB8AC3E}">
        <p14:creationId xmlns:p14="http://schemas.microsoft.com/office/powerpoint/2010/main" val="1773621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dirty="0">
                <a:solidFill>
                  <a:srgbClr val="FFE1AD"/>
                </a:solidFill>
              </a:rPr>
              <a:t>2019</a:t>
            </a: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dirty="0">
                <a:solidFill>
                  <a:srgbClr val="FFE1AD"/>
                </a:solidFill>
              </a:rPr>
              <a:t>MECQ1203: Artificial Intelligence</a:t>
            </a: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16</a:t>
            </a:fld>
            <a:endParaRPr lang="en-US" sz="900" dirty="0">
              <a:solidFill>
                <a:srgbClr val="FFE1AD"/>
              </a:solidFill>
            </a:endParaRPr>
          </a:p>
        </p:txBody>
      </p:sp>
      <p:sp>
        <p:nvSpPr>
          <p:cNvPr id="8" name="Rectangle 7"/>
          <p:cNvSpPr/>
          <p:nvPr/>
        </p:nvSpPr>
        <p:spPr>
          <a:xfrm>
            <a:off x="838200" y="494795"/>
            <a:ext cx="8073273" cy="523220"/>
          </a:xfrm>
          <a:prstGeom prst="rect">
            <a:avLst/>
          </a:prstGeom>
        </p:spPr>
        <p:txBody>
          <a:bodyPr wrap="square">
            <a:spAutoFit/>
          </a:bodyPr>
          <a:lstStyle/>
          <a:p>
            <a:pPr algn="ctr"/>
            <a:r>
              <a:rPr lang="en-MY" sz="2800" b="1" dirty="0">
                <a:latin typeface="Roboto" pitchFamily="2" charset="0"/>
                <a:ea typeface="Roboto" pitchFamily="2" charset="0"/>
              </a:rPr>
              <a:t>Graph Theory: Using Predicate Logic</a:t>
            </a:r>
            <a:endParaRPr lang="en-MY" sz="2800" b="1" dirty="0">
              <a:solidFill>
                <a:srgbClr val="C00000"/>
              </a:solidFill>
              <a:latin typeface="Roboto" pitchFamily="2" charset="0"/>
              <a:ea typeface="Roboto" pitchFamily="2" charset="0"/>
            </a:endParaRPr>
          </a:p>
        </p:txBody>
      </p:sp>
      <p:sp>
        <p:nvSpPr>
          <p:cNvPr id="7" name="Text Box 4"/>
          <p:cNvSpPr txBox="1">
            <a:spLocks noChangeArrowheads="1"/>
          </p:cNvSpPr>
          <p:nvPr/>
        </p:nvSpPr>
        <p:spPr bwMode="auto">
          <a:xfrm>
            <a:off x="50800" y="1416566"/>
            <a:ext cx="575982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371600" indent="-13716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600" dirty="0">
                <a:solidFill>
                  <a:srgbClr val="0070C0"/>
                </a:solidFill>
                <a:latin typeface="Arial" panose="020B0604020202020204" pitchFamily="34" charset="0"/>
              </a:rPr>
              <a:t>Euler Graph Theory: Graph of the </a:t>
            </a:r>
            <a:r>
              <a:rPr lang="en-US" altLang="en-US" sz="1600" dirty="0" err="1">
                <a:solidFill>
                  <a:srgbClr val="0070C0"/>
                </a:solidFill>
                <a:latin typeface="Arial" panose="020B0604020202020204" pitchFamily="34" charset="0"/>
              </a:rPr>
              <a:t>Königsberg</a:t>
            </a:r>
            <a:r>
              <a:rPr lang="en-US" altLang="en-US" sz="1600" dirty="0">
                <a:solidFill>
                  <a:srgbClr val="0070C0"/>
                </a:solidFill>
                <a:latin typeface="Arial" panose="020B0604020202020204" pitchFamily="34" charset="0"/>
              </a:rPr>
              <a:t> bridge system</a:t>
            </a:r>
            <a:r>
              <a:rPr lang="en-US" altLang="en-US" sz="2000" dirty="0">
                <a:latin typeface="Arial" panose="020B0604020202020204" pitchFamily="34" charset="0"/>
              </a:rPr>
              <a:t>.</a:t>
            </a:r>
            <a:endParaRPr lang="en-US" altLang="en-US" sz="2400" dirty="0">
              <a:latin typeface="Arial" panose="020B0604020202020204" pitchFamily="34" charset="0"/>
            </a:endParaRPr>
          </a:p>
        </p:txBody>
      </p:sp>
      <p:pic>
        <p:nvPicPr>
          <p:cNvPr id="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 y="1768475"/>
            <a:ext cx="4038600" cy="469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 name="TextBox 4">
            <a:extLst>
              <a:ext uri="{FF2B5EF4-FFF2-40B4-BE49-F238E27FC236}">
                <a16:creationId xmlns:a16="http://schemas.microsoft.com/office/drawing/2014/main" xmlns="" id="{BFBC3E4D-001E-4759-A2B0-62EEECD94D07}"/>
              </a:ext>
            </a:extLst>
          </p:cNvPr>
          <p:cNvGraphicFramePr/>
          <p:nvPr>
            <p:extLst>
              <p:ext uri="{D42A27DB-BD31-4B8C-83A1-F6EECF244321}">
                <p14:modId xmlns:p14="http://schemas.microsoft.com/office/powerpoint/2010/main" val="3137899975"/>
              </p:ext>
            </p:extLst>
          </p:nvPr>
        </p:nvGraphicFramePr>
        <p:xfrm>
          <a:off x="4759386" y="2178212"/>
          <a:ext cx="4003614" cy="29271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89375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dirty="0">
                <a:solidFill>
                  <a:srgbClr val="FFE1AD"/>
                </a:solidFill>
              </a:rPr>
              <a:t>2019</a:t>
            </a: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dirty="0">
                <a:solidFill>
                  <a:srgbClr val="FFE1AD"/>
                </a:solidFill>
              </a:rPr>
              <a:t>MECQ1203: Artificial Intelligence</a:t>
            </a: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17</a:t>
            </a:fld>
            <a:endParaRPr lang="en-US" sz="900" dirty="0">
              <a:solidFill>
                <a:srgbClr val="FFE1AD"/>
              </a:solidFill>
            </a:endParaRPr>
          </a:p>
        </p:txBody>
      </p:sp>
      <p:sp>
        <p:nvSpPr>
          <p:cNvPr id="8" name="Rectangle 7"/>
          <p:cNvSpPr/>
          <p:nvPr/>
        </p:nvSpPr>
        <p:spPr>
          <a:xfrm>
            <a:off x="838200" y="494795"/>
            <a:ext cx="8073273" cy="523220"/>
          </a:xfrm>
          <a:prstGeom prst="rect">
            <a:avLst/>
          </a:prstGeom>
        </p:spPr>
        <p:txBody>
          <a:bodyPr wrap="square">
            <a:spAutoFit/>
          </a:bodyPr>
          <a:lstStyle/>
          <a:p>
            <a:pPr algn="ctr"/>
            <a:r>
              <a:rPr lang="en-MY" sz="2800" b="1" dirty="0">
                <a:latin typeface="Roboto" pitchFamily="2" charset="0"/>
                <a:ea typeface="Roboto" pitchFamily="2" charset="0"/>
              </a:rPr>
              <a:t>Graph Theory: Using Predicate Logic - Answer</a:t>
            </a:r>
            <a:endParaRPr lang="en-MY" sz="2800" b="1" dirty="0">
              <a:solidFill>
                <a:srgbClr val="C00000"/>
              </a:solidFill>
              <a:latin typeface="Roboto" pitchFamily="2" charset="0"/>
              <a:ea typeface="Roboto" pitchFamily="2" charset="0"/>
            </a:endParaRPr>
          </a:p>
        </p:txBody>
      </p:sp>
      <p:sp>
        <p:nvSpPr>
          <p:cNvPr id="7" name="Text Box 4"/>
          <p:cNvSpPr txBox="1">
            <a:spLocks noChangeArrowheads="1"/>
          </p:cNvSpPr>
          <p:nvPr/>
        </p:nvSpPr>
        <p:spPr bwMode="auto">
          <a:xfrm>
            <a:off x="50800" y="1416566"/>
            <a:ext cx="575982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371600" indent="-13716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600" dirty="0">
                <a:solidFill>
                  <a:srgbClr val="0070C0"/>
                </a:solidFill>
                <a:latin typeface="Arial" panose="020B0604020202020204" pitchFamily="34" charset="0"/>
              </a:rPr>
              <a:t>Euler Graph Theory: Graph of the </a:t>
            </a:r>
            <a:r>
              <a:rPr lang="en-US" altLang="en-US" sz="1600" dirty="0" err="1">
                <a:solidFill>
                  <a:srgbClr val="0070C0"/>
                </a:solidFill>
                <a:latin typeface="Arial" panose="020B0604020202020204" pitchFamily="34" charset="0"/>
              </a:rPr>
              <a:t>Königsberg</a:t>
            </a:r>
            <a:r>
              <a:rPr lang="en-US" altLang="en-US" sz="1600" dirty="0">
                <a:solidFill>
                  <a:srgbClr val="0070C0"/>
                </a:solidFill>
                <a:latin typeface="Arial" panose="020B0604020202020204" pitchFamily="34" charset="0"/>
              </a:rPr>
              <a:t> bridge system</a:t>
            </a:r>
            <a:r>
              <a:rPr lang="en-US" altLang="en-US" sz="2000" dirty="0">
                <a:latin typeface="Arial" panose="020B0604020202020204" pitchFamily="34" charset="0"/>
              </a:rPr>
              <a:t>.</a:t>
            </a:r>
            <a:endParaRPr lang="en-US" altLang="en-US" sz="2400" dirty="0">
              <a:latin typeface="Arial" panose="020B0604020202020204" pitchFamily="34" charset="0"/>
            </a:endParaRPr>
          </a:p>
        </p:txBody>
      </p:sp>
      <p:pic>
        <p:nvPicPr>
          <p:cNvPr id="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0" y="1768475"/>
            <a:ext cx="4038600" cy="469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6"/>
          <p:cNvSpPr txBox="1">
            <a:spLocks noChangeArrowheads="1"/>
          </p:cNvSpPr>
          <p:nvPr/>
        </p:nvSpPr>
        <p:spPr bwMode="auto">
          <a:xfrm>
            <a:off x="5105400" y="1742926"/>
            <a:ext cx="403467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dirty="0">
                <a:latin typeface="+mn-lt"/>
              </a:rPr>
              <a:t>Represent using predicate calculus:</a:t>
            </a:r>
          </a:p>
          <a:p>
            <a:r>
              <a:rPr lang="en-US" altLang="en-US" dirty="0">
                <a:latin typeface="+mn-lt"/>
              </a:rPr>
              <a:t>Connect(i1, i2,b1) Connect(i2,i1,b1)</a:t>
            </a:r>
          </a:p>
          <a:p>
            <a:r>
              <a:rPr lang="en-US" altLang="en-US" dirty="0">
                <a:latin typeface="+mn-lt"/>
              </a:rPr>
              <a:t>Connect(rb1, i1,b2)Connect(i1,rb1,b2) </a:t>
            </a:r>
          </a:p>
          <a:p>
            <a:r>
              <a:rPr lang="en-US" altLang="en-US" dirty="0">
                <a:latin typeface="+mn-lt"/>
              </a:rPr>
              <a:t>Connect(rb1, i1,b3) Connect(i1,rb1,b3)</a:t>
            </a:r>
          </a:p>
          <a:p>
            <a:r>
              <a:rPr lang="en-US" altLang="en-US" dirty="0">
                <a:latin typeface="+mn-lt"/>
              </a:rPr>
              <a:t>Connect(rb1, i2, b4) Connect(i2,rb1, b4)</a:t>
            </a:r>
          </a:p>
          <a:p>
            <a:r>
              <a:rPr lang="en-US" altLang="en-US" dirty="0">
                <a:latin typeface="+mn-lt"/>
              </a:rPr>
              <a:t>Connect(rb2,i1,b5) Connect(i1,rb2, b5)</a:t>
            </a:r>
          </a:p>
          <a:p>
            <a:r>
              <a:rPr lang="en-US" altLang="en-US" dirty="0">
                <a:latin typeface="+mn-lt"/>
              </a:rPr>
              <a:t>Connect(rb2,i1,b6) Connect(i1,rb2,b6)</a:t>
            </a:r>
          </a:p>
          <a:p>
            <a:r>
              <a:rPr lang="en-US" altLang="en-US" dirty="0">
                <a:latin typeface="+mn-lt"/>
              </a:rPr>
              <a:t>Connect(rb2,i2,b7) Connect(i2,rb2, b7)</a:t>
            </a:r>
          </a:p>
        </p:txBody>
      </p:sp>
      <p:sp>
        <p:nvSpPr>
          <p:cNvPr id="11" name="Text Box 7"/>
          <p:cNvSpPr txBox="1">
            <a:spLocks noChangeArrowheads="1"/>
          </p:cNvSpPr>
          <p:nvPr/>
        </p:nvSpPr>
        <p:spPr bwMode="auto">
          <a:xfrm>
            <a:off x="5103436" y="4073290"/>
            <a:ext cx="3657600"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spcBef>
                <a:spcPct val="50000"/>
              </a:spcBef>
            </a:pPr>
            <a:r>
              <a:rPr lang="en-US" altLang="en-US" dirty="0">
                <a:latin typeface="+mn-lt"/>
              </a:rPr>
              <a:t>EULER noted WALK WAS IMPOSSIBLE UNLESS A GRAPH HAS EXACTLY ZERO OR TWO NODES OF ODD DEGREES</a:t>
            </a:r>
          </a:p>
          <a:p>
            <a:pPr>
              <a:spcBef>
                <a:spcPct val="50000"/>
              </a:spcBef>
            </a:pPr>
            <a:endParaRPr lang="en-US" altLang="en-US" sz="1400" dirty="0">
              <a:latin typeface="+mn-lt"/>
            </a:endParaRPr>
          </a:p>
        </p:txBody>
      </p:sp>
      <p:sp>
        <p:nvSpPr>
          <p:cNvPr id="12" name="Text Box 8"/>
          <p:cNvSpPr txBox="1">
            <a:spLocks noChangeArrowheads="1"/>
          </p:cNvSpPr>
          <p:nvPr/>
        </p:nvSpPr>
        <p:spPr bwMode="auto">
          <a:xfrm>
            <a:off x="5143500" y="4979573"/>
            <a:ext cx="38481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spcBef>
                <a:spcPct val="50000"/>
              </a:spcBef>
            </a:pPr>
            <a:r>
              <a:rPr lang="en-US" altLang="en-US" dirty="0">
                <a:latin typeface="+mn-lt"/>
              </a:rPr>
              <a:t>Write a prolog rule to indicate a path is allowed in both direction? Advantage</a:t>
            </a:r>
            <a:r>
              <a:rPr lang="en-US" altLang="en-US" sz="1400" dirty="0">
                <a:latin typeface="+mn-lt"/>
              </a:rPr>
              <a:t>? </a:t>
            </a:r>
            <a:r>
              <a:rPr lang="en-MY" altLang="en-US" dirty="0">
                <a:solidFill>
                  <a:srgbClr val="0070C0"/>
                </a:solidFill>
                <a:latin typeface="+mn-lt"/>
              </a:rPr>
              <a:t>This can reduce the no. of predicates needed.</a:t>
            </a:r>
          </a:p>
        </p:txBody>
      </p:sp>
    </p:spTree>
    <p:extLst>
      <p:ext uri="{BB962C8B-B14F-4D97-AF65-F5344CB8AC3E}">
        <p14:creationId xmlns:p14="http://schemas.microsoft.com/office/powerpoint/2010/main" val="36083250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linds(horizontal)">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18</a:t>
            </a:fld>
            <a:endParaRPr lang="en-US"/>
          </a:p>
        </p:txBody>
      </p:sp>
      <p:pic>
        <p:nvPicPr>
          <p:cNvPr id="6" name="Picture 2" descr="Image result for artificial intelligence icon"/>
          <p:cNvPicPr>
            <a:picLocks noChangeAspect="1" noChangeArrowheads="1"/>
          </p:cNvPicPr>
          <p:nvPr/>
        </p:nvPicPr>
        <p:blipFill rotWithShape="1">
          <a:blip r:embed="rId2" cstate="print">
            <a:duotone>
              <a:prstClr val="black"/>
              <a:schemeClr val="accent2">
                <a:tint val="45000"/>
                <a:satMod val="400000"/>
              </a:schemeClr>
            </a:duotone>
            <a:extLst>
              <a:ext uri="{BEBA8EAE-BF5A-486C-A8C5-ECC9F3942E4B}">
                <a14:imgProps xmlns:a14="http://schemas.microsoft.com/office/drawing/2010/main">
                  <a14:imgLayer r:embed="rId3">
                    <a14:imgEffect>
                      <a14:backgroundRemoval t="5429" b="69497" l="10000" r="90000">
                        <a14:foregroundMark x1="65976" y1="28727" x2="65976" y2="28727"/>
                        <a14:foregroundMark x1="58293" y1="30997" x2="58293" y2="30997"/>
                        <a14:foregroundMark x1="60732" y1="35933" x2="60732" y2="35933"/>
                        <a14:foregroundMark x1="58293" y1="41165" x2="58293" y2="41165"/>
                        <a14:foregroundMark x1="65122" y1="41757" x2="65122" y2="41757"/>
                        <a14:foregroundMark x1="69634" y1="36130" x2="69634" y2="36130"/>
                        <a14:foregroundMark x1="61220" y1="48963" x2="61220" y2="48963"/>
                        <a14:foregroundMark x1="50854" y1="66732" x2="50854" y2="66732"/>
                        <a14:foregroundMark x1="51098" y1="5429" x2="51098" y2="5429"/>
                      </a14:backgroundRemoval>
                    </a14:imgEffect>
                  </a14:imgLayer>
                </a14:imgProps>
              </a:ext>
              <a:ext uri="{28A0092B-C50C-407E-A947-70E740481C1C}">
                <a14:useLocalDpi xmlns:a14="http://schemas.microsoft.com/office/drawing/2010/main" val="0"/>
              </a:ext>
            </a:extLst>
          </a:blip>
          <a:srcRect l="14092" r="15445" b="29337"/>
          <a:stretch/>
        </p:blipFill>
        <p:spPr bwMode="auto">
          <a:xfrm>
            <a:off x="64826" y="2259238"/>
            <a:ext cx="2071412" cy="256625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txBox="1">
            <a:spLocks/>
          </p:cNvSpPr>
          <p:nvPr/>
        </p:nvSpPr>
        <p:spPr>
          <a:xfrm>
            <a:off x="2136239" y="2602326"/>
            <a:ext cx="7007761" cy="936625"/>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b="1" dirty="0">
                <a:solidFill>
                  <a:srgbClr val="C00000"/>
                </a:solidFill>
                <a:latin typeface="Roboto" pitchFamily="2" charset="0"/>
                <a:ea typeface="Roboto" pitchFamily="2" charset="0"/>
              </a:rPr>
              <a:t>Search </a:t>
            </a:r>
            <a:r>
              <a:rPr lang="en-US" sz="5400" b="1" dirty="0">
                <a:latin typeface="Roboto" pitchFamily="2" charset="0"/>
                <a:ea typeface="Roboto" pitchFamily="2" charset="0"/>
              </a:rPr>
              <a:t>Algorithm</a:t>
            </a:r>
          </a:p>
        </p:txBody>
      </p:sp>
      <p:sp>
        <p:nvSpPr>
          <p:cNvPr id="8" name="Rectangle 7"/>
          <p:cNvSpPr/>
          <p:nvPr/>
        </p:nvSpPr>
        <p:spPr>
          <a:xfrm>
            <a:off x="2136238" y="3538951"/>
            <a:ext cx="6217023" cy="1200329"/>
          </a:xfrm>
          <a:prstGeom prst="rect">
            <a:avLst/>
          </a:prstGeom>
        </p:spPr>
        <p:txBody>
          <a:bodyPr wrap="square">
            <a:spAutoFit/>
          </a:bodyPr>
          <a:lstStyle/>
          <a:p>
            <a:pPr marL="742950" lvl="1" indent="-285750">
              <a:buFont typeface="Arial" panose="020B0604020202020204" pitchFamily="34" charset="0"/>
              <a:buChar char="•"/>
            </a:pPr>
            <a:r>
              <a:rPr lang="en-MY" sz="2400" dirty="0"/>
              <a:t>Search Algorithms</a:t>
            </a:r>
          </a:p>
          <a:p>
            <a:pPr marL="742950" lvl="1" indent="-285750">
              <a:buFont typeface="Arial" panose="020B0604020202020204" pitchFamily="34" charset="0"/>
              <a:buChar char="•"/>
            </a:pPr>
            <a:r>
              <a:rPr lang="en-MY" sz="2400" dirty="0"/>
              <a:t>Selection of a Search Strategy</a:t>
            </a:r>
          </a:p>
          <a:p>
            <a:pPr marL="742950" lvl="1" indent="-285750">
              <a:buFont typeface="Arial" panose="020B0604020202020204" pitchFamily="34" charset="0"/>
              <a:buChar char="•"/>
            </a:pPr>
            <a:r>
              <a:rPr lang="en-MY" sz="2400" dirty="0">
                <a:sym typeface="Wingdings" panose="05000000000000000000" pitchFamily="2" charset="2"/>
              </a:rPr>
              <a:t>Implementation of Graph Search </a:t>
            </a:r>
          </a:p>
        </p:txBody>
      </p:sp>
    </p:spTree>
    <p:extLst>
      <p:ext uri="{BB962C8B-B14F-4D97-AF65-F5344CB8AC3E}">
        <p14:creationId xmlns:p14="http://schemas.microsoft.com/office/powerpoint/2010/main" val="4210526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dirty="0">
                <a:solidFill>
                  <a:srgbClr val="FFE1AD"/>
                </a:solidFill>
              </a:rPr>
              <a:t>2019</a:t>
            </a: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dirty="0">
                <a:solidFill>
                  <a:srgbClr val="FFE1AD"/>
                </a:solidFill>
              </a:rPr>
              <a:t>MECQ1203: Artificial Intelligence</a:t>
            </a: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19</a:t>
            </a:fld>
            <a:endParaRPr lang="en-US" sz="900" dirty="0">
              <a:solidFill>
                <a:srgbClr val="FFE1AD"/>
              </a:solidFill>
            </a:endParaRPr>
          </a:p>
        </p:txBody>
      </p:sp>
      <p:sp>
        <p:nvSpPr>
          <p:cNvPr id="8" name="Rectangle 7"/>
          <p:cNvSpPr/>
          <p:nvPr/>
        </p:nvSpPr>
        <p:spPr>
          <a:xfrm>
            <a:off x="1066800" y="304800"/>
            <a:ext cx="8073273" cy="707886"/>
          </a:xfrm>
          <a:prstGeom prst="rect">
            <a:avLst/>
          </a:prstGeom>
        </p:spPr>
        <p:txBody>
          <a:bodyPr wrap="square">
            <a:spAutoFit/>
          </a:bodyPr>
          <a:lstStyle/>
          <a:p>
            <a:pPr algn="ctr"/>
            <a:r>
              <a:rPr lang="en-MY" sz="4000" b="1" dirty="0">
                <a:latin typeface="Roboto" pitchFamily="2" charset="0"/>
                <a:ea typeface="Roboto" pitchFamily="2" charset="0"/>
              </a:rPr>
              <a:t>Search Algorithm : </a:t>
            </a:r>
            <a:r>
              <a:rPr lang="en-MY" sz="4000" b="1" dirty="0">
                <a:solidFill>
                  <a:srgbClr val="C00000"/>
                </a:solidFill>
                <a:latin typeface="Roboto" pitchFamily="2" charset="0"/>
                <a:ea typeface="Roboto" pitchFamily="2" charset="0"/>
              </a:rPr>
              <a:t>Taxonomy</a:t>
            </a:r>
            <a:r>
              <a:rPr lang="en-MY" sz="4000" b="1" dirty="0">
                <a:latin typeface="Roboto" pitchFamily="2" charset="0"/>
                <a:ea typeface="Roboto" pitchFamily="2" charset="0"/>
              </a:rPr>
              <a:t> </a:t>
            </a:r>
          </a:p>
        </p:txBody>
      </p:sp>
      <p:graphicFrame>
        <p:nvGraphicFramePr>
          <p:cNvPr id="9" name="Diagram 8"/>
          <p:cNvGraphicFramePr/>
          <p:nvPr>
            <p:extLst>
              <p:ext uri="{D42A27DB-BD31-4B8C-83A1-F6EECF244321}">
                <p14:modId xmlns:p14="http://schemas.microsoft.com/office/powerpoint/2010/main" val="1906099843"/>
              </p:ext>
            </p:extLst>
          </p:nvPr>
        </p:nvGraphicFramePr>
        <p:xfrm>
          <a:off x="-5166" y="1822714"/>
          <a:ext cx="8274423" cy="434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9174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dirty="0">
                <a:solidFill>
                  <a:srgbClr val="FFE1AD"/>
                </a:solidFill>
              </a:rPr>
              <a:t>2019</a:t>
            </a: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dirty="0">
                <a:solidFill>
                  <a:srgbClr val="FFE1AD"/>
                </a:solidFill>
              </a:rPr>
              <a:t>MECQ1203: Artificial Intelligence</a:t>
            </a: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20</a:t>
            </a:fld>
            <a:endParaRPr lang="en-US" sz="900" dirty="0">
              <a:solidFill>
                <a:srgbClr val="FFE1AD"/>
              </a:solidFill>
            </a:endParaRPr>
          </a:p>
        </p:txBody>
      </p:sp>
      <p:sp>
        <p:nvSpPr>
          <p:cNvPr id="2" name="Rectangle 1"/>
          <p:cNvSpPr/>
          <p:nvPr/>
        </p:nvSpPr>
        <p:spPr>
          <a:xfrm>
            <a:off x="105612" y="2201882"/>
            <a:ext cx="4313987" cy="3970318"/>
          </a:xfrm>
          <a:prstGeom prst="rect">
            <a:avLst/>
          </a:prstGeom>
        </p:spPr>
        <p:txBody>
          <a:bodyPr wrap="square">
            <a:spAutoFit/>
          </a:bodyPr>
          <a:lstStyle/>
          <a:p>
            <a:pPr marL="285750" indent="-285750">
              <a:buFont typeface="Arial" panose="020B0604020202020204" pitchFamily="34" charset="0"/>
              <a:buChar char="•"/>
            </a:pPr>
            <a:r>
              <a:rPr lang="en-MY" dirty="0"/>
              <a:t>Uninformed search strategies use only the </a:t>
            </a:r>
            <a:r>
              <a:rPr lang="en-MY" dirty="0">
                <a:solidFill>
                  <a:srgbClr val="0070C0"/>
                </a:solidFill>
              </a:rPr>
              <a:t>information available in the problem definition</a:t>
            </a:r>
            <a:r>
              <a:rPr lang="en-MY" dirty="0"/>
              <a:t>.</a:t>
            </a:r>
          </a:p>
          <a:p>
            <a:pPr marL="285750" indent="-285750">
              <a:buFont typeface="Arial" panose="020B0604020202020204" pitchFamily="34" charset="0"/>
              <a:buChar char="•"/>
            </a:pPr>
            <a:endParaRPr lang="en-MY" dirty="0"/>
          </a:p>
          <a:p>
            <a:pPr marL="285750" indent="-285750">
              <a:buFont typeface="Arial" panose="020B0604020202020204" pitchFamily="34" charset="0"/>
              <a:buChar char="•"/>
            </a:pPr>
            <a:r>
              <a:rPr lang="en-MY" dirty="0"/>
              <a:t>No additional information on the goal node other than the one provided in the problem definition</a:t>
            </a:r>
          </a:p>
          <a:p>
            <a:pPr marL="285750" indent="-285750">
              <a:buFont typeface="Arial" panose="020B0604020202020204" pitchFamily="34" charset="0"/>
              <a:buChar char="•"/>
            </a:pPr>
            <a:endParaRPr lang="en-MY" dirty="0"/>
          </a:p>
          <a:p>
            <a:pPr marL="285750" indent="-285750">
              <a:buFont typeface="Arial" panose="020B0604020202020204" pitchFamily="34" charset="0"/>
              <a:buChar char="•"/>
            </a:pPr>
            <a:r>
              <a:rPr lang="en-MY" dirty="0"/>
              <a:t>The plans to reach the goal state from the start state differ only by the order and/or length of actions. </a:t>
            </a:r>
          </a:p>
          <a:p>
            <a:pPr marL="285750" indent="-285750">
              <a:buFont typeface="Arial" panose="020B0604020202020204" pitchFamily="34" charset="0"/>
              <a:buChar char="•"/>
            </a:pPr>
            <a:endParaRPr lang="en-MY" dirty="0"/>
          </a:p>
          <a:p>
            <a:pPr marL="285750" indent="-285750">
              <a:buFont typeface="Arial" panose="020B0604020202020204" pitchFamily="34" charset="0"/>
              <a:buChar char="•"/>
            </a:pPr>
            <a:r>
              <a:rPr lang="en-MY" dirty="0"/>
              <a:t>Uninformed search is also called Blind search.</a:t>
            </a:r>
          </a:p>
        </p:txBody>
      </p:sp>
      <p:sp>
        <p:nvSpPr>
          <p:cNvPr id="3" name="Rectangle 2"/>
          <p:cNvSpPr/>
          <p:nvPr/>
        </p:nvSpPr>
        <p:spPr>
          <a:xfrm>
            <a:off x="4724400" y="2201882"/>
            <a:ext cx="4191000" cy="1477328"/>
          </a:xfrm>
          <a:prstGeom prst="rect">
            <a:avLst/>
          </a:prstGeom>
        </p:spPr>
        <p:txBody>
          <a:bodyPr wrap="square">
            <a:spAutoFit/>
          </a:bodyPr>
          <a:lstStyle/>
          <a:p>
            <a:pPr marL="285750" indent="-285750">
              <a:buFont typeface="Arial" panose="020B0604020202020204" pitchFamily="34" charset="0"/>
              <a:buChar char="•"/>
            </a:pPr>
            <a:r>
              <a:rPr lang="en-MY" dirty="0"/>
              <a:t>Informed search strategies </a:t>
            </a:r>
            <a:r>
              <a:rPr lang="en-MY" dirty="0">
                <a:solidFill>
                  <a:srgbClr val="F79646"/>
                </a:solidFill>
              </a:rPr>
              <a:t>use other domain specific information</a:t>
            </a:r>
          </a:p>
          <a:p>
            <a:pPr marL="285750" indent="-285750">
              <a:buFont typeface="Arial" panose="020B0604020202020204" pitchFamily="34" charset="0"/>
              <a:buChar char="•"/>
            </a:pPr>
            <a:endParaRPr lang="en-MY" dirty="0">
              <a:solidFill>
                <a:srgbClr val="F79646"/>
              </a:solidFill>
            </a:endParaRPr>
          </a:p>
          <a:p>
            <a:pPr marL="285750" indent="-285750">
              <a:buFont typeface="Arial" panose="020B0604020202020204" pitchFamily="34" charset="0"/>
              <a:buChar char="•"/>
            </a:pPr>
            <a:r>
              <a:rPr lang="en-MY" dirty="0"/>
              <a:t>The algorithms have </a:t>
            </a:r>
            <a:r>
              <a:rPr lang="en-MY" dirty="0">
                <a:solidFill>
                  <a:srgbClr val="F79646"/>
                </a:solidFill>
              </a:rPr>
              <a:t>information on the goal state</a:t>
            </a:r>
          </a:p>
        </p:txBody>
      </p:sp>
      <p:graphicFrame>
        <p:nvGraphicFramePr>
          <p:cNvPr id="7" name="Table 6"/>
          <p:cNvGraphicFramePr>
            <a:graphicFrameLocks noGrp="1"/>
          </p:cNvGraphicFramePr>
          <p:nvPr>
            <p:extLst>
              <p:ext uri="{D42A27DB-BD31-4B8C-83A1-F6EECF244321}">
                <p14:modId xmlns:p14="http://schemas.microsoft.com/office/powerpoint/2010/main" val="4019668616"/>
              </p:ext>
            </p:extLst>
          </p:nvPr>
        </p:nvGraphicFramePr>
        <p:xfrm>
          <a:off x="105610" y="1753646"/>
          <a:ext cx="8657388" cy="370840"/>
        </p:xfrm>
        <a:graphic>
          <a:graphicData uri="http://schemas.openxmlformats.org/drawingml/2006/table">
            <a:tbl>
              <a:tblPr firstRow="1" bandRow="1">
                <a:tableStyleId>{5C22544A-7EE6-4342-B048-85BDC9FD1C3A}</a:tableStyleId>
              </a:tblPr>
              <a:tblGrid>
                <a:gridCol w="4161589">
                  <a:extLst>
                    <a:ext uri="{9D8B030D-6E8A-4147-A177-3AD203B41FA5}">
                      <a16:colId xmlns:a16="http://schemas.microsoft.com/office/drawing/2014/main" xmlns="" val="20000"/>
                    </a:ext>
                  </a:extLst>
                </a:gridCol>
                <a:gridCol w="533400">
                  <a:extLst>
                    <a:ext uri="{9D8B030D-6E8A-4147-A177-3AD203B41FA5}">
                      <a16:colId xmlns:a16="http://schemas.microsoft.com/office/drawing/2014/main" xmlns="" val="20001"/>
                    </a:ext>
                  </a:extLst>
                </a:gridCol>
                <a:gridCol w="3962399">
                  <a:extLst>
                    <a:ext uri="{9D8B030D-6E8A-4147-A177-3AD203B41FA5}">
                      <a16:colId xmlns:a16="http://schemas.microsoft.com/office/drawing/2014/main" xmlns="" val="20002"/>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MY" sz="1800" b="0" i="0" kern="1200" dirty="0">
                          <a:solidFill>
                            <a:schemeClr val="lt1"/>
                          </a:solidFill>
                          <a:effectLst/>
                          <a:latin typeface="+mn-lt"/>
                          <a:ea typeface="+mn-ea"/>
                          <a:cs typeface="+mn-cs"/>
                        </a:rPr>
                        <a:t>Uninformed Search Algorithms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800" b="0" i="0" kern="1200" dirty="0">
                        <a:solidFill>
                          <a:schemeClr val="lt1"/>
                        </a:solidFill>
                        <a:effectLst/>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MY" b="0" dirty="0"/>
                        <a:t>Informed Search Algorithms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xmlns="" val="10000"/>
                  </a:ext>
                </a:extLst>
              </a:tr>
            </a:tbl>
          </a:graphicData>
        </a:graphic>
      </p:graphicFrame>
      <p:sp>
        <p:nvSpPr>
          <p:cNvPr id="11" name="Rectangle 10"/>
          <p:cNvSpPr/>
          <p:nvPr/>
        </p:nvSpPr>
        <p:spPr>
          <a:xfrm>
            <a:off x="1066800" y="304800"/>
            <a:ext cx="8073273" cy="707886"/>
          </a:xfrm>
          <a:prstGeom prst="rect">
            <a:avLst/>
          </a:prstGeom>
        </p:spPr>
        <p:txBody>
          <a:bodyPr wrap="square">
            <a:spAutoFit/>
          </a:bodyPr>
          <a:lstStyle/>
          <a:p>
            <a:pPr algn="ctr"/>
            <a:r>
              <a:rPr lang="en-MY" sz="4000" b="1" dirty="0">
                <a:latin typeface="Roboto" pitchFamily="2" charset="0"/>
                <a:ea typeface="Roboto" pitchFamily="2" charset="0"/>
              </a:rPr>
              <a:t>Search Algorithm : </a:t>
            </a:r>
            <a:r>
              <a:rPr lang="en-MY" sz="4000" b="1" dirty="0">
                <a:solidFill>
                  <a:srgbClr val="C00000"/>
                </a:solidFill>
                <a:latin typeface="Roboto" pitchFamily="2" charset="0"/>
                <a:ea typeface="Roboto" pitchFamily="2" charset="0"/>
              </a:rPr>
              <a:t>Criteria</a:t>
            </a:r>
            <a:r>
              <a:rPr lang="en-MY" sz="4000" b="1" dirty="0">
                <a:latin typeface="Roboto" pitchFamily="2" charset="0"/>
                <a:ea typeface="Roboto" pitchFamily="2" charset="0"/>
              </a:rPr>
              <a:t> </a:t>
            </a:r>
          </a:p>
        </p:txBody>
      </p:sp>
    </p:spTree>
    <p:extLst>
      <p:ext uri="{BB962C8B-B14F-4D97-AF65-F5344CB8AC3E}">
        <p14:creationId xmlns:p14="http://schemas.microsoft.com/office/powerpoint/2010/main" val="4195723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4"/>
          <p:cNvSpPr>
            <a:spLocks noGrp="1" noChangeArrowheads="1"/>
          </p:cNvSpPr>
          <p:nvPr>
            <p:ph type="title"/>
          </p:nvPr>
        </p:nvSpPr>
        <p:spPr>
          <a:xfrm>
            <a:off x="457200" y="1447800"/>
            <a:ext cx="8229600" cy="609600"/>
          </a:xfrm>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ormAutofit/>
          </a:bodyPr>
          <a:lstStyle/>
          <a:p>
            <a:pPr>
              <a:defRPr/>
            </a:pPr>
            <a:r>
              <a:rPr lang="en-US" altLang="en-US" sz="3200" b="1" dirty="0">
                <a:solidFill>
                  <a:srgbClr val="C00000"/>
                </a:solidFill>
                <a:latin typeface="+mn-lt"/>
              </a:rPr>
              <a:t>Data Driven </a:t>
            </a:r>
            <a:r>
              <a:rPr lang="en-US" altLang="en-US" sz="3200" b="1" dirty="0">
                <a:latin typeface="+mn-lt"/>
              </a:rPr>
              <a:t>&amp; </a:t>
            </a:r>
            <a:r>
              <a:rPr lang="en-US" altLang="en-US" sz="3200" b="1" dirty="0">
                <a:solidFill>
                  <a:srgbClr val="3898B2"/>
                </a:solidFill>
                <a:latin typeface="+mn-lt"/>
              </a:rPr>
              <a:t>Goal Driven </a:t>
            </a:r>
            <a:r>
              <a:rPr lang="en-US" altLang="en-US" sz="3200" b="1" dirty="0">
                <a:latin typeface="+mn-lt"/>
              </a:rPr>
              <a:t>Approach</a:t>
            </a:r>
            <a:r>
              <a:rPr lang="en-US" altLang="en-US" sz="3200" b="1" dirty="0">
                <a:solidFill>
                  <a:srgbClr val="C00000"/>
                </a:solidFill>
                <a:latin typeface="+mn-lt"/>
              </a:rPr>
              <a:t> </a:t>
            </a:r>
            <a:endParaRPr lang="en-US" altLang="en-US" sz="3200" b="1" dirty="0">
              <a:latin typeface="+mn-lt"/>
            </a:endParaRPr>
          </a:p>
        </p:txBody>
      </p:sp>
      <p:sp>
        <p:nvSpPr>
          <p:cNvPr id="4" name="Rectangle 5"/>
          <p:cNvSpPr>
            <a:spLocks noChangeArrowheads="1"/>
          </p:cNvSpPr>
          <p:nvPr/>
        </p:nvSpPr>
        <p:spPr bwMode="auto">
          <a:xfrm>
            <a:off x="0" y="457200"/>
            <a:ext cx="9144000" cy="6858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chor="ctr" anchorCtr="1"/>
          <a:lstStyle>
            <a:lvl1pPr algn="ctr">
              <a:defRPr sz="4400" b="1">
                <a:solidFill>
                  <a:schemeClr val="tx2"/>
                </a:solidFill>
                <a:effectLst>
                  <a:outerShdw blurRad="38100" dist="38100" dir="2700000" algn="tl">
                    <a:srgbClr val="000000"/>
                  </a:outerShdw>
                </a:effectLst>
                <a:latin typeface="Garamond" panose="02020404030301010803" pitchFamily="18" charset="0"/>
              </a:defRPr>
            </a:lvl1pPr>
            <a:lvl2pPr algn="ctr">
              <a:defRPr sz="4400" b="1">
                <a:solidFill>
                  <a:schemeClr val="tx2"/>
                </a:solidFill>
                <a:effectLst>
                  <a:outerShdw blurRad="38100" dist="38100" dir="2700000" algn="tl">
                    <a:srgbClr val="000000"/>
                  </a:outerShdw>
                </a:effectLst>
                <a:latin typeface="Garamond" panose="02020404030301010803" pitchFamily="18" charset="0"/>
              </a:defRPr>
            </a:lvl2pPr>
            <a:lvl3pPr algn="ctr">
              <a:defRPr sz="4400" b="1">
                <a:solidFill>
                  <a:schemeClr val="tx2"/>
                </a:solidFill>
                <a:effectLst>
                  <a:outerShdw blurRad="38100" dist="38100" dir="2700000" algn="tl">
                    <a:srgbClr val="000000"/>
                  </a:outerShdw>
                </a:effectLst>
                <a:latin typeface="Garamond" panose="02020404030301010803" pitchFamily="18" charset="0"/>
              </a:defRPr>
            </a:lvl3pPr>
            <a:lvl4pPr algn="ctr">
              <a:defRPr sz="4400" b="1">
                <a:solidFill>
                  <a:schemeClr val="tx2"/>
                </a:solidFill>
                <a:effectLst>
                  <a:outerShdw blurRad="38100" dist="38100" dir="2700000" algn="tl">
                    <a:srgbClr val="000000"/>
                  </a:outerShdw>
                </a:effectLst>
                <a:latin typeface="Garamond" panose="02020404030301010803" pitchFamily="18" charset="0"/>
              </a:defRPr>
            </a:lvl4pPr>
            <a:lvl5pPr algn="ctr">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3400" dirty="0">
                <a:solidFill>
                  <a:schemeClr val="tx1"/>
                </a:solidFill>
                <a:effectLst/>
                <a:latin typeface="Roboto" pitchFamily="2" charset="0"/>
                <a:ea typeface="Roboto" pitchFamily="2" charset="0"/>
              </a:rPr>
              <a:t>Selection of a Search Strategy : </a:t>
            </a:r>
            <a:r>
              <a:rPr lang="en-US" altLang="en-US" sz="3400" dirty="0">
                <a:solidFill>
                  <a:srgbClr val="C00000"/>
                </a:solidFill>
                <a:effectLst/>
                <a:latin typeface="Roboto" pitchFamily="2" charset="0"/>
                <a:ea typeface="Roboto" pitchFamily="2" charset="0"/>
              </a:rPr>
              <a:t>Intro</a:t>
            </a:r>
          </a:p>
        </p:txBody>
      </p:sp>
      <p:sp>
        <p:nvSpPr>
          <p:cNvPr id="2" name="Rectangle 1"/>
          <p:cNvSpPr/>
          <p:nvPr/>
        </p:nvSpPr>
        <p:spPr>
          <a:xfrm>
            <a:off x="609600" y="2209800"/>
            <a:ext cx="7772400" cy="2585323"/>
          </a:xfrm>
          <a:prstGeom prst="rect">
            <a:avLst/>
          </a:prstGeom>
        </p:spPr>
        <p:txBody>
          <a:bodyPr wrap="square">
            <a:spAutoFit/>
          </a:bodyPr>
          <a:lstStyle/>
          <a:p>
            <a:r>
              <a:rPr lang="en-US" dirty="0"/>
              <a:t>State space may be searched in two directions:</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From given </a:t>
            </a:r>
            <a:r>
              <a:rPr lang="en-US" dirty="0">
                <a:solidFill>
                  <a:srgbClr val="C00000"/>
                </a:solidFill>
              </a:rPr>
              <a:t>data</a:t>
            </a:r>
            <a:r>
              <a:rPr lang="en-US" dirty="0"/>
              <a:t> of a problem instance towards a </a:t>
            </a:r>
            <a:r>
              <a:rPr lang="en-US" dirty="0">
                <a:solidFill>
                  <a:srgbClr val="C00000"/>
                </a:solidFill>
              </a:rPr>
              <a:t>goal</a:t>
            </a:r>
            <a:r>
              <a:rPr lang="en-U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Goal From a </a:t>
            </a:r>
            <a:r>
              <a:rPr lang="en-US" dirty="0">
                <a:solidFill>
                  <a:srgbClr val="3898B2"/>
                </a:solidFill>
              </a:rPr>
              <a:t>goal</a:t>
            </a:r>
            <a:r>
              <a:rPr lang="en-US" dirty="0"/>
              <a:t> back to the </a:t>
            </a:r>
            <a:r>
              <a:rPr lang="en-US" dirty="0">
                <a:solidFill>
                  <a:srgbClr val="3898B2"/>
                </a:solidFill>
              </a:rPr>
              <a:t>data </a:t>
            </a:r>
          </a:p>
        </p:txBody>
      </p:sp>
      <p:grpSp>
        <p:nvGrpSpPr>
          <p:cNvPr id="21" name="Group 20"/>
          <p:cNvGrpSpPr/>
          <p:nvPr/>
        </p:nvGrpSpPr>
        <p:grpSpPr>
          <a:xfrm>
            <a:off x="1340981" y="3521511"/>
            <a:ext cx="5358609" cy="357604"/>
            <a:chOff x="1324567" y="3333750"/>
            <a:chExt cx="5358609" cy="357604"/>
          </a:xfrm>
        </p:grpSpPr>
        <p:grpSp>
          <p:nvGrpSpPr>
            <p:cNvPr id="19" name="Group 18"/>
            <p:cNvGrpSpPr/>
            <p:nvPr/>
          </p:nvGrpSpPr>
          <p:grpSpPr>
            <a:xfrm>
              <a:off x="3009900" y="3352800"/>
              <a:ext cx="3124200" cy="304800"/>
              <a:chOff x="2209800" y="3276600"/>
              <a:chExt cx="3124200" cy="304800"/>
            </a:xfrm>
          </p:grpSpPr>
          <p:sp>
            <p:nvSpPr>
              <p:cNvPr id="15" name="Flowchart: Connector 14"/>
              <p:cNvSpPr/>
              <p:nvPr/>
            </p:nvSpPr>
            <p:spPr>
              <a:xfrm>
                <a:off x="2209800" y="3276600"/>
                <a:ext cx="304800" cy="304800"/>
              </a:xfrm>
              <a:prstGeom prst="flowChartConnector">
                <a:avLst/>
              </a:prstGeom>
              <a:solidFill>
                <a:srgbClr val="9D3B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Flowchart: Connector 17"/>
              <p:cNvSpPr/>
              <p:nvPr/>
            </p:nvSpPr>
            <p:spPr>
              <a:xfrm>
                <a:off x="5029200" y="3276600"/>
                <a:ext cx="304800" cy="304800"/>
              </a:xfrm>
              <a:prstGeom prst="flowChartConnector">
                <a:avLst/>
              </a:prstGeom>
              <a:solidFill>
                <a:srgbClr val="9D3B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Arrow Connector 16"/>
              <p:cNvCxnSpPr>
                <a:stCxn id="15" idx="6"/>
                <a:endCxn id="18" idx="2"/>
              </p:cNvCxnSpPr>
              <p:nvPr/>
            </p:nvCxnSpPr>
            <p:spPr>
              <a:xfrm>
                <a:off x="2514600" y="3429000"/>
                <a:ext cx="2514600" cy="0"/>
              </a:xfrm>
              <a:prstGeom prst="straightConnector1">
                <a:avLst/>
              </a:prstGeom>
              <a:ln w="57150">
                <a:solidFill>
                  <a:srgbClr val="9D3B38"/>
                </a:solidFill>
                <a:tailEnd type="triangle"/>
              </a:ln>
            </p:spPr>
            <p:style>
              <a:lnRef idx="1">
                <a:schemeClr val="accent1"/>
              </a:lnRef>
              <a:fillRef idx="0">
                <a:schemeClr val="accent1"/>
              </a:fillRef>
              <a:effectRef idx="0">
                <a:schemeClr val="accent1"/>
              </a:effectRef>
              <a:fontRef idx="minor">
                <a:schemeClr val="tx1"/>
              </a:fontRef>
            </p:style>
          </p:cxnSp>
        </p:grpSp>
        <p:sp>
          <p:nvSpPr>
            <p:cNvPr id="20" name="Rectangle 19"/>
            <p:cNvSpPr/>
            <p:nvPr/>
          </p:nvSpPr>
          <p:spPr>
            <a:xfrm>
              <a:off x="1324567" y="3352800"/>
              <a:ext cx="1685333" cy="338554"/>
            </a:xfrm>
            <a:prstGeom prst="rect">
              <a:avLst/>
            </a:prstGeom>
          </p:spPr>
          <p:txBody>
            <a:bodyPr wrap="none">
              <a:spAutoFit/>
            </a:bodyPr>
            <a:lstStyle/>
            <a:p>
              <a:r>
                <a:rPr lang="en-US" sz="1600" i="1" dirty="0"/>
                <a:t>Data of a problem</a:t>
              </a:r>
              <a:endParaRPr lang="en-GB" sz="1600" i="1" dirty="0"/>
            </a:p>
          </p:txBody>
        </p:sp>
        <p:sp>
          <p:nvSpPr>
            <p:cNvPr id="23" name="Rectangle 22"/>
            <p:cNvSpPr/>
            <p:nvPr/>
          </p:nvSpPr>
          <p:spPr>
            <a:xfrm>
              <a:off x="6110583" y="3333750"/>
              <a:ext cx="572593" cy="338554"/>
            </a:xfrm>
            <a:prstGeom prst="rect">
              <a:avLst/>
            </a:prstGeom>
          </p:spPr>
          <p:txBody>
            <a:bodyPr wrap="none">
              <a:spAutoFit/>
            </a:bodyPr>
            <a:lstStyle/>
            <a:p>
              <a:r>
                <a:rPr lang="en-US" sz="1600" i="1" dirty="0"/>
                <a:t>Goal</a:t>
              </a:r>
              <a:endParaRPr lang="en-GB" sz="1600" i="1" dirty="0"/>
            </a:p>
          </p:txBody>
        </p:sp>
      </p:grpSp>
      <p:grpSp>
        <p:nvGrpSpPr>
          <p:cNvPr id="22" name="Group 21"/>
          <p:cNvGrpSpPr/>
          <p:nvPr/>
        </p:nvGrpSpPr>
        <p:grpSpPr>
          <a:xfrm>
            <a:off x="2479327" y="4691211"/>
            <a:ext cx="4220263" cy="357604"/>
            <a:chOff x="2479327" y="4691211"/>
            <a:chExt cx="4220263" cy="357604"/>
          </a:xfrm>
        </p:grpSpPr>
        <p:grpSp>
          <p:nvGrpSpPr>
            <p:cNvPr id="24" name="Group 23"/>
            <p:cNvGrpSpPr/>
            <p:nvPr/>
          </p:nvGrpSpPr>
          <p:grpSpPr>
            <a:xfrm>
              <a:off x="3009900" y="4710261"/>
              <a:ext cx="3124200" cy="304800"/>
              <a:chOff x="2209800" y="3276600"/>
              <a:chExt cx="3124200" cy="304800"/>
            </a:xfrm>
          </p:grpSpPr>
          <p:sp>
            <p:nvSpPr>
              <p:cNvPr id="25" name="Flowchart: Connector 24"/>
              <p:cNvSpPr/>
              <p:nvPr/>
            </p:nvSpPr>
            <p:spPr>
              <a:xfrm>
                <a:off x="2209800" y="3276600"/>
                <a:ext cx="304800" cy="304800"/>
              </a:xfrm>
              <a:prstGeom prst="flowChartConnector">
                <a:avLst/>
              </a:prstGeom>
              <a:solidFill>
                <a:srgbClr val="3898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Flowchart: Connector 25"/>
              <p:cNvSpPr/>
              <p:nvPr/>
            </p:nvSpPr>
            <p:spPr>
              <a:xfrm>
                <a:off x="5029200" y="3276600"/>
                <a:ext cx="304800" cy="304800"/>
              </a:xfrm>
              <a:prstGeom prst="flowChartConnector">
                <a:avLst/>
              </a:prstGeom>
              <a:solidFill>
                <a:srgbClr val="3898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7" name="Straight Arrow Connector 26"/>
              <p:cNvCxnSpPr>
                <a:stCxn id="25" idx="6"/>
                <a:endCxn id="26" idx="2"/>
              </p:cNvCxnSpPr>
              <p:nvPr/>
            </p:nvCxnSpPr>
            <p:spPr>
              <a:xfrm>
                <a:off x="2514600" y="3429000"/>
                <a:ext cx="2514600" cy="0"/>
              </a:xfrm>
              <a:prstGeom prst="straightConnector1">
                <a:avLst/>
              </a:prstGeom>
              <a:ln w="57150">
                <a:solidFill>
                  <a:srgbClr val="3898B2"/>
                </a:solidFill>
                <a:tailEnd type="triangle"/>
              </a:ln>
            </p:spPr>
            <p:style>
              <a:lnRef idx="1">
                <a:schemeClr val="accent1"/>
              </a:lnRef>
              <a:fillRef idx="0">
                <a:schemeClr val="accent1"/>
              </a:fillRef>
              <a:effectRef idx="0">
                <a:schemeClr val="accent1"/>
              </a:effectRef>
              <a:fontRef idx="minor">
                <a:schemeClr val="tx1"/>
              </a:fontRef>
            </p:style>
          </p:cxnSp>
        </p:grpSp>
        <p:sp>
          <p:nvSpPr>
            <p:cNvPr id="28" name="Rectangle 27"/>
            <p:cNvSpPr/>
            <p:nvPr/>
          </p:nvSpPr>
          <p:spPr>
            <a:xfrm>
              <a:off x="2479327" y="4710261"/>
              <a:ext cx="572593" cy="338554"/>
            </a:xfrm>
            <a:prstGeom prst="rect">
              <a:avLst/>
            </a:prstGeom>
          </p:spPr>
          <p:txBody>
            <a:bodyPr wrap="none">
              <a:spAutoFit/>
            </a:bodyPr>
            <a:lstStyle/>
            <a:p>
              <a:r>
                <a:rPr lang="en-US" sz="1600" i="1" dirty="0"/>
                <a:t>Goal</a:t>
              </a:r>
              <a:endParaRPr lang="en-GB" sz="1600" i="1" dirty="0"/>
            </a:p>
          </p:txBody>
        </p:sp>
        <p:sp>
          <p:nvSpPr>
            <p:cNvPr id="29" name="Rectangle 28"/>
            <p:cNvSpPr/>
            <p:nvPr/>
          </p:nvSpPr>
          <p:spPr>
            <a:xfrm>
              <a:off x="6110583" y="4691211"/>
              <a:ext cx="589007" cy="338554"/>
            </a:xfrm>
            <a:prstGeom prst="rect">
              <a:avLst/>
            </a:prstGeom>
          </p:spPr>
          <p:txBody>
            <a:bodyPr wrap="none">
              <a:spAutoFit/>
            </a:bodyPr>
            <a:lstStyle/>
            <a:p>
              <a:r>
                <a:rPr lang="en-US" sz="1600" i="1" dirty="0"/>
                <a:t>Data</a:t>
              </a:r>
              <a:endParaRPr lang="en-GB" sz="1600" i="1" dirty="0"/>
            </a:p>
          </p:txBody>
        </p:sp>
      </p:grpSp>
    </p:spTree>
    <p:extLst>
      <p:ext uri="{BB962C8B-B14F-4D97-AF65-F5344CB8AC3E}">
        <p14:creationId xmlns:p14="http://schemas.microsoft.com/office/powerpoint/2010/main" val="2160478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0" y="457200"/>
            <a:ext cx="9144000" cy="6858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chor="ctr" anchorCtr="1"/>
          <a:lstStyle>
            <a:lvl1pPr algn="ctr">
              <a:defRPr sz="4400" b="1">
                <a:solidFill>
                  <a:schemeClr val="tx2"/>
                </a:solidFill>
                <a:effectLst>
                  <a:outerShdw blurRad="38100" dist="38100" dir="2700000" algn="tl">
                    <a:srgbClr val="000000"/>
                  </a:outerShdw>
                </a:effectLst>
                <a:latin typeface="Garamond" panose="02020404030301010803" pitchFamily="18" charset="0"/>
              </a:defRPr>
            </a:lvl1pPr>
            <a:lvl2pPr algn="ctr">
              <a:defRPr sz="4400" b="1">
                <a:solidFill>
                  <a:schemeClr val="tx2"/>
                </a:solidFill>
                <a:effectLst>
                  <a:outerShdw blurRad="38100" dist="38100" dir="2700000" algn="tl">
                    <a:srgbClr val="000000"/>
                  </a:outerShdw>
                </a:effectLst>
                <a:latin typeface="Garamond" panose="02020404030301010803" pitchFamily="18" charset="0"/>
              </a:defRPr>
            </a:lvl2pPr>
            <a:lvl3pPr algn="ctr">
              <a:defRPr sz="4400" b="1">
                <a:solidFill>
                  <a:schemeClr val="tx2"/>
                </a:solidFill>
                <a:effectLst>
                  <a:outerShdw blurRad="38100" dist="38100" dir="2700000" algn="tl">
                    <a:srgbClr val="000000"/>
                  </a:outerShdw>
                </a:effectLst>
                <a:latin typeface="Garamond" panose="02020404030301010803" pitchFamily="18" charset="0"/>
              </a:defRPr>
            </a:lvl3pPr>
            <a:lvl4pPr algn="ctr">
              <a:defRPr sz="4400" b="1">
                <a:solidFill>
                  <a:schemeClr val="tx2"/>
                </a:solidFill>
                <a:effectLst>
                  <a:outerShdw blurRad="38100" dist="38100" dir="2700000" algn="tl">
                    <a:srgbClr val="000000"/>
                  </a:outerShdw>
                </a:effectLst>
                <a:latin typeface="Garamond" panose="02020404030301010803" pitchFamily="18" charset="0"/>
              </a:defRPr>
            </a:lvl4pPr>
            <a:lvl5pPr algn="ctr">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3400" dirty="0">
                <a:solidFill>
                  <a:schemeClr val="tx1"/>
                </a:solidFill>
                <a:effectLst/>
                <a:latin typeface="Roboto" pitchFamily="2" charset="0"/>
                <a:ea typeface="Roboto" pitchFamily="2" charset="0"/>
              </a:rPr>
              <a:t>Selection of a Search Strategy</a:t>
            </a:r>
            <a:endParaRPr lang="en-US" altLang="en-US" sz="3400" dirty="0">
              <a:solidFill>
                <a:srgbClr val="C00000"/>
              </a:solidFill>
              <a:effectLst/>
              <a:latin typeface="Roboto" pitchFamily="2" charset="0"/>
              <a:ea typeface="Roboto" pitchFamily="2" charset="0"/>
            </a:endParaRPr>
          </a:p>
        </p:txBody>
      </p:sp>
      <p:sp>
        <p:nvSpPr>
          <p:cNvPr id="2" name="Rectangle 1"/>
          <p:cNvSpPr/>
          <p:nvPr/>
        </p:nvSpPr>
        <p:spPr>
          <a:xfrm>
            <a:off x="228599" y="1806615"/>
            <a:ext cx="8686801" cy="4430444"/>
          </a:xfrm>
          <a:prstGeom prst="rect">
            <a:avLst/>
          </a:prstGeom>
        </p:spPr>
        <p:txBody>
          <a:bodyPr wrap="square">
            <a:spAutoFit/>
          </a:bodyPr>
          <a:lstStyle/>
          <a:p>
            <a:pPr marL="285750" indent="-285750">
              <a:lnSpc>
                <a:spcPct val="150000"/>
              </a:lnSpc>
              <a:buFont typeface="Arial" panose="020B0604020202020204" pitchFamily="34" charset="0"/>
              <a:buChar char="•"/>
            </a:pPr>
            <a:r>
              <a:rPr lang="en-MY" altLang="en-US" sz="2000" dirty="0"/>
              <a:t>Also called as </a:t>
            </a:r>
            <a:r>
              <a:rPr lang="en-MY" altLang="en-US" sz="2000" dirty="0">
                <a:solidFill>
                  <a:srgbClr val="9D3B38"/>
                </a:solidFill>
              </a:rPr>
              <a:t>data-directed search, forward chaining</a:t>
            </a:r>
          </a:p>
          <a:p>
            <a:pPr marL="285750" indent="-285750">
              <a:lnSpc>
                <a:spcPct val="150000"/>
              </a:lnSpc>
              <a:buFont typeface="Arial" panose="020B0604020202020204" pitchFamily="34" charset="0"/>
              <a:buChar char="•"/>
            </a:pPr>
            <a:r>
              <a:rPr lang="en-US" altLang="en-US" sz="2000" dirty="0"/>
              <a:t>The problem solver begins with given facts of the problem and a set of legal moves or rules for changing states.</a:t>
            </a:r>
          </a:p>
          <a:p>
            <a:pPr>
              <a:lnSpc>
                <a:spcPct val="150000"/>
              </a:lnSpc>
            </a:pPr>
            <a:endParaRPr lang="en-US" altLang="en-US" sz="1000" dirty="0"/>
          </a:p>
          <a:p>
            <a:pPr marL="285750" indent="-285750">
              <a:lnSpc>
                <a:spcPct val="150000"/>
              </a:lnSpc>
              <a:buFont typeface="Arial" panose="020B0604020202020204" pitchFamily="34" charset="0"/>
              <a:buChar char="•"/>
            </a:pPr>
            <a:r>
              <a:rPr lang="en-US" altLang="en-US" sz="2000" dirty="0"/>
              <a:t>Search proceeds as follows:- </a:t>
            </a:r>
          </a:p>
          <a:p>
            <a:pPr marL="742950" lvl="1" indent="-285750">
              <a:lnSpc>
                <a:spcPct val="150000"/>
              </a:lnSpc>
              <a:buFont typeface="Arial" panose="020B0604020202020204" pitchFamily="34" charset="0"/>
              <a:buChar char="•"/>
            </a:pPr>
            <a:r>
              <a:rPr lang="en-US" altLang="en-US" sz="2000" dirty="0"/>
              <a:t>Applying rules to facts to produce new facts.</a:t>
            </a:r>
          </a:p>
          <a:p>
            <a:pPr marL="742950" lvl="1" indent="-285750">
              <a:lnSpc>
                <a:spcPct val="150000"/>
              </a:lnSpc>
              <a:buFont typeface="Arial" panose="020B0604020202020204" pitchFamily="34" charset="0"/>
              <a:buChar char="•"/>
            </a:pPr>
            <a:r>
              <a:rPr lang="en-US" altLang="en-US" sz="2000" dirty="0"/>
              <a:t>New facts are used by rules to produce more new facts. </a:t>
            </a:r>
          </a:p>
          <a:p>
            <a:pPr marL="742950" lvl="1" indent="-285750">
              <a:lnSpc>
                <a:spcPct val="150000"/>
              </a:lnSpc>
              <a:buFont typeface="Arial" panose="020B0604020202020204" pitchFamily="34" charset="0"/>
              <a:buChar char="•"/>
            </a:pPr>
            <a:r>
              <a:rPr lang="en-US" altLang="en-US" sz="2000" dirty="0"/>
              <a:t>Process continues until it generates a path that satisfies the goal condition. </a:t>
            </a:r>
          </a:p>
          <a:p>
            <a:pPr marL="742950" lvl="1" indent="-285750">
              <a:lnSpc>
                <a:spcPct val="150000"/>
              </a:lnSpc>
              <a:buFont typeface="Arial" panose="020B0604020202020204" pitchFamily="34" charset="0"/>
              <a:buChar char="•"/>
            </a:pPr>
            <a:r>
              <a:rPr lang="en-US" altLang="en-US" sz="2000" dirty="0"/>
              <a:t>Data driven search uses the knowledge and constraints found in the given data of a problem to guide search along lines known to be true</a:t>
            </a:r>
          </a:p>
        </p:txBody>
      </p:sp>
      <p:sp>
        <p:nvSpPr>
          <p:cNvPr id="14" name="Rectangle 4"/>
          <p:cNvSpPr txBox="1">
            <a:spLocks noChangeArrowheads="1"/>
          </p:cNvSpPr>
          <p:nvPr/>
        </p:nvSpPr>
        <p:spPr>
          <a:xfrm>
            <a:off x="457200" y="1388962"/>
            <a:ext cx="8229600" cy="397397"/>
          </a:xfrm>
          <a:prstGeom prst="rect">
            <a:avLst/>
          </a:prstGeom>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vert="horz" lIns="91440" tIns="45720" rIns="91440" bIns="45720" rtlCol="0" anchor="ctr">
            <a:normAutofit fontScale="7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en-US" sz="3200" b="1" dirty="0">
                <a:solidFill>
                  <a:srgbClr val="C00000"/>
                </a:solidFill>
                <a:latin typeface="+mn-lt"/>
              </a:rPr>
              <a:t>Data-Driven </a:t>
            </a:r>
            <a:r>
              <a:rPr lang="en-US" altLang="en-US" sz="3200" b="1" dirty="0"/>
              <a:t>Approach</a:t>
            </a:r>
            <a:endParaRPr lang="en-US" altLang="en-US" sz="3200" b="1" dirty="0">
              <a:latin typeface="+mn-lt"/>
            </a:endParaRPr>
          </a:p>
        </p:txBody>
      </p:sp>
    </p:spTree>
    <p:extLst>
      <p:ext uri="{BB962C8B-B14F-4D97-AF65-F5344CB8AC3E}">
        <p14:creationId xmlns:p14="http://schemas.microsoft.com/office/powerpoint/2010/main" val="2310167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4"/>
          <p:cNvSpPr>
            <a:spLocks noGrp="1" noChangeArrowheads="1"/>
          </p:cNvSpPr>
          <p:nvPr>
            <p:ph type="title"/>
          </p:nvPr>
        </p:nvSpPr>
        <p:spPr>
          <a:xfrm>
            <a:off x="457200" y="1447800"/>
            <a:ext cx="8229600" cy="609600"/>
          </a:xfrm>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ormAutofit/>
          </a:bodyPr>
          <a:lstStyle/>
          <a:p>
            <a:pPr>
              <a:defRPr/>
            </a:pPr>
            <a:r>
              <a:rPr lang="en-US" altLang="en-US" sz="3200" b="1" dirty="0">
                <a:solidFill>
                  <a:srgbClr val="C00000"/>
                </a:solidFill>
                <a:latin typeface="+mn-lt"/>
              </a:rPr>
              <a:t>Data-Driven </a:t>
            </a:r>
            <a:r>
              <a:rPr lang="en-US" altLang="en-US" sz="3200" b="1" dirty="0"/>
              <a:t>Approach</a:t>
            </a:r>
            <a:endParaRPr lang="en-US" altLang="en-US" sz="3200" b="1" dirty="0">
              <a:latin typeface="+mn-lt"/>
            </a:endParaRPr>
          </a:p>
        </p:txBody>
      </p:sp>
      <p:pic>
        <p:nvPicPr>
          <p:cNvPr id="31747" name="Picture 5"/>
          <p:cNvPicPr>
            <a:picLocks noGrp="1" noChangeAspect="1" noChangeArrowheads="1"/>
          </p:cNvPicPr>
          <p:nvPr>
            <p:ph idx="1"/>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l="15711" t="8324" b="7279"/>
          <a:stretch/>
        </p:blipFill>
        <p:spPr>
          <a:xfrm>
            <a:off x="1811999" y="2057400"/>
            <a:ext cx="6774128" cy="39902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Rectangle 5"/>
          <p:cNvSpPr>
            <a:spLocks noChangeArrowheads="1"/>
          </p:cNvSpPr>
          <p:nvPr/>
        </p:nvSpPr>
        <p:spPr bwMode="auto">
          <a:xfrm>
            <a:off x="0" y="457200"/>
            <a:ext cx="9144000" cy="6858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chor="ctr" anchorCtr="1"/>
          <a:lstStyle>
            <a:lvl1pPr algn="ctr">
              <a:defRPr sz="4400" b="1">
                <a:solidFill>
                  <a:schemeClr val="tx2"/>
                </a:solidFill>
                <a:effectLst>
                  <a:outerShdw blurRad="38100" dist="38100" dir="2700000" algn="tl">
                    <a:srgbClr val="000000"/>
                  </a:outerShdw>
                </a:effectLst>
                <a:latin typeface="Garamond" panose="02020404030301010803" pitchFamily="18" charset="0"/>
              </a:defRPr>
            </a:lvl1pPr>
            <a:lvl2pPr algn="ctr">
              <a:defRPr sz="4400" b="1">
                <a:solidFill>
                  <a:schemeClr val="tx2"/>
                </a:solidFill>
                <a:effectLst>
                  <a:outerShdw blurRad="38100" dist="38100" dir="2700000" algn="tl">
                    <a:srgbClr val="000000"/>
                  </a:outerShdw>
                </a:effectLst>
                <a:latin typeface="Garamond" panose="02020404030301010803" pitchFamily="18" charset="0"/>
              </a:defRPr>
            </a:lvl2pPr>
            <a:lvl3pPr algn="ctr">
              <a:defRPr sz="4400" b="1">
                <a:solidFill>
                  <a:schemeClr val="tx2"/>
                </a:solidFill>
                <a:effectLst>
                  <a:outerShdw blurRad="38100" dist="38100" dir="2700000" algn="tl">
                    <a:srgbClr val="000000"/>
                  </a:outerShdw>
                </a:effectLst>
                <a:latin typeface="Garamond" panose="02020404030301010803" pitchFamily="18" charset="0"/>
              </a:defRPr>
            </a:lvl3pPr>
            <a:lvl4pPr algn="ctr">
              <a:defRPr sz="4400" b="1">
                <a:solidFill>
                  <a:schemeClr val="tx2"/>
                </a:solidFill>
                <a:effectLst>
                  <a:outerShdw blurRad="38100" dist="38100" dir="2700000" algn="tl">
                    <a:srgbClr val="000000"/>
                  </a:outerShdw>
                </a:effectLst>
                <a:latin typeface="Garamond" panose="02020404030301010803" pitchFamily="18" charset="0"/>
              </a:defRPr>
            </a:lvl4pPr>
            <a:lvl5pPr algn="ctr">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3400" dirty="0">
                <a:solidFill>
                  <a:schemeClr val="tx1"/>
                </a:solidFill>
                <a:effectLst/>
                <a:latin typeface="Roboto" pitchFamily="2" charset="0"/>
                <a:ea typeface="Roboto" pitchFamily="2" charset="0"/>
              </a:rPr>
              <a:t>Selection of a Search Strategy</a:t>
            </a:r>
            <a:endParaRPr lang="en-US" altLang="en-US" sz="3400" dirty="0">
              <a:solidFill>
                <a:srgbClr val="C00000"/>
              </a:solidFill>
              <a:effectLst/>
              <a:latin typeface="Roboto" pitchFamily="2" charset="0"/>
              <a:ea typeface="Roboto" pitchFamily="2" charset="0"/>
            </a:endParaRPr>
          </a:p>
        </p:txBody>
      </p:sp>
      <p:grpSp>
        <p:nvGrpSpPr>
          <p:cNvPr id="6" name="Group 5"/>
          <p:cNvGrpSpPr/>
          <p:nvPr/>
        </p:nvGrpSpPr>
        <p:grpSpPr>
          <a:xfrm>
            <a:off x="1135328" y="2057400"/>
            <a:ext cx="845872" cy="3877183"/>
            <a:chOff x="1135328" y="2057400"/>
            <a:chExt cx="845872" cy="3877183"/>
          </a:xfrm>
        </p:grpSpPr>
        <p:sp>
          <p:nvSpPr>
            <p:cNvPr id="3" name="Down Arrow 2"/>
            <p:cNvSpPr/>
            <p:nvPr/>
          </p:nvSpPr>
          <p:spPr>
            <a:xfrm flipV="1">
              <a:off x="1179596" y="2570654"/>
              <a:ext cx="660375" cy="2722718"/>
            </a:xfrm>
            <a:prstGeom prst="downArrow">
              <a:avLst>
                <a:gd name="adj1" fmla="val 50000"/>
                <a:gd name="adj2" fmla="val 110989"/>
              </a:avLst>
            </a:prstGeom>
            <a:solidFill>
              <a:srgbClr val="9D3B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1135328" y="2057400"/>
              <a:ext cx="845872" cy="369332"/>
            </a:xfrm>
            <a:prstGeom prst="rect">
              <a:avLst/>
            </a:prstGeom>
            <a:solidFill>
              <a:srgbClr val="9D3B38"/>
            </a:solidFill>
          </p:spPr>
          <p:txBody>
            <a:bodyPr wrap="square" rtlCol="0">
              <a:spAutoFit/>
            </a:bodyPr>
            <a:lstStyle/>
            <a:p>
              <a:pPr algn="ctr"/>
              <a:r>
                <a:rPr lang="en-US" b="1" dirty="0">
                  <a:solidFill>
                    <a:schemeClr val="bg1"/>
                  </a:solidFill>
                </a:rPr>
                <a:t>Goal</a:t>
              </a:r>
              <a:endParaRPr lang="en-GB" b="1" dirty="0">
                <a:solidFill>
                  <a:schemeClr val="bg1"/>
                </a:solidFill>
              </a:endParaRPr>
            </a:p>
          </p:txBody>
        </p:sp>
        <p:sp>
          <p:nvSpPr>
            <p:cNvPr id="9" name="TextBox 8"/>
            <p:cNvSpPr txBox="1"/>
            <p:nvPr/>
          </p:nvSpPr>
          <p:spPr>
            <a:xfrm>
              <a:off x="1135328" y="5565251"/>
              <a:ext cx="845871" cy="369332"/>
            </a:xfrm>
            <a:prstGeom prst="rect">
              <a:avLst/>
            </a:prstGeom>
            <a:solidFill>
              <a:srgbClr val="9D3B38"/>
            </a:solidFill>
          </p:spPr>
          <p:txBody>
            <a:bodyPr wrap="square" rtlCol="0">
              <a:spAutoFit/>
            </a:bodyPr>
            <a:lstStyle/>
            <a:p>
              <a:pPr algn="ctr"/>
              <a:r>
                <a:rPr lang="en-US" b="1" dirty="0">
                  <a:solidFill>
                    <a:schemeClr val="bg1"/>
                  </a:solidFill>
                </a:rPr>
                <a:t>Data</a:t>
              </a:r>
              <a:endParaRPr lang="en-GB" b="1" dirty="0">
                <a:solidFill>
                  <a:schemeClr val="bg1"/>
                </a:solidFill>
              </a:endParaRPr>
            </a:p>
          </p:txBody>
        </p:sp>
        <p:sp>
          <p:nvSpPr>
            <p:cNvPr id="10" name="TextBox 9"/>
            <p:cNvSpPr txBox="1"/>
            <p:nvPr/>
          </p:nvSpPr>
          <p:spPr>
            <a:xfrm rot="16200000">
              <a:off x="240180" y="3751937"/>
              <a:ext cx="2539206" cy="369332"/>
            </a:xfrm>
            <a:prstGeom prst="rect">
              <a:avLst/>
            </a:prstGeom>
            <a:noFill/>
          </p:spPr>
          <p:txBody>
            <a:bodyPr wrap="square" rtlCol="0">
              <a:spAutoFit/>
            </a:bodyPr>
            <a:lstStyle/>
            <a:p>
              <a:r>
                <a:rPr lang="en-US" i="1" dirty="0">
                  <a:solidFill>
                    <a:srgbClr val="FFFF00"/>
                  </a:solidFill>
                </a:rPr>
                <a:t>Direction of reasoning</a:t>
              </a:r>
              <a:endParaRPr lang="en-GB" i="1" dirty="0">
                <a:solidFill>
                  <a:srgbClr val="FFFF00"/>
                </a:solidFill>
              </a:endParaRPr>
            </a:p>
          </p:txBody>
        </p:sp>
      </p:grpSp>
    </p:spTree>
    <p:extLst>
      <p:ext uri="{BB962C8B-B14F-4D97-AF65-F5344CB8AC3E}">
        <p14:creationId xmlns:p14="http://schemas.microsoft.com/office/powerpoint/2010/main" val="35774409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4"/>
          <p:cNvSpPr>
            <a:spLocks noGrp="1" noChangeArrowheads="1"/>
          </p:cNvSpPr>
          <p:nvPr>
            <p:ph type="title"/>
          </p:nvPr>
        </p:nvSpPr>
        <p:spPr>
          <a:xfrm>
            <a:off x="457200" y="1388962"/>
            <a:ext cx="8229600" cy="397397"/>
          </a:xfrm>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ormAutofit fontScale="90000"/>
          </a:bodyPr>
          <a:lstStyle/>
          <a:p>
            <a:pPr>
              <a:defRPr/>
            </a:pPr>
            <a:r>
              <a:rPr lang="en-US" altLang="en-US" sz="3200" b="1" dirty="0">
                <a:solidFill>
                  <a:srgbClr val="3898B2"/>
                </a:solidFill>
                <a:latin typeface="+mn-lt"/>
              </a:rPr>
              <a:t>Goal-Driven</a:t>
            </a:r>
            <a:r>
              <a:rPr lang="en-US" altLang="en-US" sz="3200" b="1" dirty="0">
                <a:solidFill>
                  <a:srgbClr val="C00000"/>
                </a:solidFill>
                <a:latin typeface="+mn-lt"/>
              </a:rPr>
              <a:t> </a:t>
            </a:r>
            <a:r>
              <a:rPr lang="en-US" altLang="en-US" sz="3200" b="1" dirty="0"/>
              <a:t>Approach</a:t>
            </a:r>
            <a:endParaRPr lang="en-US" altLang="en-US" sz="3200" b="1" dirty="0">
              <a:latin typeface="+mn-lt"/>
            </a:endParaRPr>
          </a:p>
        </p:txBody>
      </p:sp>
      <p:sp>
        <p:nvSpPr>
          <p:cNvPr id="4" name="Rectangle 5"/>
          <p:cNvSpPr>
            <a:spLocks noChangeArrowheads="1"/>
          </p:cNvSpPr>
          <p:nvPr/>
        </p:nvSpPr>
        <p:spPr bwMode="auto">
          <a:xfrm>
            <a:off x="0" y="457200"/>
            <a:ext cx="9144000" cy="6858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chor="ctr" anchorCtr="1"/>
          <a:lstStyle>
            <a:lvl1pPr algn="ctr">
              <a:defRPr sz="4400" b="1">
                <a:solidFill>
                  <a:schemeClr val="tx2"/>
                </a:solidFill>
                <a:effectLst>
                  <a:outerShdw blurRad="38100" dist="38100" dir="2700000" algn="tl">
                    <a:srgbClr val="000000"/>
                  </a:outerShdw>
                </a:effectLst>
                <a:latin typeface="Garamond" panose="02020404030301010803" pitchFamily="18" charset="0"/>
              </a:defRPr>
            </a:lvl1pPr>
            <a:lvl2pPr algn="ctr">
              <a:defRPr sz="4400" b="1">
                <a:solidFill>
                  <a:schemeClr val="tx2"/>
                </a:solidFill>
                <a:effectLst>
                  <a:outerShdw blurRad="38100" dist="38100" dir="2700000" algn="tl">
                    <a:srgbClr val="000000"/>
                  </a:outerShdw>
                </a:effectLst>
                <a:latin typeface="Garamond" panose="02020404030301010803" pitchFamily="18" charset="0"/>
              </a:defRPr>
            </a:lvl2pPr>
            <a:lvl3pPr algn="ctr">
              <a:defRPr sz="4400" b="1">
                <a:solidFill>
                  <a:schemeClr val="tx2"/>
                </a:solidFill>
                <a:effectLst>
                  <a:outerShdw blurRad="38100" dist="38100" dir="2700000" algn="tl">
                    <a:srgbClr val="000000"/>
                  </a:outerShdw>
                </a:effectLst>
                <a:latin typeface="Garamond" panose="02020404030301010803" pitchFamily="18" charset="0"/>
              </a:defRPr>
            </a:lvl3pPr>
            <a:lvl4pPr algn="ctr">
              <a:defRPr sz="4400" b="1">
                <a:solidFill>
                  <a:schemeClr val="tx2"/>
                </a:solidFill>
                <a:effectLst>
                  <a:outerShdw blurRad="38100" dist="38100" dir="2700000" algn="tl">
                    <a:srgbClr val="000000"/>
                  </a:outerShdw>
                </a:effectLst>
                <a:latin typeface="Garamond" panose="02020404030301010803" pitchFamily="18" charset="0"/>
              </a:defRPr>
            </a:lvl4pPr>
            <a:lvl5pPr algn="ctr">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3400" dirty="0">
                <a:solidFill>
                  <a:schemeClr val="tx1"/>
                </a:solidFill>
                <a:effectLst/>
                <a:latin typeface="Roboto" pitchFamily="2" charset="0"/>
                <a:ea typeface="Roboto" pitchFamily="2" charset="0"/>
              </a:rPr>
              <a:t>Selection of a Search Strategy</a:t>
            </a:r>
            <a:endParaRPr lang="en-US" altLang="en-US" sz="3400" dirty="0">
              <a:solidFill>
                <a:srgbClr val="C00000"/>
              </a:solidFill>
              <a:effectLst/>
              <a:latin typeface="Roboto" pitchFamily="2" charset="0"/>
              <a:ea typeface="Roboto" pitchFamily="2" charset="0"/>
            </a:endParaRPr>
          </a:p>
        </p:txBody>
      </p:sp>
      <p:sp>
        <p:nvSpPr>
          <p:cNvPr id="2" name="Rectangle 1"/>
          <p:cNvSpPr/>
          <p:nvPr/>
        </p:nvSpPr>
        <p:spPr>
          <a:xfrm>
            <a:off x="228600" y="1766103"/>
            <a:ext cx="8458200" cy="4661276"/>
          </a:xfrm>
          <a:prstGeom prst="rect">
            <a:avLst/>
          </a:prstGeom>
        </p:spPr>
        <p:txBody>
          <a:bodyPr wrap="square">
            <a:spAutoFit/>
          </a:bodyPr>
          <a:lstStyle/>
          <a:p>
            <a:pPr marL="285750" indent="-285750">
              <a:lnSpc>
                <a:spcPct val="150000"/>
              </a:lnSpc>
              <a:buFont typeface="Arial" panose="020B0604020202020204" pitchFamily="34" charset="0"/>
              <a:buChar char="•"/>
            </a:pPr>
            <a:r>
              <a:rPr lang="en-MY" altLang="en-US" sz="2000" dirty="0"/>
              <a:t>Also called as </a:t>
            </a:r>
            <a:r>
              <a:rPr lang="en-MY" altLang="en-US" sz="2000" dirty="0">
                <a:solidFill>
                  <a:srgbClr val="358BA2"/>
                </a:solidFill>
              </a:rPr>
              <a:t>goal-directed search, backward chaining</a:t>
            </a:r>
          </a:p>
          <a:p>
            <a:pPr marL="285750" indent="-285750">
              <a:lnSpc>
                <a:spcPct val="150000"/>
              </a:lnSpc>
              <a:buFont typeface="Arial" panose="020B0604020202020204" pitchFamily="34" charset="0"/>
              <a:buChar char="•"/>
            </a:pPr>
            <a:r>
              <a:rPr lang="en-US" sz="2000" dirty="0"/>
              <a:t>Take the goal that we want to solve and see what rules or legal moves could be used to generate this goal. Also determine what conditions must be true to use them. </a:t>
            </a:r>
          </a:p>
          <a:p>
            <a:pPr marL="285750" indent="-285750">
              <a:lnSpc>
                <a:spcPct val="150000"/>
              </a:lnSpc>
              <a:buFont typeface="Arial" panose="020B0604020202020204" pitchFamily="34" charset="0"/>
              <a:buChar char="•"/>
            </a:pPr>
            <a:r>
              <a:rPr lang="en-US" sz="2000" dirty="0"/>
              <a:t>These conditions become the new goals or </a:t>
            </a:r>
            <a:r>
              <a:rPr lang="en-US" sz="2000" dirty="0" err="1"/>
              <a:t>subgoals</a:t>
            </a:r>
            <a:r>
              <a:rPr lang="en-US" sz="2000" dirty="0"/>
              <a:t> for the search. Reaching </a:t>
            </a:r>
            <a:r>
              <a:rPr lang="en-US" sz="2000" dirty="0" err="1"/>
              <a:t>subgoals</a:t>
            </a:r>
            <a:r>
              <a:rPr lang="en-US" sz="2000" dirty="0"/>
              <a:t>, determining new </a:t>
            </a:r>
            <a:r>
              <a:rPr lang="en-US" sz="2000" dirty="0" err="1"/>
              <a:t>subgoals</a:t>
            </a:r>
            <a:r>
              <a:rPr lang="en-US" sz="2000" dirty="0"/>
              <a:t> and so on..</a:t>
            </a:r>
          </a:p>
          <a:p>
            <a:pPr marL="285750" indent="-285750">
              <a:lnSpc>
                <a:spcPct val="150000"/>
              </a:lnSpc>
              <a:buFont typeface="Arial" panose="020B0604020202020204" pitchFamily="34" charset="0"/>
              <a:buChar char="•"/>
            </a:pPr>
            <a:r>
              <a:rPr lang="en-US" sz="2000" dirty="0"/>
              <a:t>Search continues, working backward through successive </a:t>
            </a:r>
            <a:r>
              <a:rPr lang="en-US" sz="2000" dirty="0" err="1"/>
              <a:t>subgoals</a:t>
            </a:r>
            <a:r>
              <a:rPr lang="en-US" sz="2000" dirty="0"/>
              <a:t> until it works back to the facts of the problem. </a:t>
            </a:r>
          </a:p>
          <a:p>
            <a:pPr marL="285750" indent="-285750">
              <a:lnSpc>
                <a:spcPct val="150000"/>
              </a:lnSpc>
              <a:buFont typeface="Arial" panose="020B0604020202020204" pitchFamily="34" charset="0"/>
              <a:buChar char="•"/>
            </a:pPr>
            <a:r>
              <a:rPr lang="en-US" sz="2000" dirty="0"/>
              <a:t>Goal driven search thus uses knowledge of the desired goal to guide the search through relevant rules and eliminate branches of the space.</a:t>
            </a:r>
          </a:p>
        </p:txBody>
      </p:sp>
    </p:spTree>
    <p:extLst>
      <p:ext uri="{BB962C8B-B14F-4D97-AF65-F5344CB8AC3E}">
        <p14:creationId xmlns:p14="http://schemas.microsoft.com/office/powerpoint/2010/main" val="1037936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4"/>
          <p:cNvSpPr>
            <a:spLocks noGrp="1" noChangeArrowheads="1"/>
          </p:cNvSpPr>
          <p:nvPr>
            <p:ph type="title"/>
          </p:nvPr>
        </p:nvSpPr>
        <p:spPr>
          <a:xfrm>
            <a:off x="457200" y="1447800"/>
            <a:ext cx="8229600" cy="609600"/>
          </a:xfrm>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ormAutofit/>
          </a:bodyPr>
          <a:lstStyle/>
          <a:p>
            <a:pPr>
              <a:defRPr/>
            </a:pPr>
            <a:r>
              <a:rPr lang="en-US" altLang="en-US" sz="3200" b="1" dirty="0">
                <a:solidFill>
                  <a:srgbClr val="3898B2"/>
                </a:solidFill>
                <a:latin typeface="+mn-lt"/>
              </a:rPr>
              <a:t>Goal-Driven</a:t>
            </a:r>
            <a:r>
              <a:rPr lang="en-US" altLang="en-US" sz="3200" b="1" dirty="0">
                <a:solidFill>
                  <a:srgbClr val="C00000"/>
                </a:solidFill>
                <a:latin typeface="+mn-lt"/>
              </a:rPr>
              <a:t> </a:t>
            </a:r>
            <a:r>
              <a:rPr lang="en-US" altLang="en-US" sz="3200" b="1" dirty="0"/>
              <a:t>Approach</a:t>
            </a:r>
            <a:endParaRPr lang="en-US" altLang="en-US" sz="3200" b="1" dirty="0">
              <a:latin typeface="+mn-lt"/>
            </a:endParaRPr>
          </a:p>
        </p:txBody>
      </p:sp>
      <p:pic>
        <p:nvPicPr>
          <p:cNvPr id="31747" name="Picture 5"/>
          <p:cNvPicPr>
            <a:picLocks noGrp="1" noChangeAspect="1" noChangeArrowheads="1"/>
          </p:cNvPicPr>
          <p:nvPr>
            <p:ph idx="1"/>
          </p:nvPr>
        </p:nvPicPr>
        <p:blipFill rotWithShape="1">
          <a:blip r:embed="rId2">
            <a:duotone>
              <a:schemeClr val="accent5">
                <a:shade val="45000"/>
                <a:satMod val="135000"/>
              </a:schemeClr>
              <a:prstClr val="white"/>
            </a:duotone>
            <a:extLst>
              <a:ext uri="{28A0092B-C50C-407E-A947-70E740481C1C}">
                <a14:useLocalDpi xmlns:a14="http://schemas.microsoft.com/office/drawing/2010/main" val="0"/>
              </a:ext>
            </a:extLst>
          </a:blip>
          <a:srcRect l="15711" t="8324" b="7279"/>
          <a:stretch/>
        </p:blipFill>
        <p:spPr>
          <a:xfrm>
            <a:off x="1811999" y="2057400"/>
            <a:ext cx="6774128" cy="39902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Rectangle 5"/>
          <p:cNvSpPr>
            <a:spLocks noChangeArrowheads="1"/>
          </p:cNvSpPr>
          <p:nvPr/>
        </p:nvSpPr>
        <p:spPr bwMode="auto">
          <a:xfrm>
            <a:off x="0" y="457200"/>
            <a:ext cx="9144000" cy="6858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chor="ctr" anchorCtr="1"/>
          <a:lstStyle>
            <a:lvl1pPr algn="ctr">
              <a:defRPr sz="4400" b="1">
                <a:solidFill>
                  <a:schemeClr val="tx2"/>
                </a:solidFill>
                <a:effectLst>
                  <a:outerShdw blurRad="38100" dist="38100" dir="2700000" algn="tl">
                    <a:srgbClr val="000000"/>
                  </a:outerShdw>
                </a:effectLst>
                <a:latin typeface="Garamond" panose="02020404030301010803" pitchFamily="18" charset="0"/>
              </a:defRPr>
            </a:lvl1pPr>
            <a:lvl2pPr algn="ctr">
              <a:defRPr sz="4400" b="1">
                <a:solidFill>
                  <a:schemeClr val="tx2"/>
                </a:solidFill>
                <a:effectLst>
                  <a:outerShdw blurRad="38100" dist="38100" dir="2700000" algn="tl">
                    <a:srgbClr val="000000"/>
                  </a:outerShdw>
                </a:effectLst>
                <a:latin typeface="Garamond" panose="02020404030301010803" pitchFamily="18" charset="0"/>
              </a:defRPr>
            </a:lvl2pPr>
            <a:lvl3pPr algn="ctr">
              <a:defRPr sz="4400" b="1">
                <a:solidFill>
                  <a:schemeClr val="tx2"/>
                </a:solidFill>
                <a:effectLst>
                  <a:outerShdw blurRad="38100" dist="38100" dir="2700000" algn="tl">
                    <a:srgbClr val="000000"/>
                  </a:outerShdw>
                </a:effectLst>
                <a:latin typeface="Garamond" panose="02020404030301010803" pitchFamily="18" charset="0"/>
              </a:defRPr>
            </a:lvl3pPr>
            <a:lvl4pPr algn="ctr">
              <a:defRPr sz="4400" b="1">
                <a:solidFill>
                  <a:schemeClr val="tx2"/>
                </a:solidFill>
                <a:effectLst>
                  <a:outerShdw blurRad="38100" dist="38100" dir="2700000" algn="tl">
                    <a:srgbClr val="000000"/>
                  </a:outerShdw>
                </a:effectLst>
                <a:latin typeface="Garamond" panose="02020404030301010803" pitchFamily="18" charset="0"/>
              </a:defRPr>
            </a:lvl4pPr>
            <a:lvl5pPr algn="ctr">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3400" dirty="0">
                <a:solidFill>
                  <a:schemeClr val="tx1"/>
                </a:solidFill>
                <a:effectLst/>
                <a:latin typeface="Roboto" pitchFamily="2" charset="0"/>
                <a:ea typeface="Roboto" pitchFamily="2" charset="0"/>
              </a:rPr>
              <a:t>Selection of a Search Strategy</a:t>
            </a:r>
            <a:endParaRPr lang="en-US" altLang="en-US" sz="3400" dirty="0">
              <a:solidFill>
                <a:srgbClr val="C00000"/>
              </a:solidFill>
              <a:effectLst/>
              <a:latin typeface="Roboto" pitchFamily="2" charset="0"/>
              <a:ea typeface="Roboto" pitchFamily="2" charset="0"/>
            </a:endParaRPr>
          </a:p>
        </p:txBody>
      </p:sp>
      <p:grpSp>
        <p:nvGrpSpPr>
          <p:cNvPr id="6" name="Group 5"/>
          <p:cNvGrpSpPr/>
          <p:nvPr/>
        </p:nvGrpSpPr>
        <p:grpSpPr>
          <a:xfrm>
            <a:off x="1135328" y="2057400"/>
            <a:ext cx="845872" cy="3877183"/>
            <a:chOff x="1135328" y="2057400"/>
            <a:chExt cx="845872" cy="3877183"/>
          </a:xfrm>
        </p:grpSpPr>
        <p:sp>
          <p:nvSpPr>
            <p:cNvPr id="3" name="Down Arrow 2"/>
            <p:cNvSpPr/>
            <p:nvPr/>
          </p:nvSpPr>
          <p:spPr>
            <a:xfrm>
              <a:off x="1179596" y="2570654"/>
              <a:ext cx="660375" cy="2722718"/>
            </a:xfrm>
            <a:prstGeom prst="downArrow">
              <a:avLst>
                <a:gd name="adj1" fmla="val 50000"/>
                <a:gd name="adj2" fmla="val 110989"/>
              </a:avLst>
            </a:prstGeom>
            <a:solidFill>
              <a:srgbClr val="358B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1135328" y="2057400"/>
              <a:ext cx="845872" cy="369332"/>
            </a:xfrm>
            <a:prstGeom prst="rect">
              <a:avLst/>
            </a:prstGeom>
            <a:solidFill>
              <a:srgbClr val="358BA2"/>
            </a:solidFill>
          </p:spPr>
          <p:txBody>
            <a:bodyPr wrap="square" rtlCol="0">
              <a:spAutoFit/>
            </a:bodyPr>
            <a:lstStyle/>
            <a:p>
              <a:pPr algn="ctr"/>
              <a:r>
                <a:rPr lang="en-US" b="1" dirty="0">
                  <a:solidFill>
                    <a:schemeClr val="bg1"/>
                  </a:solidFill>
                </a:rPr>
                <a:t>Goal</a:t>
              </a:r>
              <a:endParaRPr lang="en-GB" b="1" dirty="0">
                <a:solidFill>
                  <a:schemeClr val="bg1"/>
                </a:solidFill>
              </a:endParaRPr>
            </a:p>
          </p:txBody>
        </p:sp>
        <p:sp>
          <p:nvSpPr>
            <p:cNvPr id="9" name="TextBox 8"/>
            <p:cNvSpPr txBox="1"/>
            <p:nvPr/>
          </p:nvSpPr>
          <p:spPr>
            <a:xfrm>
              <a:off x="1135328" y="5565251"/>
              <a:ext cx="845871" cy="369332"/>
            </a:xfrm>
            <a:prstGeom prst="rect">
              <a:avLst/>
            </a:prstGeom>
            <a:solidFill>
              <a:srgbClr val="358BA2"/>
            </a:solidFill>
          </p:spPr>
          <p:txBody>
            <a:bodyPr wrap="square" rtlCol="0">
              <a:spAutoFit/>
            </a:bodyPr>
            <a:lstStyle/>
            <a:p>
              <a:pPr algn="ctr"/>
              <a:r>
                <a:rPr lang="en-US" b="1" dirty="0">
                  <a:solidFill>
                    <a:schemeClr val="bg1"/>
                  </a:solidFill>
                </a:rPr>
                <a:t>Data</a:t>
              </a:r>
              <a:endParaRPr lang="en-GB" b="1" dirty="0">
                <a:solidFill>
                  <a:schemeClr val="bg1"/>
                </a:solidFill>
              </a:endParaRPr>
            </a:p>
          </p:txBody>
        </p:sp>
        <p:sp>
          <p:nvSpPr>
            <p:cNvPr id="10" name="TextBox 9"/>
            <p:cNvSpPr txBox="1"/>
            <p:nvPr/>
          </p:nvSpPr>
          <p:spPr>
            <a:xfrm rot="16200000">
              <a:off x="243558" y="3441995"/>
              <a:ext cx="2539206" cy="369332"/>
            </a:xfrm>
            <a:prstGeom prst="rect">
              <a:avLst/>
            </a:prstGeom>
            <a:noFill/>
          </p:spPr>
          <p:txBody>
            <a:bodyPr wrap="square" rtlCol="0">
              <a:spAutoFit/>
            </a:bodyPr>
            <a:lstStyle/>
            <a:p>
              <a:r>
                <a:rPr lang="en-US" i="1" dirty="0">
                  <a:solidFill>
                    <a:srgbClr val="FFFF00"/>
                  </a:solidFill>
                </a:rPr>
                <a:t>Direction of reasoning</a:t>
              </a:r>
              <a:endParaRPr lang="en-GB" i="1" dirty="0">
                <a:solidFill>
                  <a:srgbClr val="FFFF00"/>
                </a:solidFill>
              </a:endParaRPr>
            </a:p>
          </p:txBody>
        </p:sp>
      </p:grpSp>
    </p:spTree>
    <p:extLst>
      <p:ext uri="{BB962C8B-B14F-4D97-AF65-F5344CB8AC3E}">
        <p14:creationId xmlns:p14="http://schemas.microsoft.com/office/powerpoint/2010/main" val="3609460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8" name="Rectangle 4"/>
          <p:cNvSpPr>
            <a:spLocks noChangeArrowheads="1"/>
          </p:cNvSpPr>
          <p:nvPr/>
        </p:nvSpPr>
        <p:spPr bwMode="auto">
          <a:xfrm>
            <a:off x="457200" y="16002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Char char="•"/>
              <a:defRPr sz="3200">
                <a:solidFill>
                  <a:schemeClr val="tx1"/>
                </a:solidFill>
                <a:effectLst>
                  <a:outerShdw blurRad="38100" dist="38100" dir="2700000" algn="tl">
                    <a:srgbClr val="000000"/>
                  </a:outerShdw>
                </a:effectLst>
                <a:latin typeface="Garamond" panose="02020404030301010803" pitchFamily="18" charset="0"/>
              </a:defRPr>
            </a:lvl1pPr>
            <a:lvl2pPr marL="742950" indent="-285750">
              <a:spcBef>
                <a:spcPct val="20000"/>
              </a:spcBef>
              <a:buChar char="–"/>
              <a:defRPr sz="2800">
                <a:solidFill>
                  <a:schemeClr val="tx1"/>
                </a:solidFill>
                <a:effectLst>
                  <a:outerShdw blurRad="38100" dist="38100" dir="2700000" algn="tl">
                    <a:srgbClr val="000000"/>
                  </a:outerShdw>
                </a:effectLst>
                <a:latin typeface="Garamond" panose="02020404030301010803" pitchFamily="18" charset="0"/>
              </a:defRPr>
            </a:lvl2pPr>
            <a:lvl3pPr marL="1143000" indent="-228600">
              <a:spcBef>
                <a:spcPct val="20000"/>
              </a:spcBef>
              <a:buClr>
                <a:schemeClr val="tx2"/>
              </a:buClr>
              <a:buChar char="•"/>
              <a:defRPr sz="2400">
                <a:solidFill>
                  <a:schemeClr val="tx1"/>
                </a:solidFill>
                <a:effectLst>
                  <a:outerShdw blurRad="38100" dist="38100" dir="2700000" algn="tl">
                    <a:srgbClr val="000000"/>
                  </a:outerShdw>
                </a:effectLst>
                <a:latin typeface="Garamond" panose="02020404030301010803" pitchFamily="18" charset="0"/>
              </a:defRPr>
            </a:lvl3pPr>
            <a:lvl4pPr marL="1600200" indent="-228600">
              <a:spcBef>
                <a:spcPct val="20000"/>
              </a:spcBef>
              <a:buChar char="–"/>
              <a:defRPr sz="2000">
                <a:solidFill>
                  <a:schemeClr val="tx1"/>
                </a:solidFill>
                <a:effectLst>
                  <a:outerShdw blurRad="38100" dist="38100" dir="2700000" algn="tl">
                    <a:srgbClr val="000000"/>
                  </a:outerShdw>
                </a:effectLst>
                <a:latin typeface="Garamond" panose="02020404030301010803" pitchFamily="18" charset="0"/>
              </a:defRPr>
            </a:lvl4pPr>
            <a:lvl5pPr marL="2057400" indent="-228600">
              <a:spcBef>
                <a:spcPct val="20000"/>
              </a:spcBef>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5pPr>
            <a:lvl6pPr marL="25146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6pPr>
            <a:lvl7pPr marL="29718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7pPr>
            <a:lvl8pPr marL="34290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8pPr>
            <a:lvl9pPr marL="38862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2400" dirty="0">
                <a:effectLst/>
                <a:latin typeface="+mn-lt"/>
              </a:rPr>
              <a:t>Both </a:t>
            </a:r>
            <a:r>
              <a:rPr lang="en-US" altLang="en-US" sz="2400" dirty="0">
                <a:solidFill>
                  <a:srgbClr val="C00000"/>
                </a:solidFill>
                <a:effectLst/>
                <a:latin typeface="+mn-lt"/>
              </a:rPr>
              <a:t>goal-driven</a:t>
            </a:r>
            <a:r>
              <a:rPr lang="en-US" altLang="en-US" sz="2400" dirty="0">
                <a:effectLst/>
                <a:latin typeface="+mn-lt"/>
              </a:rPr>
              <a:t> and </a:t>
            </a:r>
            <a:r>
              <a:rPr lang="en-US" altLang="en-US" sz="2400" dirty="0">
                <a:solidFill>
                  <a:srgbClr val="C00000"/>
                </a:solidFill>
                <a:effectLst/>
                <a:latin typeface="+mn-lt"/>
              </a:rPr>
              <a:t>data-driven approaches</a:t>
            </a:r>
            <a:r>
              <a:rPr lang="en-US" altLang="en-US" sz="2400" dirty="0">
                <a:effectLst/>
                <a:latin typeface="+mn-lt"/>
              </a:rPr>
              <a:t> search the </a:t>
            </a:r>
            <a:r>
              <a:rPr lang="en-US" altLang="en-US" sz="2400" dirty="0">
                <a:solidFill>
                  <a:srgbClr val="C00000"/>
                </a:solidFill>
                <a:effectLst/>
                <a:latin typeface="+mn-lt"/>
              </a:rPr>
              <a:t>same</a:t>
            </a:r>
            <a:r>
              <a:rPr lang="en-US" altLang="en-US" sz="2400" dirty="0">
                <a:effectLst/>
                <a:latin typeface="+mn-lt"/>
              </a:rPr>
              <a:t> state space graph</a:t>
            </a:r>
          </a:p>
          <a:p>
            <a:pPr eaLnBrk="1" hangingPunct="1">
              <a:defRPr/>
            </a:pPr>
            <a:r>
              <a:rPr lang="en-US" altLang="en-US" sz="2400" dirty="0">
                <a:effectLst/>
                <a:latin typeface="+mn-lt"/>
              </a:rPr>
              <a:t>Order and number of states are </a:t>
            </a:r>
            <a:r>
              <a:rPr lang="en-US" altLang="en-US" sz="2400" dirty="0">
                <a:solidFill>
                  <a:srgbClr val="C00000"/>
                </a:solidFill>
                <a:effectLst/>
                <a:latin typeface="+mn-lt"/>
              </a:rPr>
              <a:t>different</a:t>
            </a:r>
          </a:p>
          <a:p>
            <a:pPr eaLnBrk="1" hangingPunct="1">
              <a:defRPr/>
            </a:pPr>
            <a:r>
              <a:rPr lang="en-US" altLang="en-US" sz="2400" dirty="0">
                <a:effectLst/>
                <a:latin typeface="+mn-lt"/>
              </a:rPr>
              <a:t>Preferred strategy is determined by:</a:t>
            </a:r>
          </a:p>
          <a:p>
            <a:pPr lvl="1" eaLnBrk="1" hangingPunct="1">
              <a:defRPr/>
            </a:pPr>
            <a:r>
              <a:rPr lang="en-US" altLang="en-US" sz="2400" dirty="0">
                <a:effectLst/>
                <a:latin typeface="+mn-lt"/>
              </a:rPr>
              <a:t>Complexity of the rules</a:t>
            </a:r>
          </a:p>
          <a:p>
            <a:pPr lvl="1" eaLnBrk="1" hangingPunct="1">
              <a:defRPr/>
            </a:pPr>
            <a:r>
              <a:rPr lang="en-US" altLang="en-US" sz="2400" dirty="0">
                <a:effectLst/>
                <a:latin typeface="+mn-lt"/>
              </a:rPr>
              <a:t>Shape of state space</a:t>
            </a:r>
          </a:p>
          <a:p>
            <a:pPr lvl="1" eaLnBrk="1" hangingPunct="1">
              <a:defRPr/>
            </a:pPr>
            <a:r>
              <a:rPr lang="en-US" altLang="en-US" sz="2400" dirty="0">
                <a:effectLst/>
                <a:latin typeface="+mn-lt"/>
              </a:rPr>
              <a:t>Availability of problem data</a:t>
            </a:r>
          </a:p>
        </p:txBody>
      </p:sp>
      <p:sp>
        <p:nvSpPr>
          <p:cNvPr id="4" name="Rectangle 5"/>
          <p:cNvSpPr>
            <a:spLocks noChangeArrowheads="1"/>
          </p:cNvSpPr>
          <p:nvPr/>
        </p:nvSpPr>
        <p:spPr bwMode="auto">
          <a:xfrm>
            <a:off x="0" y="457200"/>
            <a:ext cx="9144000" cy="6858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chor="ctr" anchorCtr="1"/>
          <a:lstStyle>
            <a:lvl1pPr algn="ctr">
              <a:defRPr sz="4400" b="1">
                <a:solidFill>
                  <a:schemeClr val="tx2"/>
                </a:solidFill>
                <a:effectLst>
                  <a:outerShdw blurRad="38100" dist="38100" dir="2700000" algn="tl">
                    <a:srgbClr val="000000"/>
                  </a:outerShdw>
                </a:effectLst>
                <a:latin typeface="Garamond" panose="02020404030301010803" pitchFamily="18" charset="0"/>
              </a:defRPr>
            </a:lvl1pPr>
            <a:lvl2pPr algn="ctr">
              <a:defRPr sz="4400" b="1">
                <a:solidFill>
                  <a:schemeClr val="tx2"/>
                </a:solidFill>
                <a:effectLst>
                  <a:outerShdw blurRad="38100" dist="38100" dir="2700000" algn="tl">
                    <a:srgbClr val="000000"/>
                  </a:outerShdw>
                </a:effectLst>
                <a:latin typeface="Garamond" panose="02020404030301010803" pitchFamily="18" charset="0"/>
              </a:defRPr>
            </a:lvl2pPr>
            <a:lvl3pPr algn="ctr">
              <a:defRPr sz="4400" b="1">
                <a:solidFill>
                  <a:schemeClr val="tx2"/>
                </a:solidFill>
                <a:effectLst>
                  <a:outerShdw blurRad="38100" dist="38100" dir="2700000" algn="tl">
                    <a:srgbClr val="000000"/>
                  </a:outerShdw>
                </a:effectLst>
                <a:latin typeface="Garamond" panose="02020404030301010803" pitchFamily="18" charset="0"/>
              </a:defRPr>
            </a:lvl3pPr>
            <a:lvl4pPr algn="ctr">
              <a:defRPr sz="4400" b="1">
                <a:solidFill>
                  <a:schemeClr val="tx2"/>
                </a:solidFill>
                <a:effectLst>
                  <a:outerShdw blurRad="38100" dist="38100" dir="2700000" algn="tl">
                    <a:srgbClr val="000000"/>
                  </a:outerShdw>
                </a:effectLst>
                <a:latin typeface="Garamond" panose="02020404030301010803" pitchFamily="18" charset="0"/>
              </a:defRPr>
            </a:lvl4pPr>
            <a:lvl5pPr algn="ctr">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3400" dirty="0">
                <a:solidFill>
                  <a:schemeClr val="tx1"/>
                </a:solidFill>
                <a:effectLst/>
                <a:latin typeface="Roboto" pitchFamily="2" charset="0"/>
                <a:ea typeface="Roboto" pitchFamily="2" charset="0"/>
              </a:rPr>
              <a:t>Selection of a Search Strategy</a:t>
            </a:r>
            <a:endParaRPr lang="en-US" altLang="en-US" sz="3400" dirty="0">
              <a:solidFill>
                <a:srgbClr val="C00000"/>
              </a:solidFill>
              <a:effectLst/>
              <a:latin typeface="Roboto" pitchFamily="2" charset="0"/>
              <a:ea typeface="Roboto" pitchFamily="2" charset="0"/>
            </a:endParaRPr>
          </a:p>
        </p:txBody>
      </p:sp>
    </p:spTree>
    <p:extLst>
      <p:ext uri="{BB962C8B-B14F-4D97-AF65-F5344CB8AC3E}">
        <p14:creationId xmlns:p14="http://schemas.microsoft.com/office/powerpoint/2010/main" val="19229739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5"/>
          <p:cNvSpPr>
            <a:spLocks noChangeArrowheads="1"/>
          </p:cNvSpPr>
          <p:nvPr/>
        </p:nvSpPr>
        <p:spPr bwMode="auto">
          <a:xfrm>
            <a:off x="0" y="457200"/>
            <a:ext cx="9144000" cy="6858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chor="ctr" anchorCtr="1"/>
          <a:lstStyle>
            <a:lvl1pPr algn="ctr">
              <a:defRPr sz="4400" b="1">
                <a:solidFill>
                  <a:schemeClr val="tx2"/>
                </a:solidFill>
                <a:effectLst>
                  <a:outerShdw blurRad="38100" dist="38100" dir="2700000" algn="tl">
                    <a:srgbClr val="000000"/>
                  </a:outerShdw>
                </a:effectLst>
                <a:latin typeface="Garamond" panose="02020404030301010803" pitchFamily="18" charset="0"/>
              </a:defRPr>
            </a:lvl1pPr>
            <a:lvl2pPr algn="ctr">
              <a:defRPr sz="4400" b="1">
                <a:solidFill>
                  <a:schemeClr val="tx2"/>
                </a:solidFill>
                <a:effectLst>
                  <a:outerShdw blurRad="38100" dist="38100" dir="2700000" algn="tl">
                    <a:srgbClr val="000000"/>
                  </a:outerShdw>
                </a:effectLst>
                <a:latin typeface="Garamond" panose="02020404030301010803" pitchFamily="18" charset="0"/>
              </a:defRPr>
            </a:lvl2pPr>
            <a:lvl3pPr algn="ctr">
              <a:defRPr sz="4400" b="1">
                <a:solidFill>
                  <a:schemeClr val="tx2"/>
                </a:solidFill>
                <a:effectLst>
                  <a:outerShdw blurRad="38100" dist="38100" dir="2700000" algn="tl">
                    <a:srgbClr val="000000"/>
                  </a:outerShdw>
                </a:effectLst>
                <a:latin typeface="Garamond" panose="02020404030301010803" pitchFamily="18" charset="0"/>
              </a:defRPr>
            </a:lvl3pPr>
            <a:lvl4pPr algn="ctr">
              <a:defRPr sz="4400" b="1">
                <a:solidFill>
                  <a:schemeClr val="tx2"/>
                </a:solidFill>
                <a:effectLst>
                  <a:outerShdw blurRad="38100" dist="38100" dir="2700000" algn="tl">
                    <a:srgbClr val="000000"/>
                  </a:outerShdw>
                </a:effectLst>
                <a:latin typeface="Garamond" panose="02020404030301010803" pitchFamily="18" charset="0"/>
              </a:defRPr>
            </a:lvl4pPr>
            <a:lvl5pPr algn="ctr">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3400" dirty="0">
                <a:solidFill>
                  <a:schemeClr val="tx1"/>
                </a:solidFill>
                <a:effectLst/>
                <a:latin typeface="Roboto" pitchFamily="2" charset="0"/>
                <a:ea typeface="Roboto" pitchFamily="2" charset="0"/>
              </a:rPr>
              <a:t>Selection of a Search Strategy : </a:t>
            </a:r>
            <a:r>
              <a:rPr lang="en-US" altLang="en-US" sz="3400" dirty="0">
                <a:solidFill>
                  <a:srgbClr val="C00000"/>
                </a:solidFill>
                <a:effectLst/>
                <a:latin typeface="Roboto" pitchFamily="2" charset="0"/>
                <a:ea typeface="Roboto" pitchFamily="2" charset="0"/>
              </a:rPr>
              <a:t>Summary</a:t>
            </a:r>
          </a:p>
        </p:txBody>
      </p:sp>
      <p:graphicFrame>
        <p:nvGraphicFramePr>
          <p:cNvPr id="2" name="Diagram 1"/>
          <p:cNvGraphicFramePr/>
          <p:nvPr>
            <p:extLst>
              <p:ext uri="{D42A27DB-BD31-4B8C-83A1-F6EECF244321}">
                <p14:modId xmlns:p14="http://schemas.microsoft.com/office/powerpoint/2010/main" val="574480956"/>
              </p:ext>
            </p:extLst>
          </p:nvPr>
        </p:nvGraphicFramePr>
        <p:xfrm>
          <a:off x="-35169" y="1600200"/>
          <a:ext cx="8686800" cy="472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62687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5"/>
          <p:cNvSpPr>
            <a:spLocks noChangeArrowheads="1"/>
          </p:cNvSpPr>
          <p:nvPr/>
        </p:nvSpPr>
        <p:spPr bwMode="auto">
          <a:xfrm>
            <a:off x="0" y="457200"/>
            <a:ext cx="9144000" cy="6858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chor="ctr" anchorCtr="1"/>
          <a:lstStyle>
            <a:lvl1pPr algn="ctr">
              <a:defRPr sz="4400" b="1">
                <a:solidFill>
                  <a:schemeClr val="tx2"/>
                </a:solidFill>
                <a:effectLst>
                  <a:outerShdw blurRad="38100" dist="38100" dir="2700000" algn="tl">
                    <a:srgbClr val="000000"/>
                  </a:outerShdw>
                </a:effectLst>
                <a:latin typeface="Garamond" panose="02020404030301010803" pitchFamily="18" charset="0"/>
              </a:defRPr>
            </a:lvl1pPr>
            <a:lvl2pPr algn="ctr">
              <a:defRPr sz="4400" b="1">
                <a:solidFill>
                  <a:schemeClr val="tx2"/>
                </a:solidFill>
                <a:effectLst>
                  <a:outerShdw blurRad="38100" dist="38100" dir="2700000" algn="tl">
                    <a:srgbClr val="000000"/>
                  </a:outerShdw>
                </a:effectLst>
                <a:latin typeface="Garamond" panose="02020404030301010803" pitchFamily="18" charset="0"/>
              </a:defRPr>
            </a:lvl2pPr>
            <a:lvl3pPr algn="ctr">
              <a:defRPr sz="4400" b="1">
                <a:solidFill>
                  <a:schemeClr val="tx2"/>
                </a:solidFill>
                <a:effectLst>
                  <a:outerShdw blurRad="38100" dist="38100" dir="2700000" algn="tl">
                    <a:srgbClr val="000000"/>
                  </a:outerShdw>
                </a:effectLst>
                <a:latin typeface="Garamond" panose="02020404030301010803" pitchFamily="18" charset="0"/>
              </a:defRPr>
            </a:lvl3pPr>
            <a:lvl4pPr algn="ctr">
              <a:defRPr sz="4400" b="1">
                <a:solidFill>
                  <a:schemeClr val="tx2"/>
                </a:solidFill>
                <a:effectLst>
                  <a:outerShdw blurRad="38100" dist="38100" dir="2700000" algn="tl">
                    <a:srgbClr val="000000"/>
                  </a:outerShdw>
                </a:effectLst>
                <a:latin typeface="Garamond" panose="02020404030301010803" pitchFamily="18" charset="0"/>
              </a:defRPr>
            </a:lvl4pPr>
            <a:lvl5pPr algn="ctr">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3400" dirty="0">
                <a:solidFill>
                  <a:schemeClr val="tx1"/>
                </a:solidFill>
                <a:effectLst/>
                <a:latin typeface="Roboto" pitchFamily="2" charset="0"/>
                <a:ea typeface="Roboto" pitchFamily="2" charset="0"/>
              </a:rPr>
              <a:t>Selection of a Search Strategy</a:t>
            </a:r>
            <a:endParaRPr lang="en-US" altLang="en-US" sz="3400" dirty="0">
              <a:solidFill>
                <a:srgbClr val="C00000"/>
              </a:solidFill>
              <a:effectLst/>
              <a:latin typeface="Roboto" pitchFamily="2" charset="0"/>
              <a:ea typeface="Roboto" pitchFamily="2" charset="0"/>
            </a:endParaRPr>
          </a:p>
        </p:txBody>
      </p:sp>
      <p:sp>
        <p:nvSpPr>
          <p:cNvPr id="3" name="Rectangle 2"/>
          <p:cNvSpPr/>
          <p:nvPr/>
        </p:nvSpPr>
        <p:spPr>
          <a:xfrm>
            <a:off x="533400" y="1600200"/>
            <a:ext cx="8382000" cy="4708981"/>
          </a:xfrm>
          <a:prstGeom prst="rect">
            <a:avLst/>
          </a:prstGeom>
        </p:spPr>
        <p:txBody>
          <a:bodyPr wrap="square">
            <a:spAutoFit/>
          </a:bodyPr>
          <a:lstStyle/>
          <a:p>
            <a:r>
              <a:rPr lang="en-US" sz="2000" dirty="0">
                <a:solidFill>
                  <a:srgbClr val="C00000"/>
                </a:solidFill>
              </a:rPr>
              <a:t>Data-driven search </a:t>
            </a:r>
            <a:r>
              <a:rPr lang="en-US" sz="2000" dirty="0"/>
              <a:t>will by preferred for problems in which: </a:t>
            </a:r>
          </a:p>
          <a:p>
            <a:pPr marL="342900" indent="-342900">
              <a:buFont typeface="Arial" panose="020B0604020202020204" pitchFamily="34" charset="0"/>
              <a:buChar char="•"/>
            </a:pPr>
            <a:r>
              <a:rPr lang="en-US" sz="2000" dirty="0"/>
              <a:t>All are most of the data are given in the initial problem statement</a:t>
            </a:r>
          </a:p>
          <a:p>
            <a:pPr marL="342900" indent="-342900">
              <a:buFont typeface="Arial" panose="020B0604020202020204" pitchFamily="34" charset="0"/>
              <a:buChar char="•"/>
            </a:pPr>
            <a:r>
              <a:rPr lang="en-US" sz="2000" dirty="0"/>
              <a:t>There are a large number of potential goals, but there are only a few ways to use the facts and given information of a particular problem instance</a:t>
            </a:r>
          </a:p>
          <a:p>
            <a:pPr marL="342900" indent="-342900">
              <a:buFont typeface="Arial" panose="020B0604020202020204" pitchFamily="34" charset="0"/>
              <a:buChar char="•"/>
            </a:pPr>
            <a:r>
              <a:rPr lang="en-US" sz="2000" dirty="0"/>
              <a:t>It is difficult to form a goal or hypothesis. </a:t>
            </a:r>
          </a:p>
          <a:p>
            <a:pPr marL="342900" indent="-342900">
              <a:buFont typeface="Arial" panose="020B0604020202020204" pitchFamily="34" charset="0"/>
              <a:buChar char="•"/>
            </a:pPr>
            <a:endParaRPr lang="en-US" sz="2000" dirty="0"/>
          </a:p>
          <a:p>
            <a:r>
              <a:rPr lang="en-US" sz="2000" dirty="0">
                <a:solidFill>
                  <a:srgbClr val="3898B2"/>
                </a:solidFill>
              </a:rPr>
              <a:t>Goal-driven search</a:t>
            </a:r>
            <a:r>
              <a:rPr lang="en-US" sz="2000" dirty="0"/>
              <a:t> will be preferred for problems in which:</a:t>
            </a:r>
          </a:p>
          <a:p>
            <a:pPr marL="342900" indent="-342900">
              <a:buFont typeface="Arial" panose="020B0604020202020204" pitchFamily="34" charset="0"/>
              <a:buChar char="•"/>
            </a:pPr>
            <a:r>
              <a:rPr lang="en-US" sz="2000" dirty="0"/>
              <a:t>A goal or hypothesis is given in the initial problem statement or can easily be formulated</a:t>
            </a:r>
          </a:p>
          <a:p>
            <a:pPr marL="342900" indent="-342900">
              <a:buFont typeface="Arial" panose="020B0604020202020204" pitchFamily="34" charset="0"/>
              <a:buChar char="•"/>
            </a:pPr>
            <a:r>
              <a:rPr lang="en-US" sz="2000" dirty="0"/>
              <a:t>There are a large number of rules that match the facts of the problem and thus produce an increasing number of conclusions or goals. Early selection of a goal can eliminate most of these branches, making goal driven search more effective</a:t>
            </a:r>
          </a:p>
          <a:p>
            <a:pPr marL="342900" indent="-342900">
              <a:buFont typeface="Arial" panose="020B0604020202020204" pitchFamily="34" charset="0"/>
              <a:buChar char="•"/>
            </a:pPr>
            <a:r>
              <a:rPr lang="en-US" sz="2000" dirty="0"/>
              <a:t>Problem data are not given but must be acquired by the problem solver. In this case goal driven search can help guide data acquisition. </a:t>
            </a:r>
            <a:endParaRPr lang="en-GB" sz="2000" dirty="0"/>
          </a:p>
        </p:txBody>
      </p:sp>
    </p:spTree>
    <p:extLst>
      <p:ext uri="{BB962C8B-B14F-4D97-AF65-F5344CB8AC3E}">
        <p14:creationId xmlns:p14="http://schemas.microsoft.com/office/powerpoint/2010/main" val="13054589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29</a:t>
            </a:fld>
            <a:endParaRPr lang="en-US"/>
          </a:p>
        </p:txBody>
      </p:sp>
      <p:sp>
        <p:nvSpPr>
          <p:cNvPr id="5" name="Rectangle 5"/>
          <p:cNvSpPr>
            <a:spLocks noChangeArrowheads="1"/>
          </p:cNvSpPr>
          <p:nvPr/>
        </p:nvSpPr>
        <p:spPr bwMode="auto">
          <a:xfrm>
            <a:off x="0" y="457200"/>
            <a:ext cx="9144000" cy="6858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chor="ctr" anchorCtr="1"/>
          <a:lstStyle>
            <a:lvl1pPr algn="ctr">
              <a:defRPr sz="4400" b="1">
                <a:solidFill>
                  <a:schemeClr val="tx2"/>
                </a:solidFill>
                <a:effectLst>
                  <a:outerShdw blurRad="38100" dist="38100" dir="2700000" algn="tl">
                    <a:srgbClr val="000000"/>
                  </a:outerShdw>
                </a:effectLst>
                <a:latin typeface="Garamond" panose="02020404030301010803" pitchFamily="18" charset="0"/>
              </a:defRPr>
            </a:lvl1pPr>
            <a:lvl2pPr algn="ctr">
              <a:defRPr sz="4400" b="1">
                <a:solidFill>
                  <a:schemeClr val="tx2"/>
                </a:solidFill>
                <a:effectLst>
                  <a:outerShdw blurRad="38100" dist="38100" dir="2700000" algn="tl">
                    <a:srgbClr val="000000"/>
                  </a:outerShdw>
                </a:effectLst>
                <a:latin typeface="Garamond" panose="02020404030301010803" pitchFamily="18" charset="0"/>
              </a:defRPr>
            </a:lvl2pPr>
            <a:lvl3pPr algn="ctr">
              <a:defRPr sz="4400" b="1">
                <a:solidFill>
                  <a:schemeClr val="tx2"/>
                </a:solidFill>
                <a:effectLst>
                  <a:outerShdw blurRad="38100" dist="38100" dir="2700000" algn="tl">
                    <a:srgbClr val="000000"/>
                  </a:outerShdw>
                </a:effectLst>
                <a:latin typeface="Garamond" panose="02020404030301010803" pitchFamily="18" charset="0"/>
              </a:defRPr>
            </a:lvl3pPr>
            <a:lvl4pPr algn="ctr">
              <a:defRPr sz="4400" b="1">
                <a:solidFill>
                  <a:schemeClr val="tx2"/>
                </a:solidFill>
                <a:effectLst>
                  <a:outerShdw blurRad="38100" dist="38100" dir="2700000" algn="tl">
                    <a:srgbClr val="000000"/>
                  </a:outerShdw>
                </a:effectLst>
                <a:latin typeface="Garamond" panose="02020404030301010803" pitchFamily="18" charset="0"/>
              </a:defRPr>
            </a:lvl4pPr>
            <a:lvl5pPr algn="ctr">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3400" dirty="0">
                <a:solidFill>
                  <a:schemeClr val="tx1"/>
                </a:solidFill>
                <a:effectLst/>
                <a:latin typeface="Roboto" pitchFamily="2" charset="0"/>
                <a:ea typeface="Roboto" pitchFamily="2" charset="0"/>
              </a:rPr>
              <a:t>Implementation of Graph Search : </a:t>
            </a:r>
            <a:r>
              <a:rPr lang="en-US" altLang="en-US" sz="3400" dirty="0">
                <a:solidFill>
                  <a:srgbClr val="C00000"/>
                </a:solidFill>
                <a:effectLst/>
                <a:latin typeface="Roboto" pitchFamily="2" charset="0"/>
                <a:ea typeface="Roboto" pitchFamily="2" charset="0"/>
              </a:rPr>
              <a:t>Intro</a:t>
            </a:r>
          </a:p>
        </p:txBody>
      </p:sp>
      <p:sp>
        <p:nvSpPr>
          <p:cNvPr id="6" name="Rectangle 5"/>
          <p:cNvSpPr/>
          <p:nvPr/>
        </p:nvSpPr>
        <p:spPr>
          <a:xfrm>
            <a:off x="602877" y="2016894"/>
            <a:ext cx="7924800" cy="3046988"/>
          </a:xfrm>
          <a:prstGeom prst="rect">
            <a:avLst/>
          </a:prstGeom>
        </p:spPr>
        <p:txBody>
          <a:bodyPr wrap="square">
            <a:spAutoFit/>
          </a:bodyPr>
          <a:lstStyle/>
          <a:p>
            <a:pPr marL="285750" indent="-285750">
              <a:spcBef>
                <a:spcPct val="50000"/>
              </a:spcBef>
              <a:buFont typeface="Arial" panose="020B0604020202020204" pitchFamily="34" charset="0"/>
              <a:buChar char="•"/>
            </a:pPr>
            <a:r>
              <a:rPr lang="en-US" altLang="en-US" sz="2400" dirty="0"/>
              <a:t>In solving a problem using either </a:t>
            </a:r>
            <a:r>
              <a:rPr lang="en-US" altLang="en-US" sz="2400" dirty="0">
                <a:solidFill>
                  <a:srgbClr val="C00000"/>
                </a:solidFill>
              </a:rPr>
              <a:t>Data-driven</a:t>
            </a:r>
            <a:r>
              <a:rPr lang="en-US" altLang="en-US" sz="2400" dirty="0"/>
              <a:t> or </a:t>
            </a:r>
            <a:r>
              <a:rPr lang="en-US" altLang="en-US" sz="2400" dirty="0">
                <a:solidFill>
                  <a:srgbClr val="3898B2"/>
                </a:solidFill>
              </a:rPr>
              <a:t>Goal-driven</a:t>
            </a:r>
            <a:r>
              <a:rPr lang="en-US" altLang="en-US" sz="2400" dirty="0"/>
              <a:t> approaches, a problem solver must find a path from a start to a goal through the state space graph. </a:t>
            </a:r>
          </a:p>
          <a:p>
            <a:pPr marL="285750" indent="-285750">
              <a:spcBef>
                <a:spcPct val="50000"/>
              </a:spcBef>
              <a:buFont typeface="Arial" panose="020B0604020202020204" pitchFamily="34" charset="0"/>
              <a:buChar char="•"/>
            </a:pPr>
            <a:r>
              <a:rPr lang="en-US" altLang="en-US" sz="2400" dirty="0"/>
              <a:t>The sequence of the arcs in this path corresponds to the ordered steps of the solution. </a:t>
            </a:r>
          </a:p>
          <a:p>
            <a:pPr marL="285750" indent="-285750">
              <a:spcBef>
                <a:spcPct val="50000"/>
              </a:spcBef>
              <a:buFont typeface="Arial" panose="020B0604020202020204" pitchFamily="34" charset="0"/>
              <a:buChar char="•"/>
            </a:pPr>
            <a:r>
              <a:rPr lang="en-US" altLang="en-US" sz="2400" dirty="0"/>
              <a:t>A problem solver must consider different paths until it finds a goal. </a:t>
            </a:r>
          </a:p>
        </p:txBody>
      </p:sp>
    </p:spTree>
    <p:extLst>
      <p:ext uri="{BB962C8B-B14F-4D97-AF65-F5344CB8AC3E}">
        <p14:creationId xmlns:p14="http://schemas.microsoft.com/office/powerpoint/2010/main" val="6850692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30</a:t>
            </a:fld>
            <a:endParaRPr lang="en-US"/>
          </a:p>
        </p:txBody>
      </p:sp>
      <p:sp>
        <p:nvSpPr>
          <p:cNvPr id="5" name="Rectangle 5"/>
          <p:cNvSpPr>
            <a:spLocks noChangeArrowheads="1"/>
          </p:cNvSpPr>
          <p:nvPr/>
        </p:nvSpPr>
        <p:spPr bwMode="auto">
          <a:xfrm>
            <a:off x="0" y="457200"/>
            <a:ext cx="9144000" cy="6858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chor="ctr" anchorCtr="1"/>
          <a:lstStyle>
            <a:lvl1pPr algn="ctr">
              <a:defRPr sz="4400" b="1">
                <a:solidFill>
                  <a:schemeClr val="tx2"/>
                </a:solidFill>
                <a:effectLst>
                  <a:outerShdw blurRad="38100" dist="38100" dir="2700000" algn="tl">
                    <a:srgbClr val="000000"/>
                  </a:outerShdw>
                </a:effectLst>
                <a:latin typeface="Garamond" panose="02020404030301010803" pitchFamily="18" charset="0"/>
              </a:defRPr>
            </a:lvl1pPr>
            <a:lvl2pPr algn="ctr">
              <a:defRPr sz="4400" b="1">
                <a:solidFill>
                  <a:schemeClr val="tx2"/>
                </a:solidFill>
                <a:effectLst>
                  <a:outerShdw blurRad="38100" dist="38100" dir="2700000" algn="tl">
                    <a:srgbClr val="000000"/>
                  </a:outerShdw>
                </a:effectLst>
                <a:latin typeface="Garamond" panose="02020404030301010803" pitchFamily="18" charset="0"/>
              </a:defRPr>
            </a:lvl2pPr>
            <a:lvl3pPr algn="ctr">
              <a:defRPr sz="4400" b="1">
                <a:solidFill>
                  <a:schemeClr val="tx2"/>
                </a:solidFill>
                <a:effectLst>
                  <a:outerShdw blurRad="38100" dist="38100" dir="2700000" algn="tl">
                    <a:srgbClr val="000000"/>
                  </a:outerShdw>
                </a:effectLst>
                <a:latin typeface="Garamond" panose="02020404030301010803" pitchFamily="18" charset="0"/>
              </a:defRPr>
            </a:lvl3pPr>
            <a:lvl4pPr algn="ctr">
              <a:defRPr sz="4400" b="1">
                <a:solidFill>
                  <a:schemeClr val="tx2"/>
                </a:solidFill>
                <a:effectLst>
                  <a:outerShdw blurRad="38100" dist="38100" dir="2700000" algn="tl">
                    <a:srgbClr val="000000"/>
                  </a:outerShdw>
                </a:effectLst>
                <a:latin typeface="Garamond" panose="02020404030301010803" pitchFamily="18" charset="0"/>
              </a:defRPr>
            </a:lvl4pPr>
            <a:lvl5pPr algn="ctr">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3200" dirty="0">
                <a:solidFill>
                  <a:schemeClr val="tx1"/>
                </a:solidFill>
                <a:effectLst/>
                <a:latin typeface="Roboto" pitchFamily="2" charset="0"/>
                <a:ea typeface="Roboto" pitchFamily="2" charset="0"/>
              </a:rPr>
              <a:t>Implementation of Graph Search : </a:t>
            </a:r>
            <a:r>
              <a:rPr lang="en-US" altLang="en-US" sz="3200" dirty="0">
                <a:solidFill>
                  <a:srgbClr val="C00000"/>
                </a:solidFill>
                <a:effectLst/>
                <a:latin typeface="Roboto" pitchFamily="2" charset="0"/>
                <a:ea typeface="Roboto" pitchFamily="2" charset="0"/>
              </a:rPr>
              <a:t>Backtracking</a:t>
            </a:r>
          </a:p>
        </p:txBody>
      </p:sp>
      <p:sp>
        <p:nvSpPr>
          <p:cNvPr id="6" name="Rectangle 5"/>
          <p:cNvSpPr/>
          <p:nvPr/>
        </p:nvSpPr>
        <p:spPr>
          <a:xfrm>
            <a:off x="457200" y="1524000"/>
            <a:ext cx="8382000" cy="4555093"/>
          </a:xfrm>
          <a:prstGeom prst="rect">
            <a:avLst/>
          </a:prstGeom>
        </p:spPr>
        <p:txBody>
          <a:bodyPr wrap="square">
            <a:spAutoFit/>
          </a:bodyPr>
          <a:lstStyle/>
          <a:p>
            <a:pPr marL="285750" indent="-285750">
              <a:spcBef>
                <a:spcPct val="50000"/>
              </a:spcBef>
              <a:buFont typeface="Arial" panose="020B0604020202020204" pitchFamily="34" charset="0"/>
              <a:buChar char="•"/>
            </a:pPr>
            <a:r>
              <a:rPr lang="en-US" altLang="en-US" sz="2000" dirty="0"/>
              <a:t>The algorithm begins at start state, pursue a path until reaches either a goal or a dead end</a:t>
            </a:r>
          </a:p>
          <a:p>
            <a:pPr marL="285750" indent="-285750">
              <a:spcBef>
                <a:spcPct val="50000"/>
              </a:spcBef>
              <a:buFont typeface="Arial" panose="020B0604020202020204" pitchFamily="34" charset="0"/>
              <a:buChar char="•"/>
            </a:pPr>
            <a:r>
              <a:rPr lang="en-US" altLang="en-US" sz="2000" dirty="0"/>
              <a:t>If it finds a goal, it returns the path</a:t>
            </a:r>
          </a:p>
          <a:p>
            <a:pPr marL="285750" indent="-285750">
              <a:spcBef>
                <a:spcPct val="50000"/>
              </a:spcBef>
              <a:buFont typeface="Arial" panose="020B0604020202020204" pitchFamily="34" charset="0"/>
              <a:buChar char="•"/>
            </a:pPr>
            <a:r>
              <a:rPr lang="en-US" altLang="en-US" sz="2000" dirty="0"/>
              <a:t>It finds a </a:t>
            </a:r>
            <a:r>
              <a:rPr lang="en-US" altLang="en-US" sz="2000" dirty="0">
                <a:solidFill>
                  <a:srgbClr val="FF0000"/>
                </a:solidFill>
              </a:rPr>
              <a:t>dead end</a:t>
            </a:r>
            <a:r>
              <a:rPr lang="en-US" altLang="en-US" sz="2000" dirty="0"/>
              <a:t>:</a:t>
            </a:r>
          </a:p>
          <a:p>
            <a:pPr marL="742950" lvl="1" indent="-285750">
              <a:spcBef>
                <a:spcPct val="50000"/>
              </a:spcBef>
              <a:buFont typeface="Arial" panose="020B0604020202020204" pitchFamily="34" charset="0"/>
              <a:buChar char="•"/>
            </a:pPr>
            <a:r>
              <a:rPr lang="en-US" altLang="en-US" sz="2000" dirty="0"/>
              <a:t>It backtracks to the most recent node on the path (node S)</a:t>
            </a:r>
          </a:p>
          <a:p>
            <a:pPr marL="742950" lvl="1" indent="-285750">
              <a:spcBef>
                <a:spcPct val="50000"/>
              </a:spcBef>
              <a:buFont typeface="Arial" panose="020B0604020202020204" pitchFamily="34" charset="0"/>
              <a:buChar char="•"/>
            </a:pPr>
            <a:r>
              <a:rPr lang="en-US" altLang="en-US" sz="2000" dirty="0"/>
              <a:t>Pursue a new path along one of unexamined child of node S</a:t>
            </a:r>
          </a:p>
          <a:p>
            <a:pPr marL="742950" lvl="1" indent="-285750">
              <a:spcBef>
                <a:spcPct val="50000"/>
              </a:spcBef>
              <a:buFont typeface="Arial" panose="020B0604020202020204" pitchFamily="34" charset="0"/>
              <a:buChar char="•"/>
            </a:pPr>
            <a:r>
              <a:rPr lang="en-US" altLang="en-US" sz="2000" dirty="0"/>
              <a:t>If the backtrack does not find a goal in this subgraph. Repeat the procedure for all siblings of node S</a:t>
            </a:r>
          </a:p>
          <a:p>
            <a:pPr marL="742950" lvl="1" indent="-285750">
              <a:spcBef>
                <a:spcPct val="50000"/>
              </a:spcBef>
              <a:buFont typeface="Arial" panose="020B0604020202020204" pitchFamily="34" charset="0"/>
              <a:buChar char="•"/>
            </a:pPr>
            <a:r>
              <a:rPr lang="en-US" altLang="en-US" sz="2000" dirty="0"/>
              <a:t>If none of the siblings leads to a goal. Then backtrack to the parent node of node S</a:t>
            </a:r>
          </a:p>
          <a:p>
            <a:pPr marL="742950" lvl="1" indent="-285750">
              <a:spcBef>
                <a:spcPct val="50000"/>
              </a:spcBef>
              <a:buFont typeface="Arial" panose="020B0604020202020204" pitchFamily="34" charset="0"/>
              <a:buChar char="•"/>
            </a:pPr>
            <a:r>
              <a:rPr lang="en-US" altLang="en-US" sz="2000" dirty="0"/>
              <a:t>The procedure may be applied to all siblings of node S, and so on</a:t>
            </a:r>
          </a:p>
        </p:txBody>
      </p:sp>
    </p:spTree>
    <p:extLst>
      <p:ext uri="{BB962C8B-B14F-4D97-AF65-F5344CB8AC3E}">
        <p14:creationId xmlns:p14="http://schemas.microsoft.com/office/powerpoint/2010/main" val="38831770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31</a:t>
            </a:fld>
            <a:endParaRPr lang="en-US"/>
          </a:p>
        </p:txBody>
      </p:sp>
      <p:sp>
        <p:nvSpPr>
          <p:cNvPr id="5" name="Rectangle 5"/>
          <p:cNvSpPr>
            <a:spLocks noChangeArrowheads="1"/>
          </p:cNvSpPr>
          <p:nvPr/>
        </p:nvSpPr>
        <p:spPr bwMode="auto">
          <a:xfrm>
            <a:off x="0" y="457200"/>
            <a:ext cx="9144000" cy="6858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chor="ctr" anchorCtr="1"/>
          <a:lstStyle>
            <a:lvl1pPr algn="ctr">
              <a:defRPr sz="4400" b="1">
                <a:solidFill>
                  <a:schemeClr val="tx2"/>
                </a:solidFill>
                <a:effectLst>
                  <a:outerShdw blurRad="38100" dist="38100" dir="2700000" algn="tl">
                    <a:srgbClr val="000000"/>
                  </a:outerShdw>
                </a:effectLst>
                <a:latin typeface="Garamond" panose="02020404030301010803" pitchFamily="18" charset="0"/>
              </a:defRPr>
            </a:lvl1pPr>
            <a:lvl2pPr algn="ctr">
              <a:defRPr sz="4400" b="1">
                <a:solidFill>
                  <a:schemeClr val="tx2"/>
                </a:solidFill>
                <a:effectLst>
                  <a:outerShdw blurRad="38100" dist="38100" dir="2700000" algn="tl">
                    <a:srgbClr val="000000"/>
                  </a:outerShdw>
                </a:effectLst>
                <a:latin typeface="Garamond" panose="02020404030301010803" pitchFamily="18" charset="0"/>
              </a:defRPr>
            </a:lvl2pPr>
            <a:lvl3pPr algn="ctr">
              <a:defRPr sz="4400" b="1">
                <a:solidFill>
                  <a:schemeClr val="tx2"/>
                </a:solidFill>
                <a:effectLst>
                  <a:outerShdw blurRad="38100" dist="38100" dir="2700000" algn="tl">
                    <a:srgbClr val="000000"/>
                  </a:outerShdw>
                </a:effectLst>
                <a:latin typeface="Garamond" panose="02020404030301010803" pitchFamily="18" charset="0"/>
              </a:defRPr>
            </a:lvl3pPr>
            <a:lvl4pPr algn="ctr">
              <a:defRPr sz="4400" b="1">
                <a:solidFill>
                  <a:schemeClr val="tx2"/>
                </a:solidFill>
                <a:effectLst>
                  <a:outerShdw blurRad="38100" dist="38100" dir="2700000" algn="tl">
                    <a:srgbClr val="000000"/>
                  </a:outerShdw>
                </a:effectLst>
                <a:latin typeface="Garamond" panose="02020404030301010803" pitchFamily="18" charset="0"/>
              </a:defRPr>
            </a:lvl4pPr>
            <a:lvl5pPr algn="ctr">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3400" dirty="0">
                <a:solidFill>
                  <a:schemeClr val="tx1"/>
                </a:solidFill>
                <a:effectLst/>
                <a:latin typeface="Roboto" pitchFamily="2" charset="0"/>
                <a:ea typeface="Roboto" pitchFamily="2" charset="0"/>
              </a:rPr>
              <a:t>Implementation of Graph Search</a:t>
            </a:r>
            <a:endParaRPr lang="en-US" altLang="en-US" sz="3400" dirty="0">
              <a:solidFill>
                <a:srgbClr val="C00000"/>
              </a:solidFill>
              <a:effectLst/>
              <a:latin typeface="Roboto" pitchFamily="2" charset="0"/>
              <a:ea typeface="Roboto" pitchFamily="2" charset="0"/>
            </a:endParaRPr>
          </a:p>
        </p:txBody>
      </p:sp>
      <p:sp>
        <p:nvSpPr>
          <p:cNvPr id="6" name="Rectangle 5"/>
          <p:cNvSpPr/>
          <p:nvPr/>
        </p:nvSpPr>
        <p:spPr>
          <a:xfrm>
            <a:off x="190500" y="1458754"/>
            <a:ext cx="8763000" cy="5170646"/>
          </a:xfrm>
          <a:prstGeom prst="rect">
            <a:avLst/>
          </a:prstGeom>
        </p:spPr>
        <p:txBody>
          <a:bodyPr wrap="square">
            <a:spAutoFit/>
          </a:bodyPr>
          <a:lstStyle/>
          <a:p>
            <a:pPr marL="285750" indent="-285750">
              <a:spcBef>
                <a:spcPct val="50000"/>
              </a:spcBef>
              <a:buFont typeface="Arial" panose="020B0604020202020204" pitchFamily="34" charset="0"/>
              <a:buChar char="•"/>
            </a:pPr>
            <a:r>
              <a:rPr lang="en-US" altLang="en-US" sz="2000" dirty="0"/>
              <a:t>An algorithm which performs a backtrack search uses three lists to keep track of nodes in the state space. It begins search at start state and continues until it reaches a GOAL or ‘</a:t>
            </a:r>
            <a:r>
              <a:rPr lang="en-US" altLang="en-US" sz="2000" dirty="0">
                <a:solidFill>
                  <a:srgbClr val="FF0000"/>
                </a:solidFill>
              </a:rPr>
              <a:t>DEAD END</a:t>
            </a:r>
            <a:r>
              <a:rPr lang="en-US" altLang="en-US" sz="2000" dirty="0"/>
              <a:t>’</a:t>
            </a:r>
          </a:p>
          <a:p>
            <a:pPr marL="285750" indent="-285750">
              <a:spcBef>
                <a:spcPct val="50000"/>
              </a:spcBef>
              <a:buFont typeface="Arial" panose="020B0604020202020204" pitchFamily="34" charset="0"/>
              <a:buChar char="•"/>
            </a:pPr>
            <a:r>
              <a:rPr lang="en-US" altLang="en-US" sz="2000" dirty="0"/>
              <a:t>If found GOAL, it quits and return solution path. If found dead-end, it backtracks to the most recent unvisited nodes. </a:t>
            </a:r>
          </a:p>
          <a:p>
            <a:pPr marL="285750" indent="-285750">
              <a:spcBef>
                <a:spcPct val="50000"/>
              </a:spcBef>
              <a:buFont typeface="Arial" panose="020B0604020202020204" pitchFamily="34" charset="0"/>
              <a:buChar char="•"/>
            </a:pPr>
            <a:r>
              <a:rPr lang="en-US" altLang="en-US" sz="2000" dirty="0"/>
              <a:t>Use lists to keep track nodes in state space: </a:t>
            </a:r>
          </a:p>
          <a:p>
            <a:pPr marL="742950" lvl="1" indent="-285750">
              <a:buFont typeface="Arial" panose="020B0604020202020204" pitchFamily="34" charset="0"/>
              <a:buChar char="•"/>
            </a:pPr>
            <a:r>
              <a:rPr lang="en-US" altLang="en-US" sz="2000" dirty="0">
                <a:solidFill>
                  <a:srgbClr val="008000"/>
                </a:solidFill>
              </a:rPr>
              <a:t>STATE LIST(SL): </a:t>
            </a:r>
            <a:r>
              <a:rPr lang="en-US" altLang="en-US" sz="2000" dirty="0"/>
              <a:t>current path tried</a:t>
            </a:r>
          </a:p>
          <a:p>
            <a:pPr marL="742950" lvl="1" indent="-285750">
              <a:buFont typeface="Arial" panose="020B0604020202020204" pitchFamily="34" charset="0"/>
              <a:buChar char="•"/>
            </a:pPr>
            <a:r>
              <a:rPr lang="en-US" altLang="en-US" sz="2000" dirty="0">
                <a:solidFill>
                  <a:srgbClr val="3898B2"/>
                </a:solidFill>
              </a:rPr>
              <a:t>NEW STATE LIST(NSTL): </a:t>
            </a:r>
            <a:r>
              <a:rPr lang="en-US" altLang="en-US" sz="2000" dirty="0"/>
              <a:t>nodes to be visited</a:t>
            </a:r>
          </a:p>
          <a:p>
            <a:pPr marL="742950" lvl="1" indent="-285750">
              <a:buFont typeface="Arial" panose="020B0604020202020204" pitchFamily="34" charset="0"/>
              <a:buChar char="•"/>
            </a:pPr>
            <a:r>
              <a:rPr lang="en-US" altLang="en-US" sz="2000" dirty="0">
                <a:solidFill>
                  <a:schemeClr val="accent6">
                    <a:lumMod val="75000"/>
                  </a:schemeClr>
                </a:solidFill>
              </a:rPr>
              <a:t>DEAD END (DE): </a:t>
            </a:r>
            <a:r>
              <a:rPr lang="en-US" altLang="en-US" sz="2000" dirty="0"/>
              <a:t>states failed nodes and eliminated from evaluation</a:t>
            </a:r>
          </a:p>
          <a:p>
            <a:pPr marL="285750" indent="-285750">
              <a:spcBef>
                <a:spcPct val="50000"/>
              </a:spcBef>
              <a:buFont typeface="Arial" panose="020B0604020202020204" pitchFamily="34" charset="0"/>
              <a:buChar char="•"/>
            </a:pPr>
            <a:r>
              <a:rPr lang="en-US" altLang="en-US" sz="2000" dirty="0"/>
              <a:t>To avoid re-entry of a state already occurred (to avoid loops), each newly generated state is tested for membership in above lists. If new state belongs to any of these lists, it has already been visited so may be ignored.</a:t>
            </a:r>
          </a:p>
          <a:p>
            <a:pPr marL="285750" indent="-285750">
              <a:spcBef>
                <a:spcPct val="50000"/>
              </a:spcBef>
              <a:buFont typeface="Arial" panose="020B0604020202020204" pitchFamily="34" charset="0"/>
              <a:buChar char="•"/>
            </a:pPr>
            <a:r>
              <a:rPr lang="en-US" altLang="en-US" sz="2000" dirty="0"/>
              <a:t>Advantage: keep track states in search; breadth-first, depth-first and best-first exploits this idea in backtracking</a:t>
            </a:r>
          </a:p>
        </p:txBody>
      </p:sp>
    </p:spTree>
    <p:extLst>
      <p:ext uri="{BB962C8B-B14F-4D97-AF65-F5344CB8AC3E}">
        <p14:creationId xmlns:p14="http://schemas.microsoft.com/office/powerpoint/2010/main" val="11726734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32</a:t>
            </a:fld>
            <a:endParaRPr lang="en-US"/>
          </a:p>
        </p:txBody>
      </p:sp>
      <p:sp>
        <p:nvSpPr>
          <p:cNvPr id="5" name="Rectangle 5"/>
          <p:cNvSpPr>
            <a:spLocks noChangeArrowheads="1"/>
          </p:cNvSpPr>
          <p:nvPr/>
        </p:nvSpPr>
        <p:spPr bwMode="auto">
          <a:xfrm>
            <a:off x="0" y="457200"/>
            <a:ext cx="9144000" cy="6858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chor="ctr" anchorCtr="1"/>
          <a:lstStyle>
            <a:lvl1pPr algn="ctr">
              <a:defRPr sz="4400" b="1">
                <a:solidFill>
                  <a:schemeClr val="tx2"/>
                </a:solidFill>
                <a:effectLst>
                  <a:outerShdw blurRad="38100" dist="38100" dir="2700000" algn="tl">
                    <a:srgbClr val="000000"/>
                  </a:outerShdw>
                </a:effectLst>
                <a:latin typeface="Garamond" panose="02020404030301010803" pitchFamily="18" charset="0"/>
              </a:defRPr>
            </a:lvl1pPr>
            <a:lvl2pPr algn="ctr">
              <a:defRPr sz="4400" b="1">
                <a:solidFill>
                  <a:schemeClr val="tx2"/>
                </a:solidFill>
                <a:effectLst>
                  <a:outerShdw blurRad="38100" dist="38100" dir="2700000" algn="tl">
                    <a:srgbClr val="000000"/>
                  </a:outerShdw>
                </a:effectLst>
                <a:latin typeface="Garamond" panose="02020404030301010803" pitchFamily="18" charset="0"/>
              </a:defRPr>
            </a:lvl2pPr>
            <a:lvl3pPr algn="ctr">
              <a:defRPr sz="4400" b="1">
                <a:solidFill>
                  <a:schemeClr val="tx2"/>
                </a:solidFill>
                <a:effectLst>
                  <a:outerShdw blurRad="38100" dist="38100" dir="2700000" algn="tl">
                    <a:srgbClr val="000000"/>
                  </a:outerShdw>
                </a:effectLst>
                <a:latin typeface="Garamond" panose="02020404030301010803" pitchFamily="18" charset="0"/>
              </a:defRPr>
            </a:lvl3pPr>
            <a:lvl4pPr algn="ctr">
              <a:defRPr sz="4400" b="1">
                <a:solidFill>
                  <a:schemeClr val="tx2"/>
                </a:solidFill>
                <a:effectLst>
                  <a:outerShdw blurRad="38100" dist="38100" dir="2700000" algn="tl">
                    <a:srgbClr val="000000"/>
                  </a:outerShdw>
                </a:effectLst>
                <a:latin typeface="Garamond" panose="02020404030301010803" pitchFamily="18" charset="0"/>
              </a:defRPr>
            </a:lvl4pPr>
            <a:lvl5pPr algn="ctr">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3400" dirty="0">
                <a:solidFill>
                  <a:schemeClr val="tx1"/>
                </a:solidFill>
                <a:effectLst/>
                <a:latin typeface="Roboto" pitchFamily="2" charset="0"/>
                <a:ea typeface="Roboto" pitchFamily="2" charset="0"/>
              </a:rPr>
              <a:t>Implementation of Graph Search</a:t>
            </a:r>
            <a:endParaRPr lang="en-US" altLang="en-US" sz="3400" dirty="0">
              <a:solidFill>
                <a:srgbClr val="C00000"/>
              </a:solidFill>
              <a:effectLst/>
              <a:latin typeface="Roboto" pitchFamily="2" charset="0"/>
              <a:ea typeface="Roboto" pitchFamily="2" charset="0"/>
            </a:endParaRPr>
          </a:p>
        </p:txBody>
      </p:sp>
      <p:pic>
        <p:nvPicPr>
          <p:cNvPr id="6"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183777" y="1480111"/>
            <a:ext cx="4693023" cy="487580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 name="Picture 9"/>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a:xfrm>
            <a:off x="5086350" y="1752600"/>
            <a:ext cx="4038600" cy="3937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8834702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33</a:t>
            </a:fld>
            <a:endParaRPr lang="en-US"/>
          </a:p>
        </p:txBody>
      </p:sp>
      <p:sp>
        <p:nvSpPr>
          <p:cNvPr id="5" name="Rectangle 5"/>
          <p:cNvSpPr>
            <a:spLocks noChangeArrowheads="1"/>
          </p:cNvSpPr>
          <p:nvPr/>
        </p:nvSpPr>
        <p:spPr bwMode="auto">
          <a:xfrm>
            <a:off x="0" y="457200"/>
            <a:ext cx="9144000" cy="6858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chor="ctr" anchorCtr="1"/>
          <a:lstStyle>
            <a:lvl1pPr algn="ctr">
              <a:defRPr sz="4400" b="1">
                <a:solidFill>
                  <a:schemeClr val="tx2"/>
                </a:solidFill>
                <a:effectLst>
                  <a:outerShdw blurRad="38100" dist="38100" dir="2700000" algn="tl">
                    <a:srgbClr val="000000"/>
                  </a:outerShdw>
                </a:effectLst>
                <a:latin typeface="Garamond" panose="02020404030301010803" pitchFamily="18" charset="0"/>
              </a:defRPr>
            </a:lvl1pPr>
            <a:lvl2pPr algn="ctr">
              <a:defRPr sz="4400" b="1">
                <a:solidFill>
                  <a:schemeClr val="tx2"/>
                </a:solidFill>
                <a:effectLst>
                  <a:outerShdw blurRad="38100" dist="38100" dir="2700000" algn="tl">
                    <a:srgbClr val="000000"/>
                  </a:outerShdw>
                </a:effectLst>
                <a:latin typeface="Garamond" panose="02020404030301010803" pitchFamily="18" charset="0"/>
              </a:defRPr>
            </a:lvl2pPr>
            <a:lvl3pPr algn="ctr">
              <a:defRPr sz="4400" b="1">
                <a:solidFill>
                  <a:schemeClr val="tx2"/>
                </a:solidFill>
                <a:effectLst>
                  <a:outerShdw blurRad="38100" dist="38100" dir="2700000" algn="tl">
                    <a:srgbClr val="000000"/>
                  </a:outerShdw>
                </a:effectLst>
                <a:latin typeface="Garamond" panose="02020404030301010803" pitchFamily="18" charset="0"/>
              </a:defRPr>
            </a:lvl3pPr>
            <a:lvl4pPr algn="ctr">
              <a:defRPr sz="4400" b="1">
                <a:solidFill>
                  <a:schemeClr val="tx2"/>
                </a:solidFill>
                <a:effectLst>
                  <a:outerShdw blurRad="38100" dist="38100" dir="2700000" algn="tl">
                    <a:srgbClr val="000000"/>
                  </a:outerShdw>
                </a:effectLst>
                <a:latin typeface="Garamond" panose="02020404030301010803" pitchFamily="18" charset="0"/>
              </a:defRPr>
            </a:lvl4pPr>
            <a:lvl5pPr algn="ctr">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3400" dirty="0">
                <a:solidFill>
                  <a:schemeClr val="tx1"/>
                </a:solidFill>
                <a:effectLst/>
                <a:latin typeface="Roboto" pitchFamily="2" charset="0"/>
                <a:ea typeface="Roboto" pitchFamily="2" charset="0"/>
              </a:rPr>
              <a:t>Implementation of Graph Search</a:t>
            </a:r>
            <a:endParaRPr lang="en-US" altLang="en-US" sz="3400" dirty="0">
              <a:solidFill>
                <a:srgbClr val="C00000"/>
              </a:solidFill>
              <a:effectLst/>
              <a:latin typeface="Roboto" pitchFamily="2" charset="0"/>
              <a:ea typeface="Roboto" pitchFamily="2" charset="0"/>
            </a:endParaRPr>
          </a:p>
        </p:txBody>
      </p:sp>
      <p:sp>
        <p:nvSpPr>
          <p:cNvPr id="7" name="Text Box 4"/>
          <p:cNvSpPr txBox="1">
            <a:spLocks noChangeArrowheads="1"/>
          </p:cNvSpPr>
          <p:nvPr/>
        </p:nvSpPr>
        <p:spPr bwMode="auto">
          <a:xfrm>
            <a:off x="0" y="1447800"/>
            <a:ext cx="91440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435100" indent="-14351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r>
              <a:rPr lang="en-US" altLang="en-US" sz="1600" dirty="0">
                <a:solidFill>
                  <a:srgbClr val="C00000"/>
                </a:solidFill>
                <a:latin typeface="Arial" panose="020B0604020202020204" pitchFamily="34" charset="0"/>
              </a:rPr>
              <a:t>Backtracking search </a:t>
            </a:r>
            <a:r>
              <a:rPr lang="en-US" altLang="en-US" sz="1600" dirty="0">
                <a:latin typeface="Arial" panose="020B0604020202020204" pitchFamily="34" charset="0"/>
              </a:rPr>
              <a:t>of a hypothetical state space.</a:t>
            </a:r>
          </a:p>
        </p:txBody>
      </p:sp>
      <p:pic>
        <p:nvPicPr>
          <p:cNvPr id="9" name="Picture 5"/>
          <p:cNvPicPr>
            <a:picLocks noChangeAspect="1" noChangeArrowheads="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200" y="2072417"/>
            <a:ext cx="3810000" cy="4402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5277" y="1808394"/>
            <a:ext cx="4562475" cy="4666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 name="Group 17"/>
          <p:cNvGrpSpPr/>
          <p:nvPr/>
        </p:nvGrpSpPr>
        <p:grpSpPr>
          <a:xfrm>
            <a:off x="5562600" y="2072417"/>
            <a:ext cx="1447800" cy="525645"/>
            <a:chOff x="5562600" y="2072417"/>
            <a:chExt cx="1447800" cy="525645"/>
          </a:xfrm>
        </p:grpSpPr>
        <p:sp>
          <p:nvSpPr>
            <p:cNvPr id="11" name="Oval 7"/>
            <p:cNvSpPr>
              <a:spLocks noChangeArrowheads="1"/>
            </p:cNvSpPr>
            <p:nvPr/>
          </p:nvSpPr>
          <p:spPr bwMode="auto">
            <a:xfrm>
              <a:off x="5562600" y="2072417"/>
              <a:ext cx="1447800" cy="297046"/>
            </a:xfrm>
            <a:prstGeom prst="rect">
              <a:avLst/>
            </a:prstGeom>
            <a:solidFill>
              <a:srgbClr val="008000"/>
            </a:solidFill>
            <a:ln w="9525">
              <a:noFill/>
              <a:round/>
              <a:headEnd/>
              <a:tailEnd/>
            </a:ln>
            <a:effectLst/>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r>
                <a:rPr lang="en-US" altLang="en-US" dirty="0">
                  <a:solidFill>
                    <a:schemeClr val="bg1"/>
                  </a:solidFill>
                  <a:latin typeface="+mn-lt"/>
                </a:rPr>
                <a:t>Current node</a:t>
              </a:r>
            </a:p>
          </p:txBody>
        </p:sp>
        <p:sp>
          <p:nvSpPr>
            <p:cNvPr id="13" name="Line 9"/>
            <p:cNvSpPr>
              <a:spLocks noChangeShapeType="1"/>
            </p:cNvSpPr>
            <p:nvPr/>
          </p:nvSpPr>
          <p:spPr bwMode="auto">
            <a:xfrm>
              <a:off x="6400799" y="2286000"/>
              <a:ext cx="259978" cy="312062"/>
            </a:xfrm>
            <a:prstGeom prst="line">
              <a:avLst/>
            </a:prstGeom>
            <a:noFill/>
            <a:ln w="3810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19" name="Group 18"/>
          <p:cNvGrpSpPr/>
          <p:nvPr/>
        </p:nvGrpSpPr>
        <p:grpSpPr>
          <a:xfrm>
            <a:off x="7315200" y="2072417"/>
            <a:ext cx="1447800" cy="525646"/>
            <a:chOff x="7315200" y="2072417"/>
            <a:chExt cx="1447800" cy="525646"/>
          </a:xfrm>
        </p:grpSpPr>
        <p:sp>
          <p:nvSpPr>
            <p:cNvPr id="12" name="Oval 8"/>
            <p:cNvSpPr>
              <a:spLocks noChangeArrowheads="1"/>
            </p:cNvSpPr>
            <p:nvPr/>
          </p:nvSpPr>
          <p:spPr bwMode="auto">
            <a:xfrm>
              <a:off x="7315200" y="2072417"/>
              <a:ext cx="1447800" cy="297046"/>
            </a:xfrm>
            <a:prstGeom prst="rect">
              <a:avLst/>
            </a:prstGeom>
            <a:solidFill>
              <a:srgbClr val="3898B2"/>
            </a:solidFill>
            <a:ln w="9525">
              <a:noFill/>
              <a:round/>
              <a:headEnd/>
              <a:tailEnd/>
            </a:ln>
            <a:effectLst/>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r>
                <a:rPr lang="en-US" altLang="en-US" dirty="0">
                  <a:solidFill>
                    <a:schemeClr val="bg1"/>
                  </a:solidFill>
                  <a:latin typeface="+mn-lt"/>
                </a:rPr>
                <a:t>Node to visit</a:t>
              </a:r>
            </a:p>
          </p:txBody>
        </p:sp>
        <p:sp>
          <p:nvSpPr>
            <p:cNvPr id="17" name="Line 9"/>
            <p:cNvSpPr>
              <a:spLocks noChangeShapeType="1"/>
            </p:cNvSpPr>
            <p:nvPr/>
          </p:nvSpPr>
          <p:spPr bwMode="auto">
            <a:xfrm flipH="1">
              <a:off x="7619999" y="2286000"/>
              <a:ext cx="387723" cy="312063"/>
            </a:xfrm>
            <a:prstGeom prst="line">
              <a:avLst/>
            </a:prstGeom>
            <a:noFill/>
            <a:ln w="38100">
              <a:solidFill>
                <a:srgbClr val="3898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21" name="Group 20"/>
          <p:cNvGrpSpPr/>
          <p:nvPr/>
        </p:nvGrpSpPr>
        <p:grpSpPr>
          <a:xfrm>
            <a:off x="5247321" y="5807148"/>
            <a:ext cx="924879" cy="517452"/>
            <a:chOff x="5247321" y="5807148"/>
            <a:chExt cx="924879" cy="517452"/>
          </a:xfrm>
        </p:grpSpPr>
        <p:sp>
          <p:nvSpPr>
            <p:cNvPr id="15" name="Oval 11"/>
            <p:cNvSpPr>
              <a:spLocks noChangeArrowheads="1"/>
            </p:cNvSpPr>
            <p:nvPr/>
          </p:nvSpPr>
          <p:spPr bwMode="auto">
            <a:xfrm>
              <a:off x="5247321" y="5807148"/>
              <a:ext cx="673868" cy="338592"/>
            </a:xfrm>
            <a:prstGeom prst="rect">
              <a:avLst/>
            </a:prstGeom>
            <a:solidFill>
              <a:srgbClr val="9D3B38"/>
            </a:solidFill>
            <a:ln w="9525">
              <a:noFill/>
              <a:round/>
              <a:headEnd/>
              <a:tailEnd/>
            </a:ln>
            <a:effectLst/>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a:r>
                <a:rPr lang="en-US" altLang="en-US" sz="2000" dirty="0">
                  <a:solidFill>
                    <a:schemeClr val="bg1"/>
                  </a:solidFill>
                  <a:latin typeface="+mn-lt"/>
                </a:rPr>
                <a:t>Goal</a:t>
              </a:r>
            </a:p>
          </p:txBody>
        </p:sp>
        <p:sp>
          <p:nvSpPr>
            <p:cNvPr id="20" name="Line 9"/>
            <p:cNvSpPr>
              <a:spLocks noChangeShapeType="1"/>
            </p:cNvSpPr>
            <p:nvPr/>
          </p:nvSpPr>
          <p:spPr bwMode="auto">
            <a:xfrm>
              <a:off x="5867400" y="6096000"/>
              <a:ext cx="304800" cy="228600"/>
            </a:xfrm>
            <a:prstGeom prst="line">
              <a:avLst/>
            </a:prstGeom>
            <a:noFill/>
            <a:ln w="38100">
              <a:solidFill>
                <a:srgbClr val="9D3B3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Tree>
    <p:extLst>
      <p:ext uri="{BB962C8B-B14F-4D97-AF65-F5344CB8AC3E}">
        <p14:creationId xmlns:p14="http://schemas.microsoft.com/office/powerpoint/2010/main" val="2018089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34</a:t>
            </a:fld>
            <a:endParaRPr lang="en-US"/>
          </a:p>
        </p:txBody>
      </p:sp>
      <p:sp>
        <p:nvSpPr>
          <p:cNvPr id="5" name="Rectangle 5"/>
          <p:cNvSpPr>
            <a:spLocks noChangeArrowheads="1"/>
          </p:cNvSpPr>
          <p:nvPr/>
        </p:nvSpPr>
        <p:spPr bwMode="auto">
          <a:xfrm>
            <a:off x="0" y="457200"/>
            <a:ext cx="9144000" cy="6858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chor="ctr" anchorCtr="1"/>
          <a:lstStyle>
            <a:lvl1pPr algn="ctr">
              <a:defRPr sz="4400" b="1">
                <a:solidFill>
                  <a:schemeClr val="tx2"/>
                </a:solidFill>
                <a:effectLst>
                  <a:outerShdw blurRad="38100" dist="38100" dir="2700000" algn="tl">
                    <a:srgbClr val="000000"/>
                  </a:outerShdw>
                </a:effectLst>
                <a:latin typeface="Garamond" panose="02020404030301010803" pitchFamily="18" charset="0"/>
              </a:defRPr>
            </a:lvl1pPr>
            <a:lvl2pPr algn="ctr">
              <a:defRPr sz="4400" b="1">
                <a:solidFill>
                  <a:schemeClr val="tx2"/>
                </a:solidFill>
                <a:effectLst>
                  <a:outerShdw blurRad="38100" dist="38100" dir="2700000" algn="tl">
                    <a:srgbClr val="000000"/>
                  </a:outerShdw>
                </a:effectLst>
                <a:latin typeface="Garamond" panose="02020404030301010803" pitchFamily="18" charset="0"/>
              </a:defRPr>
            </a:lvl2pPr>
            <a:lvl3pPr algn="ctr">
              <a:defRPr sz="4400" b="1">
                <a:solidFill>
                  <a:schemeClr val="tx2"/>
                </a:solidFill>
                <a:effectLst>
                  <a:outerShdw blurRad="38100" dist="38100" dir="2700000" algn="tl">
                    <a:srgbClr val="000000"/>
                  </a:outerShdw>
                </a:effectLst>
                <a:latin typeface="Garamond" panose="02020404030301010803" pitchFamily="18" charset="0"/>
              </a:defRPr>
            </a:lvl3pPr>
            <a:lvl4pPr algn="ctr">
              <a:defRPr sz="4400" b="1">
                <a:solidFill>
                  <a:schemeClr val="tx2"/>
                </a:solidFill>
                <a:effectLst>
                  <a:outerShdw blurRad="38100" dist="38100" dir="2700000" algn="tl">
                    <a:srgbClr val="000000"/>
                  </a:outerShdw>
                </a:effectLst>
                <a:latin typeface="Garamond" panose="02020404030301010803" pitchFamily="18" charset="0"/>
              </a:defRPr>
            </a:lvl4pPr>
            <a:lvl5pPr algn="ctr">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3400" dirty="0">
                <a:solidFill>
                  <a:schemeClr val="tx1"/>
                </a:solidFill>
                <a:effectLst/>
                <a:latin typeface="Roboto" pitchFamily="2" charset="0"/>
                <a:ea typeface="Roboto" pitchFamily="2" charset="0"/>
              </a:rPr>
              <a:t>Implementation of Graph Search</a:t>
            </a:r>
            <a:endParaRPr lang="en-US" altLang="en-US" sz="3400" dirty="0">
              <a:solidFill>
                <a:srgbClr val="C00000"/>
              </a:solidFill>
              <a:effectLst/>
              <a:latin typeface="Roboto" pitchFamily="2" charset="0"/>
              <a:ea typeface="Roboto" pitchFamily="2" charset="0"/>
            </a:endParaRPr>
          </a:p>
        </p:txBody>
      </p:sp>
      <p:sp>
        <p:nvSpPr>
          <p:cNvPr id="6" name="Rectangle 5"/>
          <p:cNvSpPr/>
          <p:nvPr/>
        </p:nvSpPr>
        <p:spPr>
          <a:xfrm>
            <a:off x="0" y="1447800"/>
            <a:ext cx="9144000" cy="538609"/>
          </a:xfrm>
          <a:prstGeom prst="rect">
            <a:avLst/>
          </a:prstGeom>
        </p:spPr>
        <p:txBody>
          <a:bodyPr wrap="square">
            <a:spAutoFit/>
          </a:bodyPr>
          <a:lstStyle/>
          <a:p>
            <a:pPr algn="ctr"/>
            <a:r>
              <a:rPr lang="en-GB" sz="2900" b="1" dirty="0">
                <a:solidFill>
                  <a:srgbClr val="008000"/>
                </a:solidFill>
                <a:ea typeface="+mj-ea"/>
                <a:cs typeface="+mj-cs"/>
              </a:rPr>
              <a:t>Depth-First</a:t>
            </a:r>
            <a:r>
              <a:rPr lang="en-GB" sz="2900" b="1" dirty="0">
                <a:ea typeface="+mj-ea"/>
                <a:cs typeface="+mj-cs"/>
              </a:rPr>
              <a:t> and </a:t>
            </a:r>
            <a:r>
              <a:rPr lang="en-GB" sz="2900" b="1" dirty="0">
                <a:solidFill>
                  <a:srgbClr val="F79646"/>
                </a:solidFill>
                <a:ea typeface="+mj-ea"/>
                <a:cs typeface="+mj-cs"/>
              </a:rPr>
              <a:t>Breadth-First</a:t>
            </a:r>
            <a:r>
              <a:rPr lang="en-GB" sz="2900" b="1" dirty="0">
                <a:ea typeface="+mj-ea"/>
                <a:cs typeface="+mj-cs"/>
              </a:rPr>
              <a:t> Search</a:t>
            </a:r>
            <a:r>
              <a:rPr lang="en-GB" dirty="0">
                <a:latin typeface="Open Sans" panose="020B0606030504020204" pitchFamily="34" charset="0"/>
              </a:rPr>
              <a:t> </a:t>
            </a:r>
            <a:endParaRPr lang="en-GB" dirty="0"/>
          </a:p>
        </p:txBody>
      </p:sp>
      <p:sp>
        <p:nvSpPr>
          <p:cNvPr id="8" name="Rectangle 7"/>
          <p:cNvSpPr/>
          <p:nvPr/>
        </p:nvSpPr>
        <p:spPr>
          <a:xfrm>
            <a:off x="457201" y="1986409"/>
            <a:ext cx="8305800" cy="4247317"/>
          </a:xfrm>
          <a:prstGeom prst="rect">
            <a:avLst/>
          </a:prstGeom>
        </p:spPr>
        <p:txBody>
          <a:bodyPr wrap="square">
            <a:spAutoFit/>
          </a:bodyPr>
          <a:lstStyle/>
          <a:p>
            <a:pPr marL="342900" indent="-342900">
              <a:buFont typeface="Arial" panose="020B0604020202020204" pitchFamily="34" charset="0"/>
              <a:buChar char="•"/>
            </a:pPr>
            <a:r>
              <a:rPr lang="en-US" dirty="0"/>
              <a:t>In addition to specifying a search direction (data-driven or goal- driven), a search algorithm must determine the order in which states are examined in the tree or the graph. </a:t>
            </a:r>
          </a:p>
          <a:p>
            <a:pPr marL="342900" indent="-342900">
              <a:buFont typeface="Arial" panose="020B0604020202020204" pitchFamily="34" charset="0"/>
              <a:buChar char="•"/>
            </a:pPr>
            <a:r>
              <a:rPr lang="en-US" dirty="0"/>
              <a:t>We will considers two possibilities for the order in which the nodes of the graph are considered:-</a:t>
            </a:r>
          </a:p>
          <a:p>
            <a:pPr marL="800100" lvl="1" indent="-342900">
              <a:buFont typeface="Arial" panose="020B0604020202020204" pitchFamily="34" charset="0"/>
              <a:buChar char="•"/>
            </a:pPr>
            <a:r>
              <a:rPr lang="en-US" dirty="0">
                <a:solidFill>
                  <a:srgbClr val="008000"/>
                </a:solidFill>
              </a:rPr>
              <a:t>Depth-first search </a:t>
            </a:r>
          </a:p>
          <a:p>
            <a:pPr marL="800100" lvl="1" indent="-342900">
              <a:buFont typeface="Arial" panose="020B0604020202020204" pitchFamily="34" charset="0"/>
              <a:buChar char="•"/>
            </a:pPr>
            <a:r>
              <a:rPr lang="en-US" dirty="0"/>
              <a:t>Breadth-first search </a:t>
            </a:r>
          </a:p>
          <a:p>
            <a:pPr marL="342900" indent="-342900">
              <a:buFont typeface="Arial" panose="020B0604020202020204" pitchFamily="34" charset="0"/>
              <a:buChar char="•"/>
            </a:pPr>
            <a:r>
              <a:rPr lang="en-US" dirty="0">
                <a:solidFill>
                  <a:srgbClr val="008000"/>
                </a:solidFill>
              </a:rPr>
              <a:t>Depth-first search</a:t>
            </a:r>
            <a:r>
              <a:rPr lang="en-US" dirty="0"/>
              <a:t>, when a state is examined, all of its children and their descendants are examined before any of its siblings.</a:t>
            </a:r>
          </a:p>
          <a:p>
            <a:pPr marL="342900" indent="-342900">
              <a:buFont typeface="Arial" panose="020B0604020202020204" pitchFamily="34" charset="0"/>
              <a:buChar char="•"/>
            </a:pPr>
            <a:r>
              <a:rPr lang="en-US" dirty="0">
                <a:solidFill>
                  <a:srgbClr val="008000"/>
                </a:solidFill>
              </a:rPr>
              <a:t>Depth-first search </a:t>
            </a:r>
            <a:r>
              <a:rPr lang="en-US" dirty="0"/>
              <a:t>goes deeper into the search space whenever this is possible. Only when no further descendants of a state can be found are its siblings considered.</a:t>
            </a:r>
          </a:p>
          <a:p>
            <a:pPr marL="342900" indent="-342900">
              <a:buFont typeface="Arial" panose="020B0604020202020204" pitchFamily="34" charset="0"/>
              <a:buChar char="•"/>
            </a:pPr>
            <a:r>
              <a:rPr lang="en-US" dirty="0">
                <a:solidFill>
                  <a:srgbClr val="008000"/>
                </a:solidFill>
              </a:rPr>
              <a:t>Depth-first search </a:t>
            </a:r>
            <a:r>
              <a:rPr lang="en-US" dirty="0"/>
              <a:t>examines the states in the graph of Figure, in the order A, B, E, K, S, L, T, F, M, C, G, N, H, O, P, U, D, I, Q, J, R. </a:t>
            </a:r>
          </a:p>
          <a:p>
            <a:pPr marL="342900" indent="-342900">
              <a:buFont typeface="Arial" panose="020B0604020202020204" pitchFamily="34" charset="0"/>
              <a:buChar char="•"/>
            </a:pPr>
            <a:r>
              <a:rPr lang="en-US" dirty="0"/>
              <a:t>This search can be implemented with backtrack algorithm.</a:t>
            </a:r>
            <a:r>
              <a:rPr lang="en-US" dirty="0">
                <a:solidFill>
                  <a:srgbClr val="444444"/>
                </a:solidFill>
                <a:latin typeface="Open Sans" panose="020B0606030504020204" pitchFamily="34" charset="0"/>
              </a:rPr>
              <a:t> </a:t>
            </a:r>
            <a:endParaRPr lang="en-GB" dirty="0"/>
          </a:p>
        </p:txBody>
      </p:sp>
    </p:spTree>
    <p:extLst>
      <p:ext uri="{BB962C8B-B14F-4D97-AF65-F5344CB8AC3E}">
        <p14:creationId xmlns:p14="http://schemas.microsoft.com/office/powerpoint/2010/main" val="32159005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35</a:t>
            </a:fld>
            <a:endParaRPr lang="en-US"/>
          </a:p>
        </p:txBody>
      </p:sp>
      <p:sp>
        <p:nvSpPr>
          <p:cNvPr id="5" name="Rectangle 5"/>
          <p:cNvSpPr>
            <a:spLocks noChangeArrowheads="1"/>
          </p:cNvSpPr>
          <p:nvPr/>
        </p:nvSpPr>
        <p:spPr bwMode="auto">
          <a:xfrm>
            <a:off x="0" y="457200"/>
            <a:ext cx="9144000" cy="685800"/>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chor="ctr" anchorCtr="1"/>
          <a:lstStyle>
            <a:lvl1pPr algn="ctr">
              <a:defRPr sz="4400" b="1">
                <a:solidFill>
                  <a:schemeClr val="tx2"/>
                </a:solidFill>
                <a:effectLst>
                  <a:outerShdw blurRad="38100" dist="38100" dir="2700000" algn="tl">
                    <a:srgbClr val="000000"/>
                  </a:outerShdw>
                </a:effectLst>
                <a:latin typeface="Garamond" panose="02020404030301010803" pitchFamily="18" charset="0"/>
              </a:defRPr>
            </a:lvl1pPr>
            <a:lvl2pPr algn="ctr">
              <a:defRPr sz="4400" b="1">
                <a:solidFill>
                  <a:schemeClr val="tx2"/>
                </a:solidFill>
                <a:effectLst>
                  <a:outerShdw blurRad="38100" dist="38100" dir="2700000" algn="tl">
                    <a:srgbClr val="000000"/>
                  </a:outerShdw>
                </a:effectLst>
                <a:latin typeface="Garamond" panose="02020404030301010803" pitchFamily="18" charset="0"/>
              </a:defRPr>
            </a:lvl2pPr>
            <a:lvl3pPr algn="ctr">
              <a:defRPr sz="4400" b="1">
                <a:solidFill>
                  <a:schemeClr val="tx2"/>
                </a:solidFill>
                <a:effectLst>
                  <a:outerShdw blurRad="38100" dist="38100" dir="2700000" algn="tl">
                    <a:srgbClr val="000000"/>
                  </a:outerShdw>
                </a:effectLst>
                <a:latin typeface="Garamond" panose="02020404030301010803" pitchFamily="18" charset="0"/>
              </a:defRPr>
            </a:lvl3pPr>
            <a:lvl4pPr algn="ctr">
              <a:defRPr sz="4400" b="1">
                <a:solidFill>
                  <a:schemeClr val="tx2"/>
                </a:solidFill>
                <a:effectLst>
                  <a:outerShdw blurRad="38100" dist="38100" dir="2700000" algn="tl">
                    <a:srgbClr val="000000"/>
                  </a:outerShdw>
                </a:effectLst>
                <a:latin typeface="Garamond" panose="02020404030301010803" pitchFamily="18" charset="0"/>
              </a:defRPr>
            </a:lvl4pPr>
            <a:lvl5pPr algn="ctr">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3400" dirty="0">
                <a:solidFill>
                  <a:schemeClr val="tx1"/>
                </a:solidFill>
                <a:effectLst/>
                <a:latin typeface="Roboto" pitchFamily="2" charset="0"/>
                <a:ea typeface="Roboto" pitchFamily="2" charset="0"/>
              </a:rPr>
              <a:t>Implementation of Graph Search</a:t>
            </a:r>
            <a:endParaRPr lang="en-US" altLang="en-US" sz="3400" dirty="0">
              <a:solidFill>
                <a:srgbClr val="C00000"/>
              </a:solidFill>
              <a:effectLst/>
              <a:latin typeface="Roboto" pitchFamily="2" charset="0"/>
              <a:ea typeface="Roboto" pitchFamily="2" charset="0"/>
            </a:endParaRPr>
          </a:p>
        </p:txBody>
      </p:sp>
      <p:sp>
        <p:nvSpPr>
          <p:cNvPr id="6" name="Rectangle 5"/>
          <p:cNvSpPr/>
          <p:nvPr/>
        </p:nvSpPr>
        <p:spPr>
          <a:xfrm>
            <a:off x="0" y="1447800"/>
            <a:ext cx="9144000" cy="538609"/>
          </a:xfrm>
          <a:prstGeom prst="rect">
            <a:avLst/>
          </a:prstGeom>
        </p:spPr>
        <p:txBody>
          <a:bodyPr wrap="square">
            <a:spAutoFit/>
          </a:bodyPr>
          <a:lstStyle/>
          <a:p>
            <a:pPr algn="ctr"/>
            <a:r>
              <a:rPr lang="en-GB" sz="2900" b="1" dirty="0">
                <a:solidFill>
                  <a:srgbClr val="008000"/>
                </a:solidFill>
                <a:ea typeface="+mj-ea"/>
                <a:cs typeface="+mj-cs"/>
              </a:rPr>
              <a:t>Depth-First</a:t>
            </a:r>
            <a:r>
              <a:rPr lang="en-GB" sz="2900" b="1" dirty="0">
                <a:ea typeface="+mj-ea"/>
                <a:cs typeface="+mj-cs"/>
              </a:rPr>
              <a:t> and </a:t>
            </a:r>
            <a:r>
              <a:rPr lang="en-GB" sz="2900" b="1" dirty="0">
                <a:solidFill>
                  <a:srgbClr val="F79646"/>
                </a:solidFill>
                <a:ea typeface="+mj-ea"/>
                <a:cs typeface="+mj-cs"/>
              </a:rPr>
              <a:t>Breadth-First</a:t>
            </a:r>
            <a:r>
              <a:rPr lang="en-GB" sz="2900" b="1" dirty="0">
                <a:ea typeface="+mj-ea"/>
                <a:cs typeface="+mj-cs"/>
              </a:rPr>
              <a:t> Search</a:t>
            </a:r>
            <a:r>
              <a:rPr lang="en-GB" dirty="0">
                <a:latin typeface="Open Sans" panose="020B0606030504020204" pitchFamily="34" charset="0"/>
              </a:rPr>
              <a:t> </a:t>
            </a:r>
            <a:endParaRPr lang="en-GB" dirty="0"/>
          </a:p>
        </p:txBody>
      </p:sp>
      <p:sp>
        <p:nvSpPr>
          <p:cNvPr id="8" name="Rectangle 7"/>
          <p:cNvSpPr/>
          <p:nvPr/>
        </p:nvSpPr>
        <p:spPr>
          <a:xfrm>
            <a:off x="445851" y="2133600"/>
            <a:ext cx="8469549" cy="3754874"/>
          </a:xfrm>
          <a:prstGeom prst="rect">
            <a:avLst/>
          </a:prstGeom>
        </p:spPr>
        <p:txBody>
          <a:bodyPr wrap="square">
            <a:spAutoFit/>
          </a:bodyPr>
          <a:lstStyle/>
          <a:p>
            <a:pPr marL="342900" indent="-342900">
              <a:buFont typeface="Arial" panose="020B0604020202020204" pitchFamily="34" charset="0"/>
              <a:buChar char="•"/>
            </a:pPr>
            <a:r>
              <a:rPr lang="en-US" sz="2000" dirty="0">
                <a:solidFill>
                  <a:srgbClr val="F79646"/>
                </a:solidFill>
              </a:rPr>
              <a:t>Breadth-first search</a:t>
            </a:r>
            <a:r>
              <a:rPr lang="en-US" sz="2000" dirty="0"/>
              <a:t>, in contrast, explores the space in a level- by-level fashion. </a:t>
            </a:r>
          </a:p>
          <a:p>
            <a:pPr marL="342900" indent="-342900">
              <a:buFont typeface="Arial" panose="020B0604020202020204" pitchFamily="34" charset="0"/>
              <a:buChar char="•"/>
            </a:pPr>
            <a:r>
              <a:rPr lang="en-US" sz="2000" dirty="0"/>
              <a:t>Only when there are no more states to be explored at a given level does the algorithm move on to the next level. </a:t>
            </a:r>
          </a:p>
          <a:p>
            <a:pPr marL="342900" indent="-342900">
              <a:buFont typeface="Arial" panose="020B0604020202020204" pitchFamily="34" charset="0"/>
              <a:buChar char="•"/>
            </a:pPr>
            <a:r>
              <a:rPr lang="en-US" sz="2000" dirty="0"/>
              <a:t>A </a:t>
            </a:r>
            <a:r>
              <a:rPr lang="en-US" sz="2000" dirty="0">
                <a:solidFill>
                  <a:srgbClr val="F79646"/>
                </a:solidFill>
              </a:rPr>
              <a:t>breadth-first search </a:t>
            </a:r>
            <a:r>
              <a:rPr lang="en-US" sz="2000" dirty="0"/>
              <a:t>of the graph of Figure considers the states in the order A, B, C, D, E, F, G, H, I, J, K, L, M, N, O, P, Q, R, S, T, U. </a:t>
            </a:r>
          </a:p>
          <a:p>
            <a:pPr marL="342900" indent="-342900">
              <a:buFont typeface="Arial" panose="020B0604020202020204" pitchFamily="34" charset="0"/>
              <a:buChar char="•"/>
            </a:pPr>
            <a:r>
              <a:rPr lang="en-US" sz="2000" dirty="0"/>
              <a:t>We implement </a:t>
            </a:r>
            <a:r>
              <a:rPr lang="en-US" sz="2000" dirty="0">
                <a:solidFill>
                  <a:srgbClr val="F79646"/>
                </a:solidFill>
              </a:rPr>
              <a:t>breadth-first search </a:t>
            </a:r>
            <a:r>
              <a:rPr lang="en-US" sz="2000" dirty="0"/>
              <a:t>using lists, open and closed, to keep track of progress through the state space. Open, like NSL in backtrack, lists the states that have been generated but whose children have not been examined. The order in which states are removed from open determines the order of the search. </a:t>
            </a:r>
          </a:p>
          <a:p>
            <a:pPr marL="342900" indent="-342900">
              <a:buFont typeface="Arial" panose="020B0604020202020204" pitchFamily="34" charset="0"/>
              <a:buChar char="•"/>
            </a:pPr>
            <a:r>
              <a:rPr lang="en-US" sz="2000" dirty="0"/>
              <a:t>Closed records states that have already been examined. </a:t>
            </a:r>
            <a:endParaRPr lang="en-GB" dirty="0"/>
          </a:p>
        </p:txBody>
      </p:sp>
    </p:spTree>
    <p:extLst>
      <p:ext uri="{BB962C8B-B14F-4D97-AF65-F5344CB8AC3E}">
        <p14:creationId xmlns:p14="http://schemas.microsoft.com/office/powerpoint/2010/main" val="28174947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36</a:t>
            </a:fld>
            <a:endParaRPr lang="en-US"/>
          </a:p>
        </p:txBody>
      </p:sp>
      <p:sp>
        <p:nvSpPr>
          <p:cNvPr id="7" name="Rectangle 6"/>
          <p:cNvSpPr/>
          <p:nvPr/>
        </p:nvSpPr>
        <p:spPr>
          <a:xfrm>
            <a:off x="1066800" y="304800"/>
            <a:ext cx="8073273" cy="707886"/>
          </a:xfrm>
          <a:prstGeom prst="rect">
            <a:avLst/>
          </a:prstGeom>
        </p:spPr>
        <p:txBody>
          <a:bodyPr wrap="square">
            <a:spAutoFit/>
          </a:bodyPr>
          <a:lstStyle/>
          <a:p>
            <a:pPr algn="ctr"/>
            <a:r>
              <a:rPr lang="en-MY" sz="4000" b="1" dirty="0">
                <a:solidFill>
                  <a:srgbClr val="0070C0"/>
                </a:solidFill>
                <a:latin typeface="Roboto" pitchFamily="2" charset="0"/>
                <a:ea typeface="Roboto" pitchFamily="2" charset="0"/>
              </a:rPr>
              <a:t>Activity 3</a:t>
            </a:r>
          </a:p>
        </p:txBody>
      </p:sp>
      <p:grpSp>
        <p:nvGrpSpPr>
          <p:cNvPr id="137" name="Group 136"/>
          <p:cNvGrpSpPr/>
          <p:nvPr/>
        </p:nvGrpSpPr>
        <p:grpSpPr>
          <a:xfrm>
            <a:off x="793377" y="2057400"/>
            <a:ext cx="7543800" cy="4412128"/>
            <a:chOff x="1522700" y="1611868"/>
            <a:chExt cx="7011701" cy="4107328"/>
          </a:xfrm>
        </p:grpSpPr>
        <p:grpSp>
          <p:nvGrpSpPr>
            <p:cNvPr id="115" name="Group 114"/>
            <p:cNvGrpSpPr/>
            <p:nvPr/>
          </p:nvGrpSpPr>
          <p:grpSpPr>
            <a:xfrm>
              <a:off x="1828800" y="1981200"/>
              <a:ext cx="6705601" cy="3657600"/>
              <a:chOff x="1981199" y="1600200"/>
              <a:chExt cx="5423584" cy="2611579"/>
            </a:xfrm>
          </p:grpSpPr>
          <p:sp>
            <p:nvSpPr>
              <p:cNvPr id="9" name="Flowchart: Connector 8"/>
              <p:cNvSpPr/>
              <p:nvPr/>
            </p:nvSpPr>
            <p:spPr>
              <a:xfrm>
                <a:off x="4565277" y="1600200"/>
                <a:ext cx="159123" cy="152400"/>
              </a:xfrm>
              <a:prstGeom prst="flowChartConnector">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owchart: Connector 9"/>
              <p:cNvSpPr/>
              <p:nvPr/>
            </p:nvSpPr>
            <p:spPr>
              <a:xfrm>
                <a:off x="6016439" y="2209800"/>
                <a:ext cx="159123" cy="152400"/>
              </a:xfrm>
              <a:prstGeom prst="flowChartConnector">
                <a:avLst/>
              </a:prstGeom>
              <a:solidFill>
                <a:srgbClr val="9D3B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lowchart: Connector 10"/>
              <p:cNvSpPr/>
              <p:nvPr/>
            </p:nvSpPr>
            <p:spPr>
              <a:xfrm>
                <a:off x="4565277" y="2209800"/>
                <a:ext cx="159123" cy="152400"/>
              </a:xfrm>
              <a:prstGeom prst="flowChartConnector">
                <a:avLst/>
              </a:prstGeom>
              <a:solidFill>
                <a:srgbClr val="9D3B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lowchart: Connector 11"/>
              <p:cNvSpPr/>
              <p:nvPr/>
            </p:nvSpPr>
            <p:spPr>
              <a:xfrm>
                <a:off x="3114115" y="2209800"/>
                <a:ext cx="159123" cy="152400"/>
              </a:xfrm>
              <a:prstGeom prst="flowChartConnector">
                <a:avLst/>
              </a:prstGeom>
              <a:solidFill>
                <a:srgbClr val="9D3B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lowchart: Connector 12"/>
              <p:cNvSpPr/>
              <p:nvPr/>
            </p:nvSpPr>
            <p:spPr>
              <a:xfrm>
                <a:off x="3117540" y="2885806"/>
                <a:ext cx="159123" cy="152400"/>
              </a:xfrm>
              <a:prstGeom prst="flowChartConnector">
                <a:avLst/>
              </a:prstGeom>
              <a:solidFill>
                <a:srgbClr val="358B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lowchart: Connector 13"/>
              <p:cNvSpPr/>
              <p:nvPr/>
            </p:nvSpPr>
            <p:spPr>
              <a:xfrm>
                <a:off x="2431677" y="2885806"/>
                <a:ext cx="159123" cy="152400"/>
              </a:xfrm>
              <a:prstGeom prst="flowChartConnector">
                <a:avLst/>
              </a:prstGeom>
              <a:solidFill>
                <a:srgbClr val="358B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Flowchart: Connector 14"/>
              <p:cNvSpPr/>
              <p:nvPr/>
            </p:nvSpPr>
            <p:spPr>
              <a:xfrm>
                <a:off x="4114800" y="2885806"/>
                <a:ext cx="159123" cy="152400"/>
              </a:xfrm>
              <a:prstGeom prst="flowChartConnector">
                <a:avLst/>
              </a:prstGeom>
              <a:solidFill>
                <a:srgbClr val="358B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Flowchart: Connector 15"/>
              <p:cNvSpPr/>
              <p:nvPr/>
            </p:nvSpPr>
            <p:spPr>
              <a:xfrm>
                <a:off x="5112060" y="2885806"/>
                <a:ext cx="159123" cy="152400"/>
              </a:xfrm>
              <a:prstGeom prst="flowChartConnector">
                <a:avLst/>
              </a:prstGeom>
              <a:solidFill>
                <a:srgbClr val="358B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Flowchart: Connector 16"/>
              <p:cNvSpPr/>
              <p:nvPr/>
            </p:nvSpPr>
            <p:spPr>
              <a:xfrm>
                <a:off x="6096000" y="2885806"/>
                <a:ext cx="159123" cy="152400"/>
              </a:xfrm>
              <a:prstGeom prst="flowChartConnector">
                <a:avLst/>
              </a:prstGeom>
              <a:solidFill>
                <a:srgbClr val="358B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Flowchart: Connector 17"/>
              <p:cNvSpPr/>
              <p:nvPr/>
            </p:nvSpPr>
            <p:spPr>
              <a:xfrm>
                <a:off x="6781800" y="2885806"/>
                <a:ext cx="159123" cy="152400"/>
              </a:xfrm>
              <a:prstGeom prst="flowChartConnector">
                <a:avLst/>
              </a:prstGeom>
              <a:solidFill>
                <a:srgbClr val="358B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Flowchart: Connector 18"/>
              <p:cNvSpPr/>
              <p:nvPr/>
            </p:nvSpPr>
            <p:spPr>
              <a:xfrm>
                <a:off x="1981200" y="3399303"/>
                <a:ext cx="159123" cy="152400"/>
              </a:xfrm>
              <a:prstGeom prst="flowChartConnector">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70C0"/>
                  </a:solidFill>
                </a:endParaRPr>
              </a:p>
            </p:txBody>
          </p:sp>
          <p:sp>
            <p:nvSpPr>
              <p:cNvPr id="20" name="Flowchart: Connector 19"/>
              <p:cNvSpPr/>
              <p:nvPr/>
            </p:nvSpPr>
            <p:spPr>
              <a:xfrm>
                <a:off x="2743200" y="3407544"/>
                <a:ext cx="159123" cy="152400"/>
              </a:xfrm>
              <a:prstGeom prst="flowChartConnector">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70C0"/>
                  </a:solidFill>
                </a:endParaRPr>
              </a:p>
            </p:txBody>
          </p:sp>
          <p:sp>
            <p:nvSpPr>
              <p:cNvPr id="22" name="Flowchart: Connector 21"/>
              <p:cNvSpPr/>
              <p:nvPr/>
            </p:nvSpPr>
            <p:spPr>
              <a:xfrm>
                <a:off x="3505200" y="3399222"/>
                <a:ext cx="159123" cy="152400"/>
              </a:xfrm>
              <a:prstGeom prst="flowChartConnector">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70C0"/>
                  </a:solidFill>
                </a:endParaRPr>
              </a:p>
            </p:txBody>
          </p:sp>
          <p:sp>
            <p:nvSpPr>
              <p:cNvPr id="23" name="Flowchart: Connector 22"/>
              <p:cNvSpPr/>
              <p:nvPr/>
            </p:nvSpPr>
            <p:spPr>
              <a:xfrm>
                <a:off x="4114800" y="3407544"/>
                <a:ext cx="159123" cy="152400"/>
              </a:xfrm>
              <a:prstGeom prst="flowChartConnector">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70C0"/>
                  </a:solidFill>
                </a:endParaRPr>
              </a:p>
            </p:txBody>
          </p:sp>
          <p:sp>
            <p:nvSpPr>
              <p:cNvPr id="24" name="Flowchart: Connector 23"/>
              <p:cNvSpPr/>
              <p:nvPr/>
            </p:nvSpPr>
            <p:spPr>
              <a:xfrm>
                <a:off x="5112060" y="3399222"/>
                <a:ext cx="159123" cy="152400"/>
              </a:xfrm>
              <a:prstGeom prst="flowChartConnector">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70C0"/>
                  </a:solidFill>
                </a:endParaRPr>
              </a:p>
            </p:txBody>
          </p:sp>
          <p:sp>
            <p:nvSpPr>
              <p:cNvPr id="25" name="Flowchart: Connector 24"/>
              <p:cNvSpPr/>
              <p:nvPr/>
            </p:nvSpPr>
            <p:spPr>
              <a:xfrm>
                <a:off x="5721660" y="3429584"/>
                <a:ext cx="159123" cy="152400"/>
              </a:xfrm>
              <a:prstGeom prst="flowChartConnector">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70C0"/>
                  </a:solidFill>
                </a:endParaRPr>
              </a:p>
            </p:txBody>
          </p:sp>
          <p:sp>
            <p:nvSpPr>
              <p:cNvPr id="26" name="Flowchart: Connector 25"/>
              <p:cNvSpPr/>
              <p:nvPr/>
            </p:nvSpPr>
            <p:spPr>
              <a:xfrm>
                <a:off x="6483660" y="3407544"/>
                <a:ext cx="159123" cy="152400"/>
              </a:xfrm>
              <a:prstGeom prst="flowChartConnector">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70C0"/>
                  </a:solidFill>
                </a:endParaRPr>
              </a:p>
            </p:txBody>
          </p:sp>
          <p:sp>
            <p:nvSpPr>
              <p:cNvPr id="27" name="Flowchart: Connector 26"/>
              <p:cNvSpPr/>
              <p:nvPr/>
            </p:nvSpPr>
            <p:spPr>
              <a:xfrm>
                <a:off x="7245660" y="3425206"/>
                <a:ext cx="159123" cy="152400"/>
              </a:xfrm>
              <a:prstGeom prst="flowChartConnector">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70C0"/>
                  </a:solidFill>
                </a:endParaRPr>
              </a:p>
            </p:txBody>
          </p:sp>
          <p:sp>
            <p:nvSpPr>
              <p:cNvPr id="28" name="Flowchart: Connector 27"/>
              <p:cNvSpPr/>
              <p:nvPr/>
            </p:nvSpPr>
            <p:spPr>
              <a:xfrm>
                <a:off x="1981199" y="4059379"/>
                <a:ext cx="159123" cy="152400"/>
              </a:xfrm>
              <a:prstGeom prst="flowChartConnector">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70C0"/>
                  </a:solidFill>
                </a:endParaRPr>
              </a:p>
            </p:txBody>
          </p:sp>
          <p:sp>
            <p:nvSpPr>
              <p:cNvPr id="29" name="Flowchart: Connector 28"/>
              <p:cNvSpPr/>
              <p:nvPr/>
            </p:nvSpPr>
            <p:spPr>
              <a:xfrm>
                <a:off x="2740583" y="4059379"/>
                <a:ext cx="159123" cy="152400"/>
              </a:xfrm>
              <a:prstGeom prst="flowChartConnector">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70C0"/>
                  </a:solidFill>
                </a:endParaRPr>
              </a:p>
            </p:txBody>
          </p:sp>
          <p:sp>
            <p:nvSpPr>
              <p:cNvPr id="30" name="Flowchart: Connector 29"/>
              <p:cNvSpPr/>
              <p:nvPr/>
            </p:nvSpPr>
            <p:spPr>
              <a:xfrm>
                <a:off x="5721660" y="4029390"/>
                <a:ext cx="159123" cy="152400"/>
              </a:xfrm>
              <a:prstGeom prst="flowChartConnector">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70C0"/>
                  </a:solidFill>
                </a:endParaRPr>
              </a:p>
            </p:txBody>
          </p:sp>
          <p:cxnSp>
            <p:nvCxnSpPr>
              <p:cNvPr id="32" name="Straight Arrow Connector 31"/>
              <p:cNvCxnSpPr>
                <a:stCxn id="9" idx="4"/>
                <a:endCxn id="12" idx="7"/>
              </p:cNvCxnSpPr>
              <p:nvPr/>
            </p:nvCxnSpPr>
            <p:spPr>
              <a:xfrm flipH="1">
                <a:off x="3249935" y="1752600"/>
                <a:ext cx="1394904" cy="4795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9" idx="4"/>
                <a:endCxn id="10" idx="1"/>
              </p:cNvCxnSpPr>
              <p:nvPr/>
            </p:nvCxnSpPr>
            <p:spPr>
              <a:xfrm>
                <a:off x="4644839" y="1752600"/>
                <a:ext cx="1394903" cy="4795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9" idx="4"/>
                <a:endCxn id="11" idx="0"/>
              </p:cNvCxnSpPr>
              <p:nvPr/>
            </p:nvCxnSpPr>
            <p:spPr>
              <a:xfrm>
                <a:off x="4644839" y="1752600"/>
                <a:ext cx="0" cy="4572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p:cNvCxnSpPr>
                <a:stCxn id="12" idx="3"/>
                <a:endCxn id="14" idx="7"/>
              </p:cNvCxnSpPr>
              <p:nvPr/>
            </p:nvCxnSpPr>
            <p:spPr>
              <a:xfrm flipH="1">
                <a:off x="2567497" y="2339882"/>
                <a:ext cx="569921" cy="5682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p:cNvCxnSpPr>
                <a:stCxn id="12" idx="4"/>
                <a:endCxn id="13" idx="0"/>
              </p:cNvCxnSpPr>
              <p:nvPr/>
            </p:nvCxnSpPr>
            <p:spPr>
              <a:xfrm>
                <a:off x="3193677" y="2362200"/>
                <a:ext cx="3425" cy="5236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p:cNvCxnSpPr>
                <a:stCxn id="14" idx="4"/>
                <a:endCxn id="19" idx="7"/>
              </p:cNvCxnSpPr>
              <p:nvPr/>
            </p:nvCxnSpPr>
            <p:spPr>
              <a:xfrm flipH="1">
                <a:off x="2117020" y="3038206"/>
                <a:ext cx="394219" cy="3834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p:cNvCxnSpPr>
                <a:stCxn id="14" idx="4"/>
                <a:endCxn id="20" idx="0"/>
              </p:cNvCxnSpPr>
              <p:nvPr/>
            </p:nvCxnSpPr>
            <p:spPr>
              <a:xfrm>
                <a:off x="2511239" y="3038206"/>
                <a:ext cx="311523" cy="369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a:stCxn id="19" idx="4"/>
                <a:endCxn id="28" idx="0"/>
              </p:cNvCxnSpPr>
              <p:nvPr/>
            </p:nvCxnSpPr>
            <p:spPr>
              <a:xfrm flipH="1">
                <a:off x="2060761" y="3551703"/>
                <a:ext cx="1" cy="5076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p:cNvCxnSpPr>
                <a:stCxn id="20" idx="4"/>
                <a:endCxn id="29" idx="0"/>
              </p:cNvCxnSpPr>
              <p:nvPr/>
            </p:nvCxnSpPr>
            <p:spPr>
              <a:xfrm flipH="1">
                <a:off x="2820145" y="3559944"/>
                <a:ext cx="2617" cy="4994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a:stCxn id="11" idx="4"/>
                <a:endCxn id="15" idx="7"/>
              </p:cNvCxnSpPr>
              <p:nvPr/>
            </p:nvCxnSpPr>
            <p:spPr>
              <a:xfrm flipH="1">
                <a:off x="4250620" y="2362200"/>
                <a:ext cx="394219" cy="5459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Straight Arrow Connector 58"/>
              <p:cNvCxnSpPr>
                <a:stCxn id="11" idx="4"/>
                <a:endCxn id="16" idx="1"/>
              </p:cNvCxnSpPr>
              <p:nvPr/>
            </p:nvCxnSpPr>
            <p:spPr>
              <a:xfrm>
                <a:off x="4644839" y="2362200"/>
                <a:ext cx="490524" cy="5459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p:cNvCxnSpPr>
                <a:stCxn id="10" idx="5"/>
                <a:endCxn id="17" idx="0"/>
              </p:cNvCxnSpPr>
              <p:nvPr/>
            </p:nvCxnSpPr>
            <p:spPr>
              <a:xfrm>
                <a:off x="6152259" y="2339882"/>
                <a:ext cx="23303" cy="5459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p:cNvCxnSpPr>
                <a:stCxn id="10" idx="5"/>
                <a:endCxn id="18" idx="1"/>
              </p:cNvCxnSpPr>
              <p:nvPr/>
            </p:nvCxnSpPr>
            <p:spPr>
              <a:xfrm>
                <a:off x="6152259" y="2339882"/>
                <a:ext cx="652844" cy="5682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p:cNvCxnSpPr>
                <a:stCxn id="13" idx="4"/>
                <a:endCxn id="20" idx="0"/>
              </p:cNvCxnSpPr>
              <p:nvPr/>
            </p:nvCxnSpPr>
            <p:spPr>
              <a:xfrm flipH="1">
                <a:off x="2822762" y="3038206"/>
                <a:ext cx="374340" cy="369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p:cNvCxnSpPr>
                <a:stCxn id="13" idx="4"/>
                <a:endCxn id="22" idx="1"/>
              </p:cNvCxnSpPr>
              <p:nvPr/>
            </p:nvCxnSpPr>
            <p:spPr>
              <a:xfrm>
                <a:off x="3197102" y="3038206"/>
                <a:ext cx="331401" cy="3833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p:cNvCxnSpPr>
                <a:stCxn id="15" idx="4"/>
                <a:endCxn id="23" idx="0"/>
              </p:cNvCxnSpPr>
              <p:nvPr/>
            </p:nvCxnSpPr>
            <p:spPr>
              <a:xfrm>
                <a:off x="4194362" y="3038206"/>
                <a:ext cx="0" cy="369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p:cNvCxnSpPr>
                <a:stCxn id="16" idx="4"/>
                <a:endCxn id="24" idx="0"/>
              </p:cNvCxnSpPr>
              <p:nvPr/>
            </p:nvCxnSpPr>
            <p:spPr>
              <a:xfrm>
                <a:off x="5191622" y="3038206"/>
                <a:ext cx="0" cy="3610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p:cNvCxnSpPr>
                <a:stCxn id="16" idx="4"/>
                <a:endCxn id="25" idx="0"/>
              </p:cNvCxnSpPr>
              <p:nvPr/>
            </p:nvCxnSpPr>
            <p:spPr>
              <a:xfrm>
                <a:off x="5191622" y="3038206"/>
                <a:ext cx="609600" cy="3913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p:cNvCxnSpPr>
                <a:stCxn id="17" idx="4"/>
                <a:endCxn id="25" idx="0"/>
              </p:cNvCxnSpPr>
              <p:nvPr/>
            </p:nvCxnSpPr>
            <p:spPr>
              <a:xfrm flipH="1">
                <a:off x="5801222" y="3038206"/>
                <a:ext cx="374340" cy="3913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p:cNvCxnSpPr>
                <a:stCxn id="17" idx="4"/>
                <a:endCxn id="26" idx="1"/>
              </p:cNvCxnSpPr>
              <p:nvPr/>
            </p:nvCxnSpPr>
            <p:spPr>
              <a:xfrm>
                <a:off x="6175562" y="3038206"/>
                <a:ext cx="331401" cy="3916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9" name="Straight Arrow Connector 78"/>
              <p:cNvCxnSpPr>
                <a:stCxn id="18" idx="5"/>
                <a:endCxn id="27" idx="1"/>
              </p:cNvCxnSpPr>
              <p:nvPr/>
            </p:nvCxnSpPr>
            <p:spPr>
              <a:xfrm>
                <a:off x="6917620" y="3015888"/>
                <a:ext cx="351343" cy="4316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1" name="Straight Arrow Connector 80"/>
              <p:cNvCxnSpPr>
                <a:stCxn id="25" idx="4"/>
                <a:endCxn id="30" idx="0"/>
              </p:cNvCxnSpPr>
              <p:nvPr/>
            </p:nvCxnSpPr>
            <p:spPr>
              <a:xfrm>
                <a:off x="5801222" y="3581984"/>
                <a:ext cx="0" cy="4474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16" name="TextBox 115"/>
            <p:cNvSpPr txBox="1"/>
            <p:nvPr/>
          </p:nvSpPr>
          <p:spPr>
            <a:xfrm>
              <a:off x="4963208" y="1611868"/>
              <a:ext cx="317716" cy="369332"/>
            </a:xfrm>
            <a:prstGeom prst="rect">
              <a:avLst/>
            </a:prstGeom>
            <a:noFill/>
          </p:spPr>
          <p:txBody>
            <a:bodyPr wrap="none" rtlCol="0">
              <a:spAutoFit/>
            </a:bodyPr>
            <a:lstStyle/>
            <a:p>
              <a:r>
                <a:rPr lang="en-US" dirty="0"/>
                <a:t>A</a:t>
              </a:r>
              <a:endParaRPr lang="en-GB" dirty="0"/>
            </a:p>
          </p:txBody>
        </p:sp>
        <p:sp>
          <p:nvSpPr>
            <p:cNvPr id="117" name="TextBox 116"/>
            <p:cNvSpPr txBox="1"/>
            <p:nvPr/>
          </p:nvSpPr>
          <p:spPr>
            <a:xfrm>
              <a:off x="2938847" y="2756511"/>
              <a:ext cx="317716" cy="369332"/>
            </a:xfrm>
            <a:prstGeom prst="rect">
              <a:avLst/>
            </a:prstGeom>
            <a:noFill/>
          </p:spPr>
          <p:txBody>
            <a:bodyPr wrap="none" rtlCol="0">
              <a:spAutoFit/>
            </a:bodyPr>
            <a:lstStyle/>
            <a:p>
              <a:r>
                <a:rPr lang="en-US" dirty="0"/>
                <a:t>B</a:t>
              </a:r>
              <a:endParaRPr lang="en-GB" dirty="0"/>
            </a:p>
          </p:txBody>
        </p:sp>
        <p:sp>
          <p:nvSpPr>
            <p:cNvPr id="118" name="TextBox 117"/>
            <p:cNvSpPr txBox="1"/>
            <p:nvPr/>
          </p:nvSpPr>
          <p:spPr>
            <a:xfrm>
              <a:off x="4766473" y="2778170"/>
              <a:ext cx="317716" cy="369332"/>
            </a:xfrm>
            <a:prstGeom prst="rect">
              <a:avLst/>
            </a:prstGeom>
            <a:noFill/>
          </p:spPr>
          <p:txBody>
            <a:bodyPr wrap="none" rtlCol="0">
              <a:spAutoFit/>
            </a:bodyPr>
            <a:lstStyle/>
            <a:p>
              <a:r>
                <a:rPr lang="en-US" dirty="0"/>
                <a:t>C</a:t>
              </a:r>
              <a:endParaRPr lang="en-GB" dirty="0"/>
            </a:p>
          </p:txBody>
        </p:sp>
        <p:sp>
          <p:nvSpPr>
            <p:cNvPr id="119" name="TextBox 118"/>
            <p:cNvSpPr txBox="1"/>
            <p:nvPr/>
          </p:nvSpPr>
          <p:spPr>
            <a:xfrm>
              <a:off x="6449344" y="2778170"/>
              <a:ext cx="327334" cy="369332"/>
            </a:xfrm>
            <a:prstGeom prst="rect">
              <a:avLst/>
            </a:prstGeom>
            <a:noFill/>
          </p:spPr>
          <p:txBody>
            <a:bodyPr wrap="none" rtlCol="0">
              <a:spAutoFit/>
            </a:bodyPr>
            <a:lstStyle/>
            <a:p>
              <a:r>
                <a:rPr lang="en-US" dirty="0"/>
                <a:t>D</a:t>
              </a:r>
              <a:endParaRPr lang="en-GB" dirty="0"/>
            </a:p>
          </p:txBody>
        </p:sp>
        <p:sp>
          <p:nvSpPr>
            <p:cNvPr id="120" name="TextBox 119"/>
            <p:cNvSpPr txBox="1"/>
            <p:nvPr/>
          </p:nvSpPr>
          <p:spPr>
            <a:xfrm>
              <a:off x="2081570" y="3701743"/>
              <a:ext cx="296876" cy="369332"/>
            </a:xfrm>
            <a:prstGeom prst="rect">
              <a:avLst/>
            </a:prstGeom>
            <a:noFill/>
          </p:spPr>
          <p:txBody>
            <a:bodyPr wrap="none" rtlCol="0">
              <a:spAutoFit/>
            </a:bodyPr>
            <a:lstStyle/>
            <a:p>
              <a:r>
                <a:rPr lang="en-US" dirty="0"/>
                <a:t>E</a:t>
              </a:r>
              <a:endParaRPr lang="en-GB" dirty="0"/>
            </a:p>
          </p:txBody>
        </p:sp>
        <p:sp>
          <p:nvSpPr>
            <p:cNvPr id="121" name="TextBox 120"/>
            <p:cNvSpPr txBox="1"/>
            <p:nvPr/>
          </p:nvSpPr>
          <p:spPr>
            <a:xfrm>
              <a:off x="2994123" y="3707608"/>
              <a:ext cx="290464" cy="369332"/>
            </a:xfrm>
            <a:prstGeom prst="rect">
              <a:avLst/>
            </a:prstGeom>
            <a:noFill/>
          </p:spPr>
          <p:txBody>
            <a:bodyPr wrap="none" rtlCol="0">
              <a:spAutoFit/>
            </a:bodyPr>
            <a:lstStyle/>
            <a:p>
              <a:r>
                <a:rPr lang="en-US" dirty="0"/>
                <a:t>F</a:t>
              </a:r>
              <a:endParaRPr lang="en-GB" dirty="0"/>
            </a:p>
          </p:txBody>
        </p:sp>
        <p:sp>
          <p:nvSpPr>
            <p:cNvPr id="122" name="TextBox 121"/>
            <p:cNvSpPr txBox="1"/>
            <p:nvPr/>
          </p:nvSpPr>
          <p:spPr>
            <a:xfrm>
              <a:off x="4128586" y="3711098"/>
              <a:ext cx="330540" cy="369332"/>
            </a:xfrm>
            <a:prstGeom prst="rect">
              <a:avLst/>
            </a:prstGeom>
            <a:noFill/>
          </p:spPr>
          <p:txBody>
            <a:bodyPr wrap="none" rtlCol="0">
              <a:spAutoFit/>
            </a:bodyPr>
            <a:lstStyle/>
            <a:p>
              <a:r>
                <a:rPr lang="en-US" dirty="0"/>
                <a:t>G</a:t>
              </a:r>
              <a:endParaRPr lang="en-GB" dirty="0"/>
            </a:p>
          </p:txBody>
        </p:sp>
        <p:sp>
          <p:nvSpPr>
            <p:cNvPr id="123" name="TextBox 122"/>
            <p:cNvSpPr txBox="1"/>
            <p:nvPr/>
          </p:nvSpPr>
          <p:spPr>
            <a:xfrm>
              <a:off x="5347233" y="3701743"/>
              <a:ext cx="328936" cy="369332"/>
            </a:xfrm>
            <a:prstGeom prst="rect">
              <a:avLst/>
            </a:prstGeom>
            <a:noFill/>
          </p:spPr>
          <p:txBody>
            <a:bodyPr wrap="none" rtlCol="0">
              <a:spAutoFit/>
            </a:bodyPr>
            <a:lstStyle/>
            <a:p>
              <a:r>
                <a:rPr lang="en-US" dirty="0"/>
                <a:t>H</a:t>
              </a:r>
              <a:endParaRPr lang="en-GB" dirty="0"/>
            </a:p>
          </p:txBody>
        </p:sp>
        <p:sp>
          <p:nvSpPr>
            <p:cNvPr id="124" name="TextBox 123"/>
            <p:cNvSpPr txBox="1"/>
            <p:nvPr/>
          </p:nvSpPr>
          <p:spPr>
            <a:xfrm>
              <a:off x="6624246" y="3701743"/>
              <a:ext cx="242374" cy="369332"/>
            </a:xfrm>
            <a:prstGeom prst="rect">
              <a:avLst/>
            </a:prstGeom>
            <a:noFill/>
          </p:spPr>
          <p:txBody>
            <a:bodyPr wrap="none" rtlCol="0">
              <a:spAutoFit/>
            </a:bodyPr>
            <a:lstStyle/>
            <a:p>
              <a:r>
                <a:rPr lang="en-US" dirty="0"/>
                <a:t>I</a:t>
              </a:r>
              <a:endParaRPr lang="en-GB" dirty="0"/>
            </a:p>
          </p:txBody>
        </p:sp>
        <p:sp>
          <p:nvSpPr>
            <p:cNvPr id="125" name="TextBox 124"/>
            <p:cNvSpPr txBox="1"/>
            <p:nvPr/>
          </p:nvSpPr>
          <p:spPr>
            <a:xfrm>
              <a:off x="7447500" y="3711098"/>
              <a:ext cx="258404" cy="369332"/>
            </a:xfrm>
            <a:prstGeom prst="rect">
              <a:avLst/>
            </a:prstGeom>
            <a:noFill/>
          </p:spPr>
          <p:txBody>
            <a:bodyPr wrap="none" rtlCol="0">
              <a:spAutoFit/>
            </a:bodyPr>
            <a:lstStyle/>
            <a:p>
              <a:r>
                <a:rPr lang="en-US" dirty="0"/>
                <a:t>J</a:t>
              </a:r>
              <a:endParaRPr lang="en-GB" dirty="0"/>
            </a:p>
          </p:txBody>
        </p:sp>
        <p:sp>
          <p:nvSpPr>
            <p:cNvPr id="126" name="TextBox 125"/>
            <p:cNvSpPr txBox="1"/>
            <p:nvPr/>
          </p:nvSpPr>
          <p:spPr>
            <a:xfrm>
              <a:off x="8028260" y="4454115"/>
              <a:ext cx="317716" cy="369332"/>
            </a:xfrm>
            <a:prstGeom prst="rect">
              <a:avLst/>
            </a:prstGeom>
            <a:noFill/>
          </p:spPr>
          <p:txBody>
            <a:bodyPr wrap="none" rtlCol="0">
              <a:spAutoFit/>
            </a:bodyPr>
            <a:lstStyle/>
            <a:p>
              <a:r>
                <a:rPr lang="en-US" dirty="0"/>
                <a:t>R</a:t>
              </a:r>
              <a:endParaRPr lang="en-GB" dirty="0"/>
            </a:p>
          </p:txBody>
        </p:sp>
        <p:sp>
          <p:nvSpPr>
            <p:cNvPr id="127" name="TextBox 126"/>
            <p:cNvSpPr txBox="1"/>
            <p:nvPr/>
          </p:nvSpPr>
          <p:spPr>
            <a:xfrm>
              <a:off x="7107342" y="4454115"/>
              <a:ext cx="340158" cy="369332"/>
            </a:xfrm>
            <a:prstGeom prst="rect">
              <a:avLst/>
            </a:prstGeom>
            <a:noFill/>
          </p:spPr>
          <p:txBody>
            <a:bodyPr wrap="none" rtlCol="0">
              <a:spAutoFit/>
            </a:bodyPr>
            <a:lstStyle/>
            <a:p>
              <a:r>
                <a:rPr lang="en-US" dirty="0"/>
                <a:t>Q</a:t>
              </a:r>
              <a:endParaRPr lang="en-GB" dirty="0"/>
            </a:p>
          </p:txBody>
        </p:sp>
        <p:sp>
          <p:nvSpPr>
            <p:cNvPr id="128" name="TextBox 127"/>
            <p:cNvSpPr txBox="1"/>
            <p:nvPr/>
          </p:nvSpPr>
          <p:spPr>
            <a:xfrm>
              <a:off x="6191074" y="4459233"/>
              <a:ext cx="303288" cy="369332"/>
            </a:xfrm>
            <a:prstGeom prst="rect">
              <a:avLst/>
            </a:prstGeom>
            <a:noFill/>
          </p:spPr>
          <p:txBody>
            <a:bodyPr wrap="none" rtlCol="0">
              <a:spAutoFit/>
            </a:bodyPr>
            <a:lstStyle/>
            <a:p>
              <a:r>
                <a:rPr lang="en-US" dirty="0"/>
                <a:t>P</a:t>
              </a:r>
              <a:endParaRPr lang="en-GB" dirty="0"/>
            </a:p>
          </p:txBody>
        </p:sp>
        <p:sp>
          <p:nvSpPr>
            <p:cNvPr id="129" name="TextBox 128"/>
            <p:cNvSpPr txBox="1"/>
            <p:nvPr/>
          </p:nvSpPr>
          <p:spPr>
            <a:xfrm>
              <a:off x="5432885" y="4454513"/>
              <a:ext cx="336952" cy="369332"/>
            </a:xfrm>
            <a:prstGeom prst="rect">
              <a:avLst/>
            </a:prstGeom>
            <a:noFill/>
          </p:spPr>
          <p:txBody>
            <a:bodyPr wrap="none" rtlCol="0">
              <a:spAutoFit/>
            </a:bodyPr>
            <a:lstStyle/>
            <a:p>
              <a:r>
                <a:rPr lang="en-US" dirty="0"/>
                <a:t>O</a:t>
              </a:r>
              <a:endParaRPr lang="en-GB" dirty="0"/>
            </a:p>
          </p:txBody>
        </p:sp>
        <p:sp>
          <p:nvSpPr>
            <p:cNvPr id="130" name="TextBox 129"/>
            <p:cNvSpPr txBox="1"/>
            <p:nvPr/>
          </p:nvSpPr>
          <p:spPr>
            <a:xfrm>
              <a:off x="6174945" y="5305412"/>
              <a:ext cx="332142" cy="369332"/>
            </a:xfrm>
            <a:prstGeom prst="rect">
              <a:avLst/>
            </a:prstGeom>
            <a:noFill/>
          </p:spPr>
          <p:txBody>
            <a:bodyPr wrap="none" rtlCol="0">
              <a:spAutoFit/>
            </a:bodyPr>
            <a:lstStyle/>
            <a:p>
              <a:r>
                <a:rPr lang="en-US" dirty="0"/>
                <a:t>U</a:t>
              </a:r>
              <a:endParaRPr lang="en-GB" dirty="0"/>
            </a:p>
          </p:txBody>
        </p:sp>
        <p:sp>
          <p:nvSpPr>
            <p:cNvPr id="131" name="TextBox 130"/>
            <p:cNvSpPr txBox="1"/>
            <p:nvPr/>
          </p:nvSpPr>
          <p:spPr>
            <a:xfrm>
              <a:off x="4206896" y="4459233"/>
              <a:ext cx="333746" cy="369332"/>
            </a:xfrm>
            <a:prstGeom prst="rect">
              <a:avLst/>
            </a:prstGeom>
            <a:noFill/>
          </p:spPr>
          <p:txBody>
            <a:bodyPr wrap="none" rtlCol="0">
              <a:spAutoFit/>
            </a:bodyPr>
            <a:lstStyle/>
            <a:p>
              <a:r>
                <a:rPr lang="en-US" dirty="0"/>
                <a:t>N</a:t>
              </a:r>
              <a:endParaRPr lang="en-GB" dirty="0"/>
            </a:p>
          </p:txBody>
        </p:sp>
        <p:sp>
          <p:nvSpPr>
            <p:cNvPr id="132" name="TextBox 131"/>
            <p:cNvSpPr txBox="1"/>
            <p:nvPr/>
          </p:nvSpPr>
          <p:spPr>
            <a:xfrm>
              <a:off x="3348583" y="4446118"/>
              <a:ext cx="381836" cy="369332"/>
            </a:xfrm>
            <a:prstGeom prst="rect">
              <a:avLst/>
            </a:prstGeom>
            <a:noFill/>
          </p:spPr>
          <p:txBody>
            <a:bodyPr wrap="none" rtlCol="0">
              <a:spAutoFit/>
            </a:bodyPr>
            <a:lstStyle/>
            <a:p>
              <a:r>
                <a:rPr lang="en-US" dirty="0"/>
                <a:t>M</a:t>
              </a:r>
              <a:endParaRPr lang="en-GB" dirty="0"/>
            </a:p>
          </p:txBody>
        </p:sp>
        <p:sp>
          <p:nvSpPr>
            <p:cNvPr id="133" name="TextBox 132"/>
            <p:cNvSpPr txBox="1"/>
            <p:nvPr/>
          </p:nvSpPr>
          <p:spPr>
            <a:xfrm>
              <a:off x="2481765" y="4449263"/>
              <a:ext cx="282450" cy="369332"/>
            </a:xfrm>
            <a:prstGeom prst="rect">
              <a:avLst/>
            </a:prstGeom>
            <a:noFill/>
          </p:spPr>
          <p:txBody>
            <a:bodyPr wrap="none" rtlCol="0">
              <a:spAutoFit/>
            </a:bodyPr>
            <a:lstStyle/>
            <a:p>
              <a:r>
                <a:rPr lang="en-US" dirty="0"/>
                <a:t>L</a:t>
              </a:r>
              <a:endParaRPr lang="en-GB" dirty="0"/>
            </a:p>
          </p:txBody>
        </p:sp>
        <p:sp>
          <p:nvSpPr>
            <p:cNvPr id="134" name="TextBox 133"/>
            <p:cNvSpPr txBox="1"/>
            <p:nvPr/>
          </p:nvSpPr>
          <p:spPr>
            <a:xfrm>
              <a:off x="2495514" y="5349864"/>
              <a:ext cx="296876" cy="369332"/>
            </a:xfrm>
            <a:prstGeom prst="rect">
              <a:avLst/>
            </a:prstGeom>
            <a:noFill/>
          </p:spPr>
          <p:txBody>
            <a:bodyPr wrap="none" rtlCol="0">
              <a:spAutoFit/>
            </a:bodyPr>
            <a:lstStyle/>
            <a:p>
              <a:r>
                <a:rPr lang="en-US" dirty="0"/>
                <a:t>T</a:t>
              </a:r>
              <a:endParaRPr lang="en-GB" dirty="0"/>
            </a:p>
          </p:txBody>
        </p:sp>
        <p:sp>
          <p:nvSpPr>
            <p:cNvPr id="135" name="TextBox 134"/>
            <p:cNvSpPr txBox="1"/>
            <p:nvPr/>
          </p:nvSpPr>
          <p:spPr>
            <a:xfrm>
              <a:off x="1590737" y="5339164"/>
              <a:ext cx="290464" cy="369332"/>
            </a:xfrm>
            <a:prstGeom prst="rect">
              <a:avLst/>
            </a:prstGeom>
            <a:noFill/>
          </p:spPr>
          <p:txBody>
            <a:bodyPr wrap="none" rtlCol="0">
              <a:spAutoFit/>
            </a:bodyPr>
            <a:lstStyle/>
            <a:p>
              <a:r>
                <a:rPr lang="en-US" dirty="0"/>
                <a:t>S</a:t>
              </a:r>
              <a:endParaRPr lang="en-GB" dirty="0"/>
            </a:p>
          </p:txBody>
        </p:sp>
        <p:sp>
          <p:nvSpPr>
            <p:cNvPr id="136" name="TextBox 135"/>
            <p:cNvSpPr txBox="1"/>
            <p:nvPr/>
          </p:nvSpPr>
          <p:spPr>
            <a:xfrm>
              <a:off x="1522700" y="4466851"/>
              <a:ext cx="304892" cy="369332"/>
            </a:xfrm>
            <a:prstGeom prst="rect">
              <a:avLst/>
            </a:prstGeom>
            <a:noFill/>
          </p:spPr>
          <p:txBody>
            <a:bodyPr wrap="none" rtlCol="0">
              <a:spAutoFit/>
            </a:bodyPr>
            <a:lstStyle/>
            <a:p>
              <a:r>
                <a:rPr lang="en-US" dirty="0"/>
                <a:t>K</a:t>
              </a:r>
              <a:endParaRPr lang="en-GB" dirty="0"/>
            </a:p>
          </p:txBody>
        </p:sp>
      </p:grpSp>
      <p:sp>
        <p:nvSpPr>
          <p:cNvPr id="138" name="Rectangle 137"/>
          <p:cNvSpPr/>
          <p:nvPr/>
        </p:nvSpPr>
        <p:spPr>
          <a:xfrm>
            <a:off x="62628" y="1395890"/>
            <a:ext cx="9081371" cy="646331"/>
          </a:xfrm>
          <a:prstGeom prst="rect">
            <a:avLst/>
          </a:prstGeom>
        </p:spPr>
        <p:txBody>
          <a:bodyPr wrap="square">
            <a:spAutoFit/>
          </a:bodyPr>
          <a:lstStyle/>
          <a:p>
            <a:r>
              <a:rPr lang="en-US" dirty="0">
                <a:solidFill>
                  <a:srgbClr val="C00000"/>
                </a:solidFill>
              </a:rPr>
              <a:t>Question :</a:t>
            </a:r>
          </a:p>
          <a:p>
            <a:r>
              <a:rPr lang="en-US" dirty="0"/>
              <a:t>Give the possibilities path for </a:t>
            </a:r>
            <a:r>
              <a:rPr lang="en-US" dirty="0">
                <a:solidFill>
                  <a:srgbClr val="C00000"/>
                </a:solidFill>
              </a:rPr>
              <a:t>Depth-first search </a:t>
            </a:r>
            <a:r>
              <a:rPr lang="en-US" dirty="0"/>
              <a:t>and </a:t>
            </a:r>
            <a:r>
              <a:rPr lang="en-US" dirty="0">
                <a:solidFill>
                  <a:srgbClr val="C00000"/>
                </a:solidFill>
              </a:rPr>
              <a:t>Breadth-first search</a:t>
            </a:r>
          </a:p>
        </p:txBody>
      </p:sp>
    </p:spTree>
    <p:extLst>
      <p:ext uri="{BB962C8B-B14F-4D97-AF65-F5344CB8AC3E}">
        <p14:creationId xmlns:p14="http://schemas.microsoft.com/office/powerpoint/2010/main" val="207876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37</a:t>
            </a:fld>
            <a:endParaRPr lang="en-US"/>
          </a:p>
        </p:txBody>
      </p:sp>
      <p:sp>
        <p:nvSpPr>
          <p:cNvPr id="5" name="Rectangle 4"/>
          <p:cNvSpPr/>
          <p:nvPr/>
        </p:nvSpPr>
        <p:spPr>
          <a:xfrm>
            <a:off x="1066800" y="4191000"/>
            <a:ext cx="7620000" cy="584775"/>
          </a:xfrm>
          <a:prstGeom prst="rect">
            <a:avLst/>
          </a:prstGeom>
        </p:spPr>
        <p:txBody>
          <a:bodyPr wrap="square">
            <a:spAutoFit/>
          </a:bodyPr>
          <a:lstStyle/>
          <a:p>
            <a:r>
              <a:rPr lang="en-GB" sz="3200" dirty="0">
                <a:solidFill>
                  <a:srgbClr val="3B3835"/>
                </a:solidFill>
              </a:rPr>
              <a:t> BFS results: ABCDEFGHIJKLMNOPQRSTU</a:t>
            </a:r>
            <a:endParaRPr lang="en-GB" sz="3200" dirty="0"/>
          </a:p>
        </p:txBody>
      </p:sp>
      <p:sp>
        <p:nvSpPr>
          <p:cNvPr id="6" name="Rectangle 5"/>
          <p:cNvSpPr/>
          <p:nvPr/>
        </p:nvSpPr>
        <p:spPr>
          <a:xfrm>
            <a:off x="1115550" y="3274243"/>
            <a:ext cx="6899453" cy="584775"/>
          </a:xfrm>
          <a:prstGeom prst="rect">
            <a:avLst/>
          </a:prstGeom>
        </p:spPr>
        <p:txBody>
          <a:bodyPr wrap="none">
            <a:spAutoFit/>
          </a:bodyPr>
          <a:lstStyle/>
          <a:p>
            <a:r>
              <a:rPr lang="en-GB" sz="3200" dirty="0">
                <a:solidFill>
                  <a:srgbClr val="3B3835"/>
                </a:solidFill>
              </a:rPr>
              <a:t>DFS results: ABEKSLTFMCGNHOPUDIQJR</a:t>
            </a:r>
          </a:p>
        </p:txBody>
      </p:sp>
      <p:sp>
        <p:nvSpPr>
          <p:cNvPr id="7" name="Rectangle 6"/>
          <p:cNvSpPr/>
          <p:nvPr/>
        </p:nvSpPr>
        <p:spPr>
          <a:xfrm>
            <a:off x="1066800" y="304800"/>
            <a:ext cx="8073273" cy="707886"/>
          </a:xfrm>
          <a:prstGeom prst="rect">
            <a:avLst/>
          </a:prstGeom>
        </p:spPr>
        <p:txBody>
          <a:bodyPr wrap="square">
            <a:spAutoFit/>
          </a:bodyPr>
          <a:lstStyle/>
          <a:p>
            <a:pPr algn="ctr"/>
            <a:r>
              <a:rPr lang="en-MY" sz="4000" b="1" dirty="0">
                <a:solidFill>
                  <a:srgbClr val="0070C0"/>
                </a:solidFill>
                <a:latin typeface="Roboto" pitchFamily="2" charset="0"/>
                <a:ea typeface="Roboto" pitchFamily="2" charset="0"/>
              </a:rPr>
              <a:t>Activity 3 - </a:t>
            </a:r>
            <a:r>
              <a:rPr lang="en-MY" sz="4000" b="1" dirty="0">
                <a:solidFill>
                  <a:srgbClr val="C00000"/>
                </a:solidFill>
                <a:latin typeface="Roboto" pitchFamily="2" charset="0"/>
                <a:ea typeface="Roboto" pitchFamily="2" charset="0"/>
              </a:rPr>
              <a:t>Answer</a:t>
            </a:r>
          </a:p>
        </p:txBody>
      </p:sp>
    </p:spTree>
    <p:extLst>
      <p:ext uri="{BB962C8B-B14F-4D97-AF65-F5344CB8AC3E}">
        <p14:creationId xmlns:p14="http://schemas.microsoft.com/office/powerpoint/2010/main" val="38648671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38</a:t>
            </a:fld>
            <a:endParaRPr lang="en-US"/>
          </a:p>
        </p:txBody>
      </p:sp>
      <p:pic>
        <p:nvPicPr>
          <p:cNvPr id="6" name="Picture 2" descr="Image result for artificial intelligence icon"/>
          <p:cNvPicPr>
            <a:picLocks noChangeAspect="1" noChangeArrowheads="1"/>
          </p:cNvPicPr>
          <p:nvPr/>
        </p:nvPicPr>
        <p:blipFill rotWithShape="1">
          <a:blip r:embed="rId2" cstate="print">
            <a:duotone>
              <a:prstClr val="black"/>
              <a:schemeClr val="accent2">
                <a:tint val="45000"/>
                <a:satMod val="400000"/>
              </a:schemeClr>
            </a:duotone>
            <a:extLst>
              <a:ext uri="{BEBA8EAE-BF5A-486C-A8C5-ECC9F3942E4B}">
                <a14:imgProps xmlns:a14="http://schemas.microsoft.com/office/drawing/2010/main">
                  <a14:imgLayer r:embed="rId3">
                    <a14:imgEffect>
                      <a14:backgroundRemoval t="5429" b="69497" l="10000" r="90000">
                        <a14:foregroundMark x1="65976" y1="28727" x2="65976" y2="28727"/>
                        <a14:foregroundMark x1="58293" y1="30997" x2="58293" y2="30997"/>
                        <a14:foregroundMark x1="60732" y1="35933" x2="60732" y2="35933"/>
                        <a14:foregroundMark x1="58293" y1="41165" x2="58293" y2="41165"/>
                        <a14:foregroundMark x1="65122" y1="41757" x2="65122" y2="41757"/>
                        <a14:foregroundMark x1="69634" y1="36130" x2="69634" y2="36130"/>
                        <a14:foregroundMark x1="61220" y1="48963" x2="61220" y2="48963"/>
                        <a14:foregroundMark x1="50854" y1="66732" x2="50854" y2="66732"/>
                        <a14:foregroundMark x1="51098" y1="5429" x2="51098" y2="5429"/>
                      </a14:backgroundRemoval>
                    </a14:imgEffect>
                  </a14:imgLayer>
                </a14:imgProps>
              </a:ext>
              <a:ext uri="{28A0092B-C50C-407E-A947-70E740481C1C}">
                <a14:useLocalDpi xmlns:a14="http://schemas.microsoft.com/office/drawing/2010/main" val="0"/>
              </a:ext>
            </a:extLst>
          </a:blip>
          <a:srcRect l="14092" r="15445" b="29337"/>
          <a:stretch/>
        </p:blipFill>
        <p:spPr bwMode="auto">
          <a:xfrm>
            <a:off x="64826" y="2259238"/>
            <a:ext cx="2071412" cy="256625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txBox="1">
            <a:spLocks/>
          </p:cNvSpPr>
          <p:nvPr/>
        </p:nvSpPr>
        <p:spPr>
          <a:xfrm>
            <a:off x="2136239" y="2602326"/>
            <a:ext cx="7007761" cy="936625"/>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b="1" dirty="0">
                <a:solidFill>
                  <a:srgbClr val="C00000"/>
                </a:solidFill>
                <a:latin typeface="Roboto" pitchFamily="2" charset="0"/>
                <a:ea typeface="Roboto" pitchFamily="2" charset="0"/>
              </a:rPr>
              <a:t>Evaluation Criteria </a:t>
            </a:r>
          </a:p>
        </p:txBody>
      </p:sp>
      <p:sp>
        <p:nvSpPr>
          <p:cNvPr id="8" name="Rectangle 7"/>
          <p:cNvSpPr/>
          <p:nvPr/>
        </p:nvSpPr>
        <p:spPr>
          <a:xfrm>
            <a:off x="2136238" y="3538951"/>
            <a:ext cx="6217023" cy="1569660"/>
          </a:xfrm>
          <a:prstGeom prst="rect">
            <a:avLst/>
          </a:prstGeom>
        </p:spPr>
        <p:txBody>
          <a:bodyPr wrap="square">
            <a:spAutoFit/>
          </a:bodyPr>
          <a:lstStyle/>
          <a:p>
            <a:pPr marL="742950" lvl="1" indent="-285750">
              <a:buFont typeface="Arial" panose="020B0604020202020204" pitchFamily="34" charset="0"/>
              <a:buChar char="•"/>
            </a:pPr>
            <a:r>
              <a:rPr lang="en-MY" sz="2400" dirty="0"/>
              <a:t>Completeness</a:t>
            </a:r>
          </a:p>
          <a:p>
            <a:pPr marL="742950" lvl="1" indent="-285750">
              <a:buFont typeface="Arial" panose="020B0604020202020204" pitchFamily="34" charset="0"/>
              <a:buChar char="•"/>
            </a:pPr>
            <a:r>
              <a:rPr lang="en-MY" sz="2400" dirty="0"/>
              <a:t>Time Complexity</a:t>
            </a:r>
          </a:p>
          <a:p>
            <a:pPr marL="742950" lvl="1" indent="-285750">
              <a:buFont typeface="Arial" panose="020B0604020202020204" pitchFamily="34" charset="0"/>
              <a:buChar char="•"/>
            </a:pPr>
            <a:r>
              <a:rPr lang="en-MY" sz="2400" dirty="0"/>
              <a:t>Space Complexity</a:t>
            </a:r>
          </a:p>
          <a:p>
            <a:pPr marL="742950" lvl="1" indent="-285750">
              <a:buFont typeface="Arial" panose="020B0604020202020204" pitchFamily="34" charset="0"/>
              <a:buChar char="•"/>
            </a:pPr>
            <a:r>
              <a:rPr lang="en-MY" sz="2400" dirty="0"/>
              <a:t>Optimality</a:t>
            </a:r>
          </a:p>
        </p:txBody>
      </p:sp>
    </p:spTree>
    <p:extLst>
      <p:ext uri="{BB962C8B-B14F-4D97-AF65-F5344CB8AC3E}">
        <p14:creationId xmlns:p14="http://schemas.microsoft.com/office/powerpoint/2010/main" val="41390250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1FB70FE3-1C4B-4C01-B4E7-493CA096D2DE}"/>
              </a:ext>
            </a:extLst>
          </p:cNvPr>
          <p:cNvSpPr>
            <a:spLocks noGrp="1"/>
          </p:cNvSpPr>
          <p:nvPr>
            <p:ph type="dt" sz="half" idx="10"/>
          </p:nvPr>
        </p:nvSpPr>
        <p:spPr/>
        <p:txBody>
          <a:bodyPr/>
          <a:lstStyle/>
          <a:p>
            <a:r>
              <a:rPr lang="en-US" sz="800" dirty="0">
                <a:solidFill>
                  <a:srgbClr val="FFE1AD"/>
                </a:solidFill>
              </a:rPr>
              <a:t>2019</a:t>
            </a:r>
          </a:p>
        </p:txBody>
      </p:sp>
      <p:sp>
        <p:nvSpPr>
          <p:cNvPr id="5" name="Footer Placeholder 4">
            <a:extLst>
              <a:ext uri="{FF2B5EF4-FFF2-40B4-BE49-F238E27FC236}">
                <a16:creationId xmlns:a16="http://schemas.microsoft.com/office/drawing/2014/main" xmlns="" id="{4877CB11-AA22-4894-8F3B-510E3B646473}"/>
              </a:ext>
            </a:extLst>
          </p:cNvPr>
          <p:cNvSpPr>
            <a:spLocks noGrp="1"/>
          </p:cNvSpPr>
          <p:nvPr>
            <p:ph type="ftr" sz="quarter" idx="11"/>
          </p:nvPr>
        </p:nvSpPr>
        <p:spPr/>
        <p:txBody>
          <a:bodyPr/>
          <a:lstStyle/>
          <a:p>
            <a:r>
              <a:rPr lang="en-US" sz="800" dirty="0">
                <a:solidFill>
                  <a:srgbClr val="FFE1AD"/>
                </a:solidFill>
              </a:rPr>
              <a:t>MECQ1203: Artificial Intelligence</a:t>
            </a:r>
          </a:p>
        </p:txBody>
      </p:sp>
      <p:sp>
        <p:nvSpPr>
          <p:cNvPr id="6" name="Slide Number Placeholder 5">
            <a:extLst>
              <a:ext uri="{FF2B5EF4-FFF2-40B4-BE49-F238E27FC236}">
                <a16:creationId xmlns:a16="http://schemas.microsoft.com/office/drawing/2014/main" xmlns="" id="{236EDA3C-DAF8-4E46-A8D7-349C957CDA1C}"/>
              </a:ext>
            </a:extLst>
          </p:cNvPr>
          <p:cNvSpPr>
            <a:spLocks noGrp="1"/>
          </p:cNvSpPr>
          <p:nvPr>
            <p:ph type="sldNum" sz="quarter" idx="12"/>
          </p:nvPr>
        </p:nvSpPr>
        <p:spPr/>
        <p:txBody>
          <a:bodyPr/>
          <a:lstStyle/>
          <a:p>
            <a:fld id="{0362C787-829C-4B6B-B21B-90D8981190F3}" type="slidenum">
              <a:rPr lang="en-US" sz="900" smtClean="0">
                <a:solidFill>
                  <a:srgbClr val="FFE1AD"/>
                </a:solidFill>
              </a:rPr>
              <a:pPr/>
              <a:t>39</a:t>
            </a:fld>
            <a:endParaRPr lang="en-US" sz="900" dirty="0">
              <a:solidFill>
                <a:srgbClr val="FFE1AD"/>
              </a:solidFill>
            </a:endParaRPr>
          </a:p>
        </p:txBody>
      </p:sp>
      <p:sp>
        <p:nvSpPr>
          <p:cNvPr id="8" name="Rectangle 7"/>
          <p:cNvSpPr/>
          <p:nvPr/>
        </p:nvSpPr>
        <p:spPr>
          <a:xfrm>
            <a:off x="1066800" y="304800"/>
            <a:ext cx="8073273" cy="707886"/>
          </a:xfrm>
          <a:prstGeom prst="rect">
            <a:avLst/>
          </a:prstGeom>
        </p:spPr>
        <p:txBody>
          <a:bodyPr wrap="square">
            <a:spAutoFit/>
          </a:bodyPr>
          <a:lstStyle/>
          <a:p>
            <a:pPr algn="ctr"/>
            <a:r>
              <a:rPr lang="en-MY" sz="4000" b="1" dirty="0">
                <a:latin typeface="Roboto" pitchFamily="2" charset="0"/>
                <a:ea typeface="Roboto" pitchFamily="2" charset="0"/>
              </a:rPr>
              <a:t>Evaluation Criteria</a:t>
            </a:r>
            <a:endParaRPr lang="en-MY" sz="4000" b="1" dirty="0">
              <a:solidFill>
                <a:srgbClr val="C00000"/>
              </a:solidFill>
              <a:latin typeface="Roboto" pitchFamily="2" charset="0"/>
              <a:ea typeface="Roboto" pitchFamily="2" charset="0"/>
            </a:endParaRPr>
          </a:p>
        </p:txBody>
      </p:sp>
      <p:graphicFrame>
        <p:nvGraphicFramePr>
          <p:cNvPr id="9" name="Diagram 8"/>
          <p:cNvGraphicFramePr/>
          <p:nvPr>
            <p:extLst>
              <p:ext uri="{D42A27DB-BD31-4B8C-83A1-F6EECF244321}">
                <p14:modId xmlns:p14="http://schemas.microsoft.com/office/powerpoint/2010/main" val="2702247959"/>
              </p:ext>
            </p:extLst>
          </p:nvPr>
        </p:nvGraphicFramePr>
        <p:xfrm>
          <a:off x="469006" y="1603503"/>
          <a:ext cx="8274423" cy="4343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93503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5"/>
          <p:cNvSpPr>
            <a:spLocks noChangeArrowheads="1"/>
          </p:cNvSpPr>
          <p:nvPr/>
        </p:nvSpPr>
        <p:spPr bwMode="auto">
          <a:xfrm>
            <a:off x="152400" y="1447800"/>
            <a:ext cx="6934200" cy="4419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spcBef>
                <a:spcPct val="20000"/>
              </a:spcBef>
              <a:buClr>
                <a:schemeClr val="hlink"/>
              </a:buClr>
              <a:buChar char="•"/>
              <a:defRPr sz="3200">
                <a:solidFill>
                  <a:schemeClr val="tx1"/>
                </a:solidFill>
                <a:effectLst>
                  <a:outerShdw blurRad="38100" dist="38100" dir="2700000" algn="tl">
                    <a:srgbClr val="000000"/>
                  </a:outerShdw>
                </a:effectLst>
                <a:latin typeface="Garamond" panose="02020404030301010803" pitchFamily="18" charset="0"/>
              </a:defRPr>
            </a:lvl1pPr>
            <a:lvl2pPr marL="685800" indent="-285750">
              <a:spcBef>
                <a:spcPct val="20000"/>
              </a:spcBef>
              <a:buChar char="–"/>
              <a:defRPr sz="2800">
                <a:solidFill>
                  <a:schemeClr val="tx1"/>
                </a:solidFill>
                <a:effectLst>
                  <a:outerShdw blurRad="38100" dist="38100" dir="2700000" algn="tl">
                    <a:srgbClr val="000000"/>
                  </a:outerShdw>
                </a:effectLst>
                <a:latin typeface="Garamond" panose="02020404030301010803" pitchFamily="18" charset="0"/>
              </a:defRPr>
            </a:lvl2pPr>
            <a:lvl3pPr marL="1028700" indent="-228600">
              <a:spcBef>
                <a:spcPct val="20000"/>
              </a:spcBef>
              <a:buClr>
                <a:schemeClr val="tx2"/>
              </a:buClr>
              <a:buChar char="•"/>
              <a:defRPr sz="2400">
                <a:solidFill>
                  <a:schemeClr val="tx1"/>
                </a:solidFill>
                <a:effectLst>
                  <a:outerShdw blurRad="38100" dist="38100" dir="2700000" algn="tl">
                    <a:srgbClr val="000000"/>
                  </a:outerShdw>
                </a:effectLst>
                <a:latin typeface="Garamond" panose="02020404030301010803" pitchFamily="18" charset="0"/>
              </a:defRPr>
            </a:lvl3pPr>
            <a:lvl4pPr indent="-228600">
              <a:spcBef>
                <a:spcPct val="20000"/>
              </a:spcBef>
              <a:buChar char="–"/>
              <a:defRPr sz="2000">
                <a:solidFill>
                  <a:schemeClr val="tx1"/>
                </a:solidFill>
                <a:effectLst>
                  <a:outerShdw blurRad="38100" dist="38100" dir="2700000" algn="tl">
                    <a:srgbClr val="000000"/>
                  </a:outerShdw>
                </a:effectLst>
                <a:latin typeface="Garamond" panose="02020404030301010803" pitchFamily="18" charset="0"/>
              </a:defRPr>
            </a:lvl4pPr>
            <a:lvl5pPr marL="1714500" indent="-228600">
              <a:spcBef>
                <a:spcPct val="20000"/>
              </a:spcBef>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5pPr>
            <a:lvl6pPr marL="21717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6pPr>
            <a:lvl7pPr marL="26289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7pPr>
            <a:lvl8pPr marL="30861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8pPr>
            <a:lvl9pPr marL="35433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9pPr>
          </a:lstStyle>
          <a:p>
            <a:pPr eaLnBrk="1" hangingPunct="1">
              <a:lnSpc>
                <a:spcPct val="90000"/>
              </a:lnSpc>
              <a:defRPr/>
            </a:pPr>
            <a:r>
              <a:rPr lang="en-US" altLang="en-US" sz="2400" dirty="0">
                <a:effectLst/>
                <a:latin typeface="Calibri" panose="020F0502020204030204" pitchFamily="34" charset="0"/>
                <a:cs typeface="Calibri" panose="020F0502020204030204" pitchFamily="34" charset="0"/>
              </a:rPr>
              <a:t>completeness</a:t>
            </a:r>
          </a:p>
          <a:p>
            <a:pPr lvl="1" eaLnBrk="1" hangingPunct="1">
              <a:lnSpc>
                <a:spcPct val="90000"/>
              </a:lnSpc>
              <a:defRPr/>
            </a:pPr>
            <a:r>
              <a:rPr lang="en-US" altLang="en-US" sz="2400" dirty="0">
                <a:effectLst/>
                <a:latin typeface="Calibri" panose="020F0502020204030204" pitchFamily="34" charset="0"/>
                <a:cs typeface="Calibri" panose="020F0502020204030204" pitchFamily="34" charset="0"/>
              </a:rPr>
              <a:t>if there is a solution, will it be found</a:t>
            </a:r>
          </a:p>
          <a:p>
            <a:pPr eaLnBrk="1" hangingPunct="1">
              <a:lnSpc>
                <a:spcPct val="90000"/>
              </a:lnSpc>
              <a:defRPr/>
            </a:pPr>
            <a:r>
              <a:rPr lang="en-US" altLang="en-US" sz="2400" dirty="0">
                <a:effectLst/>
                <a:latin typeface="Calibri" panose="020F0502020204030204" pitchFamily="34" charset="0"/>
                <a:cs typeface="Calibri" panose="020F0502020204030204" pitchFamily="34" charset="0"/>
              </a:rPr>
              <a:t>time complexity</a:t>
            </a:r>
          </a:p>
          <a:p>
            <a:pPr lvl="1" eaLnBrk="1" hangingPunct="1">
              <a:lnSpc>
                <a:spcPct val="90000"/>
              </a:lnSpc>
              <a:defRPr/>
            </a:pPr>
            <a:r>
              <a:rPr lang="en-US" altLang="en-US" sz="2400" dirty="0">
                <a:effectLst/>
                <a:latin typeface="Calibri" panose="020F0502020204030204" pitchFamily="34" charset="0"/>
                <a:cs typeface="Calibri" panose="020F0502020204030204" pitchFamily="34" charset="0"/>
              </a:rPr>
              <a:t>how long does it take to find the solution</a:t>
            </a:r>
          </a:p>
          <a:p>
            <a:pPr lvl="1" eaLnBrk="1" hangingPunct="1">
              <a:lnSpc>
                <a:spcPct val="90000"/>
              </a:lnSpc>
              <a:defRPr/>
            </a:pPr>
            <a:r>
              <a:rPr lang="en-US" altLang="en-US" sz="2400" dirty="0">
                <a:effectLst/>
                <a:latin typeface="Calibri" panose="020F0502020204030204" pitchFamily="34" charset="0"/>
                <a:cs typeface="Calibri" panose="020F0502020204030204" pitchFamily="34" charset="0"/>
              </a:rPr>
              <a:t>does not include the time to perform actions</a:t>
            </a:r>
          </a:p>
          <a:p>
            <a:pPr eaLnBrk="1" hangingPunct="1">
              <a:lnSpc>
                <a:spcPct val="90000"/>
              </a:lnSpc>
              <a:defRPr/>
            </a:pPr>
            <a:r>
              <a:rPr lang="en-US" altLang="en-US" sz="2400" dirty="0">
                <a:effectLst/>
                <a:latin typeface="Calibri" panose="020F0502020204030204" pitchFamily="34" charset="0"/>
                <a:cs typeface="Calibri" panose="020F0502020204030204" pitchFamily="34" charset="0"/>
              </a:rPr>
              <a:t>space complexity</a:t>
            </a:r>
          </a:p>
          <a:p>
            <a:pPr lvl="1" eaLnBrk="1" hangingPunct="1">
              <a:lnSpc>
                <a:spcPct val="90000"/>
              </a:lnSpc>
              <a:defRPr/>
            </a:pPr>
            <a:r>
              <a:rPr lang="en-US" altLang="en-US" sz="2400" dirty="0">
                <a:effectLst/>
                <a:latin typeface="Calibri" panose="020F0502020204030204" pitchFamily="34" charset="0"/>
                <a:cs typeface="Calibri" panose="020F0502020204030204" pitchFamily="34" charset="0"/>
              </a:rPr>
              <a:t>memory required for the search</a:t>
            </a:r>
          </a:p>
          <a:p>
            <a:pPr eaLnBrk="1" hangingPunct="1">
              <a:lnSpc>
                <a:spcPct val="90000"/>
              </a:lnSpc>
              <a:defRPr/>
            </a:pPr>
            <a:r>
              <a:rPr lang="en-US" altLang="en-US" sz="2400" dirty="0">
                <a:effectLst/>
                <a:latin typeface="Calibri" panose="020F0502020204030204" pitchFamily="34" charset="0"/>
                <a:cs typeface="Calibri" panose="020F0502020204030204" pitchFamily="34" charset="0"/>
              </a:rPr>
              <a:t>optimality</a:t>
            </a:r>
          </a:p>
          <a:p>
            <a:pPr lvl="1" eaLnBrk="1" hangingPunct="1">
              <a:lnSpc>
                <a:spcPct val="90000"/>
              </a:lnSpc>
              <a:defRPr/>
            </a:pPr>
            <a:r>
              <a:rPr lang="en-US" altLang="en-US" sz="2400" dirty="0">
                <a:effectLst/>
                <a:latin typeface="Calibri" panose="020F0502020204030204" pitchFamily="34" charset="0"/>
                <a:cs typeface="Calibri" panose="020F0502020204030204" pitchFamily="34" charset="0"/>
              </a:rPr>
              <a:t>will the best solution be found</a:t>
            </a:r>
          </a:p>
          <a:p>
            <a:pPr eaLnBrk="1" hangingPunct="1">
              <a:lnSpc>
                <a:spcPct val="90000"/>
              </a:lnSpc>
              <a:buFontTx/>
              <a:buNone/>
              <a:defRPr/>
            </a:pPr>
            <a:r>
              <a:rPr lang="en-US" altLang="en-US" sz="2400" dirty="0">
                <a:effectLst/>
                <a:latin typeface="Calibri" panose="020F0502020204030204" pitchFamily="34" charset="0"/>
                <a:cs typeface="Calibri" panose="020F0502020204030204" pitchFamily="34" charset="0"/>
              </a:rPr>
              <a:t>main factors for complexity considerations:</a:t>
            </a:r>
          </a:p>
          <a:p>
            <a:pPr eaLnBrk="1" hangingPunct="1">
              <a:lnSpc>
                <a:spcPct val="90000"/>
              </a:lnSpc>
              <a:buFontTx/>
              <a:buNone/>
              <a:defRPr/>
            </a:pPr>
            <a:r>
              <a:rPr lang="en-US" altLang="en-US" sz="2400" dirty="0">
                <a:effectLst/>
                <a:latin typeface="Calibri" panose="020F0502020204030204" pitchFamily="34" charset="0"/>
                <a:cs typeface="Calibri" panose="020F0502020204030204" pitchFamily="34" charset="0"/>
              </a:rPr>
              <a:t>	</a:t>
            </a:r>
            <a:r>
              <a:rPr lang="en-US" altLang="en-US" sz="2000" dirty="0">
                <a:effectLst/>
                <a:latin typeface="Calibri" panose="020F0502020204030204" pitchFamily="34" charset="0"/>
                <a:cs typeface="Calibri" panose="020F0502020204030204" pitchFamily="34" charset="0"/>
              </a:rPr>
              <a:t>branching factor </a:t>
            </a:r>
            <a:r>
              <a:rPr lang="en-US" altLang="en-US" sz="2000" i="1" dirty="0">
                <a:effectLst/>
                <a:latin typeface="Calibri" panose="020F0502020204030204" pitchFamily="34" charset="0"/>
                <a:cs typeface="Calibri" panose="020F0502020204030204" pitchFamily="34" charset="0"/>
              </a:rPr>
              <a:t>b</a:t>
            </a:r>
            <a:r>
              <a:rPr lang="en-US" altLang="en-US" sz="2000" dirty="0">
                <a:effectLst/>
                <a:latin typeface="Calibri" panose="020F0502020204030204" pitchFamily="34" charset="0"/>
                <a:cs typeface="Calibri" panose="020F0502020204030204" pitchFamily="34" charset="0"/>
              </a:rPr>
              <a:t>, depth </a:t>
            </a:r>
            <a:r>
              <a:rPr lang="en-US" altLang="en-US" sz="2000" i="1" dirty="0">
                <a:effectLst/>
                <a:latin typeface="Calibri" panose="020F0502020204030204" pitchFamily="34" charset="0"/>
                <a:cs typeface="Calibri" panose="020F0502020204030204" pitchFamily="34" charset="0"/>
              </a:rPr>
              <a:t>d</a:t>
            </a:r>
            <a:r>
              <a:rPr lang="en-US" altLang="en-US" sz="2000" dirty="0">
                <a:effectLst/>
                <a:latin typeface="Calibri" panose="020F0502020204030204" pitchFamily="34" charset="0"/>
                <a:cs typeface="Calibri" panose="020F0502020204030204" pitchFamily="34" charset="0"/>
              </a:rPr>
              <a:t> of the shallowest goal node, maximum path length, </a:t>
            </a:r>
            <a:r>
              <a:rPr lang="en-US" altLang="en-US" sz="2000" i="1" dirty="0">
                <a:effectLst/>
                <a:latin typeface="Calibri" panose="020F0502020204030204" pitchFamily="34" charset="0"/>
                <a:cs typeface="Calibri" panose="020F0502020204030204" pitchFamily="34" charset="0"/>
              </a:rPr>
              <a:t>m</a:t>
            </a:r>
          </a:p>
        </p:txBody>
      </p:sp>
      <p:sp>
        <p:nvSpPr>
          <p:cNvPr id="4" name="Rectangle 3"/>
          <p:cNvSpPr/>
          <p:nvPr/>
        </p:nvSpPr>
        <p:spPr>
          <a:xfrm>
            <a:off x="1066800" y="304800"/>
            <a:ext cx="8073273" cy="707886"/>
          </a:xfrm>
          <a:prstGeom prst="rect">
            <a:avLst/>
          </a:prstGeom>
        </p:spPr>
        <p:txBody>
          <a:bodyPr wrap="square">
            <a:spAutoFit/>
          </a:bodyPr>
          <a:lstStyle/>
          <a:p>
            <a:pPr algn="ctr"/>
            <a:r>
              <a:rPr lang="en-MY" sz="4000" b="1" dirty="0">
                <a:latin typeface="Roboto" pitchFamily="2" charset="0"/>
                <a:ea typeface="Roboto" pitchFamily="2" charset="0"/>
              </a:rPr>
              <a:t>Evaluation Criteria</a:t>
            </a:r>
          </a:p>
        </p:txBody>
      </p:sp>
      <p:sp>
        <p:nvSpPr>
          <p:cNvPr id="5" name="Flowchart: Process 4"/>
          <p:cNvSpPr/>
          <p:nvPr/>
        </p:nvSpPr>
        <p:spPr>
          <a:xfrm>
            <a:off x="6934200" y="2895600"/>
            <a:ext cx="2205872" cy="1200329"/>
          </a:xfrm>
          <a:prstGeom prst="flowChartProcess">
            <a:avLst/>
          </a:prstGeom>
          <a:noFill/>
        </p:spPr>
        <p:txBody>
          <a:bodyPr wrap="square">
            <a:spAutoFit/>
          </a:bodyPr>
          <a:lstStyle/>
          <a:p>
            <a:pPr indent="-285750">
              <a:lnSpc>
                <a:spcPct val="90000"/>
              </a:lnSpc>
              <a:spcBef>
                <a:spcPct val="20000"/>
              </a:spcBef>
              <a:defRPr/>
            </a:pPr>
            <a:r>
              <a:rPr lang="en-MY" sz="2000" dirty="0">
                <a:latin typeface="Calibri" panose="020F0502020204030204" pitchFamily="34" charset="0"/>
                <a:cs typeface="Calibri" panose="020F0502020204030204" pitchFamily="34" charset="0"/>
              </a:rPr>
              <a:t>Time and space complexity are measured in terms of </a:t>
            </a:r>
            <a:r>
              <a:rPr lang="en-MY" sz="2000" i="1" dirty="0">
                <a:latin typeface="Calibri" panose="020F0502020204030204" pitchFamily="34" charset="0"/>
                <a:cs typeface="Calibri" panose="020F0502020204030204" pitchFamily="34" charset="0"/>
              </a:rPr>
              <a:t>b, d, m </a:t>
            </a:r>
          </a:p>
        </p:txBody>
      </p:sp>
      <p:sp>
        <p:nvSpPr>
          <p:cNvPr id="3" name="Right Brace 2"/>
          <p:cNvSpPr/>
          <p:nvPr/>
        </p:nvSpPr>
        <p:spPr>
          <a:xfrm>
            <a:off x="6324600" y="2362200"/>
            <a:ext cx="609600" cy="1895564"/>
          </a:xfrm>
          <a:prstGeom prst="rightBrac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Tree>
    <p:extLst>
      <p:ext uri="{BB962C8B-B14F-4D97-AF65-F5344CB8AC3E}">
        <p14:creationId xmlns:p14="http://schemas.microsoft.com/office/powerpoint/2010/main" val="42402056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5"/>
          <p:cNvSpPr>
            <a:spLocks noChangeArrowheads="1"/>
          </p:cNvSpPr>
          <p:nvPr/>
        </p:nvSpPr>
        <p:spPr bwMode="auto">
          <a:xfrm>
            <a:off x="609600" y="1752601"/>
            <a:ext cx="7772400" cy="411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342900" indent="-342900">
              <a:spcBef>
                <a:spcPct val="20000"/>
              </a:spcBef>
              <a:buClr>
                <a:schemeClr val="hlink"/>
              </a:buClr>
              <a:buChar char="•"/>
              <a:defRPr sz="3200">
                <a:solidFill>
                  <a:schemeClr val="tx1"/>
                </a:solidFill>
                <a:effectLst>
                  <a:outerShdw blurRad="38100" dist="38100" dir="2700000" algn="tl">
                    <a:srgbClr val="000000"/>
                  </a:outerShdw>
                </a:effectLst>
                <a:latin typeface="Garamond" panose="02020404030301010803" pitchFamily="18" charset="0"/>
              </a:defRPr>
            </a:lvl1pPr>
            <a:lvl2pPr marL="742950" indent="-285750">
              <a:spcBef>
                <a:spcPct val="20000"/>
              </a:spcBef>
              <a:buChar char="–"/>
              <a:defRPr sz="2800">
                <a:solidFill>
                  <a:schemeClr val="tx1"/>
                </a:solidFill>
                <a:effectLst>
                  <a:outerShdw blurRad="38100" dist="38100" dir="2700000" algn="tl">
                    <a:srgbClr val="000000"/>
                  </a:outerShdw>
                </a:effectLst>
                <a:latin typeface="Garamond" panose="02020404030301010803" pitchFamily="18" charset="0"/>
              </a:defRPr>
            </a:lvl2pPr>
            <a:lvl3pPr marL="1143000" indent="-228600">
              <a:spcBef>
                <a:spcPct val="20000"/>
              </a:spcBef>
              <a:buClr>
                <a:schemeClr val="tx2"/>
              </a:buClr>
              <a:buChar char="•"/>
              <a:defRPr sz="2400">
                <a:solidFill>
                  <a:schemeClr val="tx1"/>
                </a:solidFill>
                <a:effectLst>
                  <a:outerShdw blurRad="38100" dist="38100" dir="2700000" algn="tl">
                    <a:srgbClr val="000000"/>
                  </a:outerShdw>
                </a:effectLst>
                <a:latin typeface="Garamond" panose="02020404030301010803" pitchFamily="18" charset="0"/>
              </a:defRPr>
            </a:lvl3pPr>
            <a:lvl4pPr marL="1600200" indent="-228600">
              <a:spcBef>
                <a:spcPct val="20000"/>
              </a:spcBef>
              <a:buChar char="–"/>
              <a:defRPr sz="2000">
                <a:solidFill>
                  <a:schemeClr val="tx1"/>
                </a:solidFill>
                <a:effectLst>
                  <a:outerShdw blurRad="38100" dist="38100" dir="2700000" algn="tl">
                    <a:srgbClr val="000000"/>
                  </a:outerShdw>
                </a:effectLst>
                <a:latin typeface="Garamond" panose="02020404030301010803" pitchFamily="18" charset="0"/>
              </a:defRPr>
            </a:lvl4pPr>
            <a:lvl5pPr marL="2057400" indent="-228600">
              <a:spcBef>
                <a:spcPct val="20000"/>
              </a:spcBef>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5pPr>
            <a:lvl6pPr marL="25146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6pPr>
            <a:lvl7pPr marL="29718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7pPr>
            <a:lvl8pPr marL="34290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8pPr>
            <a:lvl9pPr marL="3886200" indent="-22860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Garamond" panose="02020404030301010803" pitchFamily="18" charset="0"/>
              </a:defRPr>
            </a:lvl9pPr>
          </a:lstStyle>
          <a:p>
            <a:pPr eaLnBrk="1" hangingPunct="1">
              <a:defRPr/>
            </a:pPr>
            <a:r>
              <a:rPr lang="en-US" altLang="en-US" sz="2400" dirty="0">
                <a:effectLst/>
                <a:latin typeface="Calibri" panose="020F0502020204030204" pitchFamily="34" charset="0"/>
                <a:cs typeface="Calibri" panose="020F0502020204030204" pitchFamily="34" charset="0"/>
              </a:rPr>
              <a:t>The </a:t>
            </a:r>
            <a:r>
              <a:rPr lang="en-US" altLang="en-US" sz="2400" dirty="0">
                <a:solidFill>
                  <a:srgbClr val="0070C0"/>
                </a:solidFill>
                <a:effectLst/>
                <a:latin typeface="Calibri" panose="020F0502020204030204" pitchFamily="34" charset="0"/>
                <a:cs typeface="Calibri" panose="020F0502020204030204" pitchFamily="34" charset="0"/>
              </a:rPr>
              <a:t>search cost </a:t>
            </a:r>
            <a:r>
              <a:rPr lang="en-US" altLang="en-US" sz="2400" dirty="0">
                <a:effectLst/>
                <a:latin typeface="Calibri" panose="020F0502020204030204" pitchFamily="34" charset="0"/>
                <a:cs typeface="Calibri" panose="020F0502020204030204" pitchFamily="34" charset="0"/>
              </a:rPr>
              <a:t>indicates how expensive it is to generate a solution</a:t>
            </a:r>
          </a:p>
          <a:p>
            <a:pPr lvl="1" eaLnBrk="1" hangingPunct="1">
              <a:defRPr/>
            </a:pPr>
            <a:r>
              <a:rPr lang="en-US" altLang="en-US" sz="2400" dirty="0">
                <a:effectLst/>
                <a:latin typeface="Calibri" panose="020F0502020204030204" pitchFamily="34" charset="0"/>
                <a:cs typeface="Calibri" panose="020F0502020204030204" pitchFamily="34" charset="0"/>
              </a:rPr>
              <a:t>Time complexity (e.g. number of nodes generated) is usually the main factor</a:t>
            </a:r>
          </a:p>
          <a:p>
            <a:pPr lvl="1" eaLnBrk="1" hangingPunct="1">
              <a:defRPr/>
            </a:pPr>
            <a:r>
              <a:rPr lang="en-US" altLang="en-US" sz="2400" dirty="0">
                <a:effectLst/>
                <a:latin typeface="Calibri" panose="020F0502020204030204" pitchFamily="34" charset="0"/>
                <a:cs typeface="Calibri" panose="020F0502020204030204" pitchFamily="34" charset="0"/>
              </a:rPr>
              <a:t>Sometimes space complexity (memory usage) is considered as well</a:t>
            </a:r>
          </a:p>
          <a:p>
            <a:pPr eaLnBrk="1" hangingPunct="1">
              <a:defRPr/>
            </a:pPr>
            <a:r>
              <a:rPr lang="en-US" altLang="en-US" sz="2400" dirty="0">
                <a:solidFill>
                  <a:srgbClr val="0070C0"/>
                </a:solidFill>
                <a:effectLst/>
                <a:latin typeface="Calibri" panose="020F0502020204030204" pitchFamily="34" charset="0"/>
                <a:cs typeface="Calibri" panose="020F0502020204030204" pitchFamily="34" charset="0"/>
              </a:rPr>
              <a:t>Path cost </a:t>
            </a:r>
            <a:r>
              <a:rPr lang="en-US" altLang="en-US" sz="2400" dirty="0">
                <a:effectLst/>
                <a:latin typeface="Calibri" panose="020F0502020204030204" pitchFamily="34" charset="0"/>
                <a:cs typeface="Calibri" panose="020F0502020204030204" pitchFamily="34" charset="0"/>
              </a:rPr>
              <a:t>indicates how expensive it is to execute the solution found in the search</a:t>
            </a:r>
          </a:p>
          <a:p>
            <a:pPr lvl="1" eaLnBrk="1" hangingPunct="1">
              <a:defRPr/>
            </a:pPr>
            <a:r>
              <a:rPr lang="en-US" altLang="en-US" sz="2400" dirty="0">
                <a:effectLst/>
                <a:latin typeface="Calibri" panose="020F0502020204030204" pitchFamily="34" charset="0"/>
                <a:cs typeface="Calibri" panose="020F0502020204030204" pitchFamily="34" charset="0"/>
              </a:rPr>
              <a:t>distinct from the search cost, but often related</a:t>
            </a:r>
          </a:p>
          <a:p>
            <a:pPr eaLnBrk="1" hangingPunct="1">
              <a:defRPr/>
            </a:pPr>
            <a:r>
              <a:rPr lang="en-US" altLang="en-US" sz="2400" dirty="0">
                <a:solidFill>
                  <a:srgbClr val="0070C0"/>
                </a:solidFill>
                <a:effectLst/>
                <a:latin typeface="Calibri" panose="020F0502020204030204" pitchFamily="34" charset="0"/>
                <a:cs typeface="Calibri" panose="020F0502020204030204" pitchFamily="34" charset="0"/>
              </a:rPr>
              <a:t>Total cost </a:t>
            </a:r>
            <a:r>
              <a:rPr lang="en-US" altLang="en-US" sz="2400" dirty="0">
                <a:effectLst/>
                <a:latin typeface="Calibri" panose="020F0502020204030204" pitchFamily="34" charset="0"/>
                <a:cs typeface="Calibri" panose="020F0502020204030204" pitchFamily="34" charset="0"/>
              </a:rPr>
              <a:t>is the sum of search and path costs</a:t>
            </a:r>
          </a:p>
        </p:txBody>
      </p:sp>
      <p:sp>
        <p:nvSpPr>
          <p:cNvPr id="5" name="Rectangle 4"/>
          <p:cNvSpPr/>
          <p:nvPr/>
        </p:nvSpPr>
        <p:spPr>
          <a:xfrm>
            <a:off x="1066800" y="304800"/>
            <a:ext cx="8073273" cy="707886"/>
          </a:xfrm>
          <a:prstGeom prst="rect">
            <a:avLst/>
          </a:prstGeom>
        </p:spPr>
        <p:txBody>
          <a:bodyPr wrap="square">
            <a:spAutoFit/>
          </a:bodyPr>
          <a:lstStyle/>
          <a:p>
            <a:pPr algn="ctr"/>
            <a:r>
              <a:rPr lang="en-MY" sz="4000" b="1" dirty="0">
                <a:latin typeface="Roboto" pitchFamily="2" charset="0"/>
                <a:ea typeface="Roboto" pitchFamily="2" charset="0"/>
              </a:rPr>
              <a:t>Search and Path Cost</a:t>
            </a:r>
          </a:p>
        </p:txBody>
      </p:sp>
    </p:spTree>
    <p:extLst>
      <p:ext uri="{BB962C8B-B14F-4D97-AF65-F5344CB8AC3E}">
        <p14:creationId xmlns:p14="http://schemas.microsoft.com/office/powerpoint/2010/main" val="29715012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2625</Words>
  <Application>Microsoft Office PowerPoint</Application>
  <PresentationFormat>On-screen Show (4:3)</PresentationFormat>
  <Paragraphs>428</Paragraphs>
  <Slides>41</Slides>
  <Notes>11</Notes>
  <HiddenSlides>2</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41</vt:i4>
      </vt:variant>
    </vt:vector>
  </HeadingPairs>
  <TitlesOfParts>
    <vt:vector size="51" baseType="lpstr">
      <vt:lpstr>ＭＳ Ｐゴシック</vt:lpstr>
      <vt:lpstr>Arial</vt:lpstr>
      <vt:lpstr>Baskerville Old Face</vt:lpstr>
      <vt:lpstr>Calibri</vt:lpstr>
      <vt:lpstr>Garamond</vt:lpstr>
      <vt:lpstr>Open Sans</vt:lpstr>
      <vt:lpstr>Roboto</vt:lpstr>
      <vt:lpstr>Wingdings</vt:lpstr>
      <vt:lpstr>Office Theme</vt:lpstr>
      <vt:lpstr>Custom Design</vt:lpstr>
      <vt:lpstr>Search Algorithms</vt:lpstr>
      <vt:lpstr>PowerPoint Presentation</vt:lpstr>
      <vt:lpstr>PowerPoint Presentation</vt:lpstr>
      <vt:lpstr>PowerPoint Presentation</vt:lpstr>
      <vt:lpstr>PowerPoint Presentation</vt:lpstr>
      <vt:lpstr>PowerPoint Presentation</vt:lpstr>
      <vt:lpstr>Example of State Space</vt:lpstr>
      <vt:lpstr>Example of Graph Theory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Driven &amp; Goal Driven Approach </vt:lpstr>
      <vt:lpstr>PowerPoint Presentation</vt:lpstr>
      <vt:lpstr>Data-Driven Approach</vt:lpstr>
      <vt:lpstr>Goal-Driven Approach</vt:lpstr>
      <vt:lpstr>Goal-Driven Approach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Algorithms</dc:title>
  <dc:creator>ASRAFUL SYIFAA' BINTI AHMAD</dc:creator>
  <cp:lastModifiedBy>RUHAIDA</cp:lastModifiedBy>
  <cp:revision>7</cp:revision>
  <dcterms:created xsi:type="dcterms:W3CDTF">2019-09-22T05:53:42Z</dcterms:created>
  <dcterms:modified xsi:type="dcterms:W3CDTF">2019-10-11T14:02:07Z</dcterms:modified>
</cp:coreProperties>
</file>