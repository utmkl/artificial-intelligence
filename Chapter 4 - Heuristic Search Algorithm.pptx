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wdp" ContentType="image/vnd.ms-photo"/>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60" r:id="rId2"/>
  </p:sldMasterIdLst>
  <p:notesMasterIdLst>
    <p:notesMasterId r:id="rId43"/>
  </p:notesMasterIdLst>
  <p:sldIdLst>
    <p:sldId id="256" r:id="rId3"/>
    <p:sldId id="257" r:id="rId4"/>
    <p:sldId id="271" r:id="rId5"/>
    <p:sldId id="359" r:id="rId6"/>
    <p:sldId id="362" r:id="rId7"/>
    <p:sldId id="363" r:id="rId8"/>
    <p:sldId id="360" r:id="rId9"/>
    <p:sldId id="361" r:id="rId10"/>
    <p:sldId id="357" r:id="rId11"/>
    <p:sldId id="286" r:id="rId12"/>
    <p:sldId id="368" r:id="rId13"/>
    <p:sldId id="369" r:id="rId14"/>
    <p:sldId id="370" r:id="rId15"/>
    <p:sldId id="367" r:id="rId16"/>
    <p:sldId id="365" r:id="rId17"/>
    <p:sldId id="371" r:id="rId18"/>
    <p:sldId id="372" r:id="rId19"/>
    <p:sldId id="373" r:id="rId20"/>
    <p:sldId id="374" r:id="rId21"/>
    <p:sldId id="364" r:id="rId22"/>
    <p:sldId id="375" r:id="rId23"/>
    <p:sldId id="376" r:id="rId24"/>
    <p:sldId id="377" r:id="rId25"/>
    <p:sldId id="378" r:id="rId26"/>
    <p:sldId id="379" r:id="rId27"/>
    <p:sldId id="380" r:id="rId28"/>
    <p:sldId id="381" r:id="rId29"/>
    <p:sldId id="382" r:id="rId30"/>
    <p:sldId id="383" r:id="rId31"/>
    <p:sldId id="391" r:id="rId32"/>
    <p:sldId id="393" r:id="rId33"/>
    <p:sldId id="392" r:id="rId34"/>
    <p:sldId id="388" r:id="rId35"/>
    <p:sldId id="384" r:id="rId36"/>
    <p:sldId id="385" r:id="rId37"/>
    <p:sldId id="394" r:id="rId38"/>
    <p:sldId id="395" r:id="rId39"/>
    <p:sldId id="387" r:id="rId40"/>
    <p:sldId id="389" r:id="rId41"/>
    <p:sldId id="390" r:id="rId4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00"/>
    <a:srgbClr val="3898B2"/>
    <a:srgbClr val="358BA2"/>
    <a:srgbClr val="008000"/>
    <a:srgbClr val="0070C0"/>
    <a:srgbClr val="0099FF"/>
    <a:srgbClr val="984807"/>
    <a:srgbClr val="F79646"/>
    <a:srgbClr val="9D3B38"/>
    <a:srgbClr val="FFE1A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77" autoAdjust="0"/>
    <p:restoredTop sz="85894" autoAdjust="0"/>
  </p:normalViewPr>
  <p:slideViewPr>
    <p:cSldViewPr>
      <p:cViewPr varScale="1">
        <p:scale>
          <a:sx n="63" d="100"/>
          <a:sy n="63" d="100"/>
        </p:scale>
        <p:origin x="1590"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2B00932-6A39-419A-A0E5-2EA8C15716D4}" type="doc">
      <dgm:prSet loTypeId="urn:microsoft.com/office/officeart/2009/3/layout/HorizontalOrganizationChart" loCatId="hierarchy" qsTypeId="urn:microsoft.com/office/officeart/2005/8/quickstyle/simple1" qsCatId="simple" csTypeId="urn:microsoft.com/office/officeart/2005/8/colors/colorful1" csCatId="colorful" phldr="1"/>
      <dgm:spPr/>
      <dgm:t>
        <a:bodyPr/>
        <a:lstStyle/>
        <a:p>
          <a:endParaRPr lang="en-US"/>
        </a:p>
      </dgm:t>
    </dgm:pt>
    <dgm:pt modelId="{6CB4EE15-19F7-4AF9-8D8F-8EBBB944EB72}">
      <dgm:prSet phldrT="[Text]" custT="1"/>
      <dgm:spPr>
        <a:solidFill>
          <a:schemeClr val="tx1">
            <a:lumMod val="50000"/>
            <a:lumOff val="50000"/>
          </a:schemeClr>
        </a:solidFill>
      </dgm:spPr>
      <dgm:t>
        <a:bodyPr/>
        <a:lstStyle/>
        <a:p>
          <a:r>
            <a:rPr lang="en-US" sz="2000" dirty="0"/>
            <a:t>Heuristic Search</a:t>
          </a:r>
        </a:p>
      </dgm:t>
    </dgm:pt>
    <dgm:pt modelId="{7CCC0AB5-6387-435B-89D2-5B8523E60A3A}" type="parTrans" cxnId="{C00CEB80-EFF0-4A1A-9133-449038007D74}">
      <dgm:prSet/>
      <dgm:spPr/>
      <dgm:t>
        <a:bodyPr/>
        <a:lstStyle/>
        <a:p>
          <a:endParaRPr lang="en-US" sz="2000"/>
        </a:p>
      </dgm:t>
    </dgm:pt>
    <dgm:pt modelId="{38FD4ABB-E692-4F58-9818-F3ECA0AF8392}" type="sibTrans" cxnId="{C00CEB80-EFF0-4A1A-9133-449038007D74}">
      <dgm:prSet/>
      <dgm:spPr/>
      <dgm:t>
        <a:bodyPr/>
        <a:lstStyle/>
        <a:p>
          <a:endParaRPr lang="en-US" sz="2000"/>
        </a:p>
      </dgm:t>
    </dgm:pt>
    <dgm:pt modelId="{F6943E73-7558-4B12-807D-8B072F5CC7D0}">
      <dgm:prSet phldrT="[Text]" custT="1"/>
      <dgm:spPr>
        <a:solidFill>
          <a:srgbClr val="00B0F0"/>
        </a:solidFill>
      </dgm:spPr>
      <dgm:t>
        <a:bodyPr/>
        <a:lstStyle/>
        <a:p>
          <a:r>
            <a:rPr lang="en-US" sz="2000" dirty="0"/>
            <a:t>Weak Techniques</a:t>
          </a:r>
        </a:p>
      </dgm:t>
    </dgm:pt>
    <dgm:pt modelId="{9152905C-A22D-44FA-AC1C-9F297A8BDB52}" type="parTrans" cxnId="{AC10EB03-76A1-44F8-B732-7FC36F849689}">
      <dgm:prSet/>
      <dgm:spPr/>
      <dgm:t>
        <a:bodyPr/>
        <a:lstStyle/>
        <a:p>
          <a:endParaRPr lang="en-US" sz="2000"/>
        </a:p>
      </dgm:t>
    </dgm:pt>
    <dgm:pt modelId="{9FDBE2CA-7E0C-4DC2-B939-20A9BC6F3E00}" type="sibTrans" cxnId="{AC10EB03-76A1-44F8-B732-7FC36F849689}">
      <dgm:prSet/>
      <dgm:spPr/>
      <dgm:t>
        <a:bodyPr/>
        <a:lstStyle/>
        <a:p>
          <a:endParaRPr lang="en-US" sz="2000"/>
        </a:p>
      </dgm:t>
    </dgm:pt>
    <dgm:pt modelId="{CECF2A6F-4ED5-4C53-8630-2967148AD33A}">
      <dgm:prSet phldrT="[Text]" custT="1"/>
      <dgm:spPr>
        <a:solidFill>
          <a:srgbClr val="C00000"/>
        </a:solidFill>
      </dgm:spPr>
      <dgm:t>
        <a:bodyPr/>
        <a:lstStyle/>
        <a:p>
          <a:r>
            <a:rPr lang="en-US" sz="2000" dirty="0"/>
            <a:t>Direct Techniques</a:t>
          </a:r>
        </a:p>
      </dgm:t>
    </dgm:pt>
    <dgm:pt modelId="{2FE8883A-B016-47CD-A8F7-BF039F70F4A1}" type="parTrans" cxnId="{A84158F6-0804-4546-9CCD-9CC5E2BFF9EA}">
      <dgm:prSet/>
      <dgm:spPr/>
      <dgm:t>
        <a:bodyPr/>
        <a:lstStyle/>
        <a:p>
          <a:endParaRPr lang="en-US" sz="2000"/>
        </a:p>
      </dgm:t>
    </dgm:pt>
    <dgm:pt modelId="{6C86B031-6AF8-4AD8-B197-C6D4EF708358}" type="sibTrans" cxnId="{A84158F6-0804-4546-9CCD-9CC5E2BFF9EA}">
      <dgm:prSet/>
      <dgm:spPr/>
      <dgm:t>
        <a:bodyPr/>
        <a:lstStyle/>
        <a:p>
          <a:endParaRPr lang="en-US" sz="2000"/>
        </a:p>
      </dgm:t>
    </dgm:pt>
    <dgm:pt modelId="{CE62C9B3-2699-4ED5-861B-A572788D0DD9}">
      <dgm:prSet phldrT="[Text]" custT="1"/>
      <dgm:spPr>
        <a:solidFill>
          <a:schemeClr val="accent2">
            <a:lumMod val="75000"/>
          </a:schemeClr>
        </a:solidFill>
      </dgm:spPr>
      <dgm:t>
        <a:bodyPr/>
        <a:lstStyle/>
        <a:p>
          <a:pPr algn="ctr"/>
          <a:r>
            <a:rPr lang="en-US" sz="1600" dirty="0"/>
            <a:t> Breadth First Search (BFS)</a:t>
          </a:r>
        </a:p>
      </dgm:t>
    </dgm:pt>
    <dgm:pt modelId="{6C2AE1AE-6C44-492E-9801-F2B8FE29DC86}" type="parTrans" cxnId="{213DF411-73FE-4AC3-80B1-7DB3A1ED2BB9}">
      <dgm:prSet/>
      <dgm:spPr>
        <a:ln>
          <a:solidFill>
            <a:srgbClr val="C00000"/>
          </a:solidFill>
        </a:ln>
      </dgm:spPr>
      <dgm:t>
        <a:bodyPr/>
        <a:lstStyle/>
        <a:p>
          <a:endParaRPr lang="en-US" sz="2000"/>
        </a:p>
      </dgm:t>
    </dgm:pt>
    <dgm:pt modelId="{96DABA5A-18E2-464A-860C-C252C719DAD8}" type="sibTrans" cxnId="{213DF411-73FE-4AC3-80B1-7DB3A1ED2BB9}">
      <dgm:prSet/>
      <dgm:spPr/>
      <dgm:t>
        <a:bodyPr/>
        <a:lstStyle/>
        <a:p>
          <a:endParaRPr lang="en-US" sz="2000"/>
        </a:p>
      </dgm:t>
    </dgm:pt>
    <dgm:pt modelId="{9F0FE421-EC14-4922-A8EC-AD5D054DFF4B}">
      <dgm:prSet phldrT="[Text]" custT="1"/>
      <dgm:spPr>
        <a:solidFill>
          <a:schemeClr val="accent2">
            <a:lumMod val="75000"/>
          </a:schemeClr>
        </a:solidFill>
      </dgm:spPr>
      <dgm:t>
        <a:bodyPr/>
        <a:lstStyle/>
        <a:p>
          <a:pPr algn="ctr"/>
          <a:r>
            <a:rPr lang="en-US" sz="1600" dirty="0"/>
            <a:t>Depth First Search (DFS)</a:t>
          </a:r>
        </a:p>
      </dgm:t>
    </dgm:pt>
    <dgm:pt modelId="{FFA64297-4048-47D3-8671-0A5A1B647EF9}" type="parTrans" cxnId="{F59C357E-F982-4C3A-AEF2-DE6D8DDD0031}">
      <dgm:prSet/>
      <dgm:spPr>
        <a:ln>
          <a:solidFill>
            <a:srgbClr val="C00000"/>
          </a:solidFill>
        </a:ln>
      </dgm:spPr>
      <dgm:t>
        <a:bodyPr/>
        <a:lstStyle/>
        <a:p>
          <a:endParaRPr lang="en-US" sz="2000"/>
        </a:p>
      </dgm:t>
    </dgm:pt>
    <dgm:pt modelId="{7FC85F27-2302-4FDC-A8EC-F328DFC8B24E}" type="sibTrans" cxnId="{F59C357E-F982-4C3A-AEF2-DE6D8DDD0031}">
      <dgm:prSet/>
      <dgm:spPr/>
      <dgm:t>
        <a:bodyPr/>
        <a:lstStyle/>
        <a:p>
          <a:endParaRPr lang="en-US" sz="2000"/>
        </a:p>
      </dgm:t>
    </dgm:pt>
    <dgm:pt modelId="{8E43C5BF-2378-45DD-AFD5-0B58E8E95A53}">
      <dgm:prSet phldrT="[Text]" custT="1"/>
      <dgm:spPr>
        <a:solidFill>
          <a:schemeClr val="accent5">
            <a:lumMod val="75000"/>
          </a:schemeClr>
        </a:solidFill>
      </dgm:spPr>
      <dgm:t>
        <a:bodyPr/>
        <a:lstStyle/>
        <a:p>
          <a:pPr algn="ctr"/>
          <a:r>
            <a:rPr lang="en-US" sz="1600" dirty="0"/>
            <a:t>Best-First Search</a:t>
          </a:r>
        </a:p>
      </dgm:t>
    </dgm:pt>
    <dgm:pt modelId="{81651DC4-B606-4875-B7EC-3FEEC064C37C}" type="parTrans" cxnId="{DE660945-BA5C-468A-80B8-CAF8307F5F4C}">
      <dgm:prSet/>
      <dgm:spPr>
        <a:ln>
          <a:solidFill>
            <a:srgbClr val="0070C0"/>
          </a:solidFill>
        </a:ln>
      </dgm:spPr>
      <dgm:t>
        <a:bodyPr/>
        <a:lstStyle/>
        <a:p>
          <a:endParaRPr lang="en-US" sz="2000"/>
        </a:p>
      </dgm:t>
    </dgm:pt>
    <dgm:pt modelId="{010893C5-1028-43D4-943B-592379F0366E}" type="sibTrans" cxnId="{DE660945-BA5C-468A-80B8-CAF8307F5F4C}">
      <dgm:prSet/>
      <dgm:spPr/>
      <dgm:t>
        <a:bodyPr/>
        <a:lstStyle/>
        <a:p>
          <a:endParaRPr lang="en-US" sz="2000"/>
        </a:p>
      </dgm:t>
    </dgm:pt>
    <dgm:pt modelId="{710E3CD9-15D3-46DC-B7CC-726F3CC7FE66}">
      <dgm:prSet custT="1"/>
      <dgm:spPr>
        <a:solidFill>
          <a:schemeClr val="accent5">
            <a:lumMod val="75000"/>
          </a:schemeClr>
        </a:solidFill>
      </dgm:spPr>
      <dgm:t>
        <a:bodyPr/>
        <a:lstStyle/>
        <a:p>
          <a:pPr algn="ctr"/>
          <a:r>
            <a:rPr lang="en-US" sz="1600" dirty="0"/>
            <a:t>A* Search</a:t>
          </a:r>
        </a:p>
      </dgm:t>
    </dgm:pt>
    <dgm:pt modelId="{61AF0E1C-9C92-4B3F-8D22-484E9E7B2962}" type="parTrans" cxnId="{FE8E0A10-6230-48B8-8760-CC54E771487A}">
      <dgm:prSet/>
      <dgm:spPr>
        <a:ln>
          <a:solidFill>
            <a:srgbClr val="0070C0"/>
          </a:solidFill>
        </a:ln>
      </dgm:spPr>
      <dgm:t>
        <a:bodyPr/>
        <a:lstStyle/>
        <a:p>
          <a:endParaRPr lang="en-US" sz="2000"/>
        </a:p>
      </dgm:t>
    </dgm:pt>
    <dgm:pt modelId="{8CF51A93-5FD7-4FCC-9C10-705E7213C68F}" type="sibTrans" cxnId="{FE8E0A10-6230-48B8-8760-CC54E771487A}">
      <dgm:prSet/>
      <dgm:spPr/>
      <dgm:t>
        <a:bodyPr/>
        <a:lstStyle/>
        <a:p>
          <a:endParaRPr lang="en-US" sz="2000"/>
        </a:p>
      </dgm:t>
    </dgm:pt>
    <dgm:pt modelId="{7F59530A-46D0-4A4C-95B4-6BDAEA436959}">
      <dgm:prSet custT="1"/>
      <dgm:spPr>
        <a:solidFill>
          <a:schemeClr val="accent5">
            <a:lumMod val="75000"/>
          </a:schemeClr>
        </a:solidFill>
      </dgm:spPr>
      <dgm:t>
        <a:bodyPr/>
        <a:lstStyle/>
        <a:p>
          <a:pPr algn="ctr"/>
          <a:r>
            <a:rPr lang="en-US" sz="1600" dirty="0"/>
            <a:t>Bidirectional Search</a:t>
          </a:r>
        </a:p>
      </dgm:t>
    </dgm:pt>
    <dgm:pt modelId="{A5DABE53-BAA8-4822-B834-D1BC40BC432B}" type="parTrans" cxnId="{DC84806E-5A01-4B6D-AF36-E20AE6F3BE99}">
      <dgm:prSet/>
      <dgm:spPr>
        <a:ln>
          <a:solidFill>
            <a:srgbClr val="0070C0"/>
          </a:solidFill>
        </a:ln>
      </dgm:spPr>
      <dgm:t>
        <a:bodyPr/>
        <a:lstStyle/>
        <a:p>
          <a:endParaRPr lang="en-US" sz="2000"/>
        </a:p>
      </dgm:t>
    </dgm:pt>
    <dgm:pt modelId="{3201FC53-CEEF-4692-B4E7-D584C19AC785}" type="sibTrans" cxnId="{DC84806E-5A01-4B6D-AF36-E20AE6F3BE99}">
      <dgm:prSet/>
      <dgm:spPr/>
      <dgm:t>
        <a:bodyPr/>
        <a:lstStyle/>
        <a:p>
          <a:endParaRPr lang="en-US" sz="2000"/>
        </a:p>
      </dgm:t>
    </dgm:pt>
    <dgm:pt modelId="{42220999-0D4A-44D0-A57C-3C60238882F2}">
      <dgm:prSet custT="1"/>
      <dgm:spPr>
        <a:solidFill>
          <a:schemeClr val="accent5">
            <a:lumMod val="75000"/>
          </a:schemeClr>
        </a:solidFill>
      </dgm:spPr>
      <dgm:t>
        <a:bodyPr/>
        <a:lstStyle/>
        <a:p>
          <a:pPr algn="ctr"/>
          <a:r>
            <a:rPr lang="en-US" sz="1600" dirty="0"/>
            <a:t>Tabu Search</a:t>
          </a:r>
        </a:p>
      </dgm:t>
    </dgm:pt>
    <dgm:pt modelId="{03A627A8-EB2B-4077-BFC9-F079724DC9B1}" type="parTrans" cxnId="{1D58D550-EED3-4F7A-8C18-326B4AFF196E}">
      <dgm:prSet/>
      <dgm:spPr>
        <a:ln>
          <a:solidFill>
            <a:srgbClr val="0070C0"/>
          </a:solidFill>
        </a:ln>
      </dgm:spPr>
      <dgm:t>
        <a:bodyPr/>
        <a:lstStyle/>
        <a:p>
          <a:endParaRPr lang="en-US" sz="2000"/>
        </a:p>
      </dgm:t>
    </dgm:pt>
    <dgm:pt modelId="{DB94173A-8EB6-4A0D-9705-710538CC22A8}" type="sibTrans" cxnId="{1D58D550-EED3-4F7A-8C18-326B4AFF196E}">
      <dgm:prSet/>
      <dgm:spPr/>
      <dgm:t>
        <a:bodyPr/>
        <a:lstStyle/>
        <a:p>
          <a:endParaRPr lang="en-US" sz="2000"/>
        </a:p>
      </dgm:t>
    </dgm:pt>
    <dgm:pt modelId="{6FDA2283-EECA-4070-BC1B-2752F73076DC}">
      <dgm:prSet custT="1"/>
      <dgm:spPr>
        <a:solidFill>
          <a:schemeClr val="accent5">
            <a:lumMod val="75000"/>
          </a:schemeClr>
        </a:solidFill>
      </dgm:spPr>
      <dgm:t>
        <a:bodyPr/>
        <a:lstStyle/>
        <a:p>
          <a:pPr algn="ctr"/>
          <a:r>
            <a:rPr lang="en-US" sz="1600" dirty="0"/>
            <a:t>Beam Search</a:t>
          </a:r>
        </a:p>
      </dgm:t>
    </dgm:pt>
    <dgm:pt modelId="{D95B7075-7490-44D8-BF78-C8D8F1B9316A}" type="parTrans" cxnId="{659AFE21-37C0-4A03-A21F-B733D7A5EA77}">
      <dgm:prSet/>
      <dgm:spPr>
        <a:ln>
          <a:solidFill>
            <a:srgbClr val="0070C0"/>
          </a:solidFill>
        </a:ln>
      </dgm:spPr>
      <dgm:t>
        <a:bodyPr/>
        <a:lstStyle/>
        <a:p>
          <a:endParaRPr lang="en-US" sz="2000"/>
        </a:p>
      </dgm:t>
    </dgm:pt>
    <dgm:pt modelId="{64FDED67-E82A-416B-AD99-CF7E80CF225A}" type="sibTrans" cxnId="{659AFE21-37C0-4A03-A21F-B733D7A5EA77}">
      <dgm:prSet/>
      <dgm:spPr/>
      <dgm:t>
        <a:bodyPr/>
        <a:lstStyle/>
        <a:p>
          <a:endParaRPr lang="en-US" sz="2000"/>
        </a:p>
      </dgm:t>
    </dgm:pt>
    <dgm:pt modelId="{E852B37E-9A39-4589-B9EC-0F42378B86ED}">
      <dgm:prSet custT="1"/>
      <dgm:spPr>
        <a:solidFill>
          <a:schemeClr val="accent5">
            <a:lumMod val="75000"/>
          </a:schemeClr>
        </a:solidFill>
      </dgm:spPr>
      <dgm:t>
        <a:bodyPr/>
        <a:lstStyle/>
        <a:p>
          <a:pPr algn="ctr"/>
          <a:r>
            <a:rPr lang="en-US" sz="1600" dirty="0"/>
            <a:t>Simulated Annealing</a:t>
          </a:r>
        </a:p>
      </dgm:t>
    </dgm:pt>
    <dgm:pt modelId="{3F6A66AC-F543-4558-8393-99364C788E8D}" type="parTrans" cxnId="{BF53DFF0-7DCF-4D75-BC01-DB789C9CD6C0}">
      <dgm:prSet/>
      <dgm:spPr>
        <a:ln>
          <a:solidFill>
            <a:srgbClr val="0070C0"/>
          </a:solidFill>
        </a:ln>
      </dgm:spPr>
      <dgm:t>
        <a:bodyPr/>
        <a:lstStyle/>
        <a:p>
          <a:endParaRPr lang="en-US" sz="2000"/>
        </a:p>
      </dgm:t>
    </dgm:pt>
    <dgm:pt modelId="{56528751-8DF6-4EC5-9573-EAF51E621FC7}" type="sibTrans" cxnId="{BF53DFF0-7DCF-4D75-BC01-DB789C9CD6C0}">
      <dgm:prSet/>
      <dgm:spPr/>
      <dgm:t>
        <a:bodyPr/>
        <a:lstStyle/>
        <a:p>
          <a:endParaRPr lang="en-US" sz="2000"/>
        </a:p>
      </dgm:t>
    </dgm:pt>
    <dgm:pt modelId="{E7383CF8-35E7-4059-B9BC-4A880056D540}">
      <dgm:prSet custT="1"/>
      <dgm:spPr>
        <a:solidFill>
          <a:schemeClr val="accent5">
            <a:lumMod val="75000"/>
          </a:schemeClr>
        </a:solidFill>
      </dgm:spPr>
      <dgm:t>
        <a:bodyPr/>
        <a:lstStyle/>
        <a:p>
          <a:pPr algn="ctr"/>
          <a:r>
            <a:rPr lang="en-US" sz="1600" dirty="0"/>
            <a:t>Hill Climbing</a:t>
          </a:r>
        </a:p>
      </dgm:t>
    </dgm:pt>
    <dgm:pt modelId="{BEC67240-D00A-4F40-931A-1DB776F4EAEB}" type="parTrans" cxnId="{8A6DE3E9-8250-4AD3-B249-EE60EBED6CBB}">
      <dgm:prSet/>
      <dgm:spPr>
        <a:ln>
          <a:solidFill>
            <a:srgbClr val="0070C0"/>
          </a:solidFill>
        </a:ln>
      </dgm:spPr>
      <dgm:t>
        <a:bodyPr/>
        <a:lstStyle/>
        <a:p>
          <a:endParaRPr lang="en-US" sz="2000"/>
        </a:p>
      </dgm:t>
    </dgm:pt>
    <dgm:pt modelId="{7FB8DED1-3C4F-4DD4-BF91-9B9BC3495928}" type="sibTrans" cxnId="{8A6DE3E9-8250-4AD3-B249-EE60EBED6CBB}">
      <dgm:prSet/>
      <dgm:spPr/>
      <dgm:t>
        <a:bodyPr/>
        <a:lstStyle/>
        <a:p>
          <a:endParaRPr lang="en-US" sz="2000"/>
        </a:p>
      </dgm:t>
    </dgm:pt>
    <dgm:pt modelId="{CC999D61-9B5A-4C9F-B6B8-2908DA22F9E5}">
      <dgm:prSet custT="1"/>
      <dgm:spPr>
        <a:solidFill>
          <a:schemeClr val="accent5">
            <a:lumMod val="75000"/>
          </a:schemeClr>
        </a:solidFill>
      </dgm:spPr>
      <dgm:t>
        <a:bodyPr/>
        <a:lstStyle/>
        <a:p>
          <a:pPr algn="ctr"/>
          <a:r>
            <a:rPr lang="en-US" sz="1600" dirty="0"/>
            <a:t>Constraint Satisfaction Problems</a:t>
          </a:r>
        </a:p>
      </dgm:t>
    </dgm:pt>
    <dgm:pt modelId="{52FDD13A-684B-43F7-8602-0FA7F3485070}" type="parTrans" cxnId="{6D3C04AD-1764-4EC3-B446-C574E7D25B13}">
      <dgm:prSet/>
      <dgm:spPr>
        <a:ln>
          <a:solidFill>
            <a:srgbClr val="0070C0"/>
          </a:solidFill>
        </a:ln>
      </dgm:spPr>
      <dgm:t>
        <a:bodyPr/>
        <a:lstStyle/>
        <a:p>
          <a:endParaRPr lang="en-US" sz="2000"/>
        </a:p>
      </dgm:t>
    </dgm:pt>
    <dgm:pt modelId="{32A8E53A-6BC2-4AEB-A951-6F01411E4941}" type="sibTrans" cxnId="{6D3C04AD-1764-4EC3-B446-C574E7D25B13}">
      <dgm:prSet/>
      <dgm:spPr/>
      <dgm:t>
        <a:bodyPr/>
        <a:lstStyle/>
        <a:p>
          <a:endParaRPr lang="en-US" sz="2000"/>
        </a:p>
      </dgm:t>
    </dgm:pt>
    <dgm:pt modelId="{7D4F8369-30D6-4F77-B6EA-F1D31B13972E}" type="pres">
      <dgm:prSet presAssocID="{12B00932-6A39-419A-A0E5-2EA8C15716D4}" presName="hierChild1" presStyleCnt="0">
        <dgm:presLayoutVars>
          <dgm:orgChart val="1"/>
          <dgm:chPref val="1"/>
          <dgm:dir/>
          <dgm:animOne val="branch"/>
          <dgm:animLvl val="lvl"/>
          <dgm:resizeHandles/>
        </dgm:presLayoutVars>
      </dgm:prSet>
      <dgm:spPr/>
      <dgm:t>
        <a:bodyPr/>
        <a:lstStyle/>
        <a:p>
          <a:endParaRPr lang="en-MY"/>
        </a:p>
      </dgm:t>
    </dgm:pt>
    <dgm:pt modelId="{166841D9-ED2D-4BA2-9E88-2947B0F6C5C8}" type="pres">
      <dgm:prSet presAssocID="{6CB4EE15-19F7-4AF9-8D8F-8EBBB944EB72}" presName="hierRoot1" presStyleCnt="0">
        <dgm:presLayoutVars>
          <dgm:hierBranch val="init"/>
        </dgm:presLayoutVars>
      </dgm:prSet>
      <dgm:spPr/>
    </dgm:pt>
    <dgm:pt modelId="{EC67C2F0-35B3-47E1-92F1-B996FA613F37}" type="pres">
      <dgm:prSet presAssocID="{6CB4EE15-19F7-4AF9-8D8F-8EBBB944EB72}" presName="rootComposite1" presStyleCnt="0"/>
      <dgm:spPr/>
    </dgm:pt>
    <dgm:pt modelId="{B1FF92F5-E335-4D51-9A0D-BB248A7A86D5}" type="pres">
      <dgm:prSet presAssocID="{6CB4EE15-19F7-4AF9-8D8F-8EBBB944EB72}" presName="rootText1" presStyleLbl="node0" presStyleIdx="0" presStyleCnt="1" custScaleX="139551" custScaleY="207394" custLinFactX="-48617" custLinFactNeighborX="-100000">
        <dgm:presLayoutVars>
          <dgm:chPref val="3"/>
        </dgm:presLayoutVars>
      </dgm:prSet>
      <dgm:spPr/>
      <dgm:t>
        <a:bodyPr/>
        <a:lstStyle/>
        <a:p>
          <a:endParaRPr lang="en-MY"/>
        </a:p>
      </dgm:t>
    </dgm:pt>
    <dgm:pt modelId="{C15CF876-FAF0-44F0-A1A7-0EADF4715925}" type="pres">
      <dgm:prSet presAssocID="{6CB4EE15-19F7-4AF9-8D8F-8EBBB944EB72}" presName="rootConnector1" presStyleLbl="node1" presStyleIdx="0" presStyleCnt="0"/>
      <dgm:spPr/>
      <dgm:t>
        <a:bodyPr/>
        <a:lstStyle/>
        <a:p>
          <a:endParaRPr lang="en-MY"/>
        </a:p>
      </dgm:t>
    </dgm:pt>
    <dgm:pt modelId="{382C2891-DFF0-49D2-97FC-CA3674C546D4}" type="pres">
      <dgm:prSet presAssocID="{6CB4EE15-19F7-4AF9-8D8F-8EBBB944EB72}" presName="hierChild2" presStyleCnt="0"/>
      <dgm:spPr/>
    </dgm:pt>
    <dgm:pt modelId="{82C6EFC4-3A38-40E3-85F3-53F2C73FAC8A}" type="pres">
      <dgm:prSet presAssocID="{2FE8883A-B016-47CD-A8F7-BF039F70F4A1}" presName="Name64" presStyleLbl="parChTrans1D2" presStyleIdx="0" presStyleCnt="2"/>
      <dgm:spPr/>
      <dgm:t>
        <a:bodyPr/>
        <a:lstStyle/>
        <a:p>
          <a:endParaRPr lang="en-MY"/>
        </a:p>
      </dgm:t>
    </dgm:pt>
    <dgm:pt modelId="{02DF54BA-0AFD-4A83-A0E1-E47600501E54}" type="pres">
      <dgm:prSet presAssocID="{CECF2A6F-4ED5-4C53-8630-2967148AD33A}" presName="hierRoot2" presStyleCnt="0">
        <dgm:presLayoutVars>
          <dgm:hierBranch val="init"/>
        </dgm:presLayoutVars>
      </dgm:prSet>
      <dgm:spPr/>
    </dgm:pt>
    <dgm:pt modelId="{B5A82282-73FB-497B-839C-3481D10CDF0E}" type="pres">
      <dgm:prSet presAssocID="{CECF2A6F-4ED5-4C53-8630-2967148AD33A}" presName="rootComposite" presStyleCnt="0"/>
      <dgm:spPr/>
    </dgm:pt>
    <dgm:pt modelId="{3106EF98-1AC0-436D-AED6-97C5B318B675}" type="pres">
      <dgm:prSet presAssocID="{CECF2A6F-4ED5-4C53-8630-2967148AD33A}" presName="rootText" presStyleLbl="node2" presStyleIdx="0" presStyleCnt="2" custScaleX="145838" custScaleY="207394" custLinFactNeighborX="-49016" custLinFactNeighborY="-4685">
        <dgm:presLayoutVars>
          <dgm:chPref val="3"/>
        </dgm:presLayoutVars>
      </dgm:prSet>
      <dgm:spPr/>
      <dgm:t>
        <a:bodyPr/>
        <a:lstStyle/>
        <a:p>
          <a:endParaRPr lang="en-MY"/>
        </a:p>
      </dgm:t>
    </dgm:pt>
    <dgm:pt modelId="{936B243E-B2FA-4105-8A75-2BFDF91BDF08}" type="pres">
      <dgm:prSet presAssocID="{CECF2A6F-4ED5-4C53-8630-2967148AD33A}" presName="rootConnector" presStyleLbl="node2" presStyleIdx="0" presStyleCnt="2"/>
      <dgm:spPr/>
      <dgm:t>
        <a:bodyPr/>
        <a:lstStyle/>
        <a:p>
          <a:endParaRPr lang="en-MY"/>
        </a:p>
      </dgm:t>
    </dgm:pt>
    <dgm:pt modelId="{30F26C4B-E0B3-4FC3-8D2A-AFA538C2E7C1}" type="pres">
      <dgm:prSet presAssocID="{CECF2A6F-4ED5-4C53-8630-2967148AD33A}" presName="hierChild4" presStyleCnt="0"/>
      <dgm:spPr/>
    </dgm:pt>
    <dgm:pt modelId="{0925E64C-0390-4E27-8938-C506A3C573A6}" type="pres">
      <dgm:prSet presAssocID="{6C2AE1AE-6C44-492E-9801-F2B8FE29DC86}" presName="Name64" presStyleLbl="parChTrans1D3" presStyleIdx="0" presStyleCnt="10"/>
      <dgm:spPr/>
      <dgm:t>
        <a:bodyPr/>
        <a:lstStyle/>
        <a:p>
          <a:endParaRPr lang="en-MY"/>
        </a:p>
      </dgm:t>
    </dgm:pt>
    <dgm:pt modelId="{E3C6EBB3-380C-4577-91A7-F0BDEE37FB6D}" type="pres">
      <dgm:prSet presAssocID="{CE62C9B3-2699-4ED5-861B-A572788D0DD9}" presName="hierRoot2" presStyleCnt="0">
        <dgm:presLayoutVars>
          <dgm:hierBranch val="init"/>
        </dgm:presLayoutVars>
      </dgm:prSet>
      <dgm:spPr/>
    </dgm:pt>
    <dgm:pt modelId="{4949186B-A411-420F-8578-17BD3BDF1D99}" type="pres">
      <dgm:prSet presAssocID="{CE62C9B3-2699-4ED5-861B-A572788D0DD9}" presName="rootComposite" presStyleCnt="0"/>
      <dgm:spPr/>
    </dgm:pt>
    <dgm:pt modelId="{8D04E4BE-6C4B-457F-80AD-2E73E88729CF}" type="pres">
      <dgm:prSet presAssocID="{CE62C9B3-2699-4ED5-861B-A572788D0DD9}" presName="rootText" presStyleLbl="node3" presStyleIdx="0" presStyleCnt="10" custScaleX="364372" custScaleY="131282">
        <dgm:presLayoutVars>
          <dgm:chPref val="3"/>
        </dgm:presLayoutVars>
      </dgm:prSet>
      <dgm:spPr/>
      <dgm:t>
        <a:bodyPr/>
        <a:lstStyle/>
        <a:p>
          <a:endParaRPr lang="en-MY"/>
        </a:p>
      </dgm:t>
    </dgm:pt>
    <dgm:pt modelId="{ACA3CF3F-81D1-414C-BCAF-C5337D79FA98}" type="pres">
      <dgm:prSet presAssocID="{CE62C9B3-2699-4ED5-861B-A572788D0DD9}" presName="rootConnector" presStyleLbl="node3" presStyleIdx="0" presStyleCnt="10"/>
      <dgm:spPr/>
      <dgm:t>
        <a:bodyPr/>
        <a:lstStyle/>
        <a:p>
          <a:endParaRPr lang="en-MY"/>
        </a:p>
      </dgm:t>
    </dgm:pt>
    <dgm:pt modelId="{853FBEAC-C2AF-444B-A5C0-6CE828BDDE2F}" type="pres">
      <dgm:prSet presAssocID="{CE62C9B3-2699-4ED5-861B-A572788D0DD9}" presName="hierChild4" presStyleCnt="0"/>
      <dgm:spPr/>
    </dgm:pt>
    <dgm:pt modelId="{FC82D081-48F3-49B3-8610-F702D55FAF59}" type="pres">
      <dgm:prSet presAssocID="{CE62C9B3-2699-4ED5-861B-A572788D0DD9}" presName="hierChild5" presStyleCnt="0"/>
      <dgm:spPr/>
    </dgm:pt>
    <dgm:pt modelId="{8CF72642-ABE9-4C2F-A0C5-A46970231C2B}" type="pres">
      <dgm:prSet presAssocID="{FFA64297-4048-47D3-8671-0A5A1B647EF9}" presName="Name64" presStyleLbl="parChTrans1D3" presStyleIdx="1" presStyleCnt="10"/>
      <dgm:spPr/>
      <dgm:t>
        <a:bodyPr/>
        <a:lstStyle/>
        <a:p>
          <a:endParaRPr lang="en-MY"/>
        </a:p>
      </dgm:t>
    </dgm:pt>
    <dgm:pt modelId="{1844CAAB-F38A-4A9D-AB92-F3C23C3A94E2}" type="pres">
      <dgm:prSet presAssocID="{9F0FE421-EC14-4922-A8EC-AD5D054DFF4B}" presName="hierRoot2" presStyleCnt="0">
        <dgm:presLayoutVars>
          <dgm:hierBranch val="init"/>
        </dgm:presLayoutVars>
      </dgm:prSet>
      <dgm:spPr/>
    </dgm:pt>
    <dgm:pt modelId="{F5A09DB9-9F51-492D-82F8-5B1211D1EEC8}" type="pres">
      <dgm:prSet presAssocID="{9F0FE421-EC14-4922-A8EC-AD5D054DFF4B}" presName="rootComposite" presStyleCnt="0"/>
      <dgm:spPr/>
    </dgm:pt>
    <dgm:pt modelId="{78147397-01CC-4C4B-9766-1522350A995E}" type="pres">
      <dgm:prSet presAssocID="{9F0FE421-EC14-4922-A8EC-AD5D054DFF4B}" presName="rootText" presStyleLbl="node3" presStyleIdx="1" presStyleCnt="10" custScaleX="364372" custScaleY="131282">
        <dgm:presLayoutVars>
          <dgm:chPref val="3"/>
        </dgm:presLayoutVars>
      </dgm:prSet>
      <dgm:spPr/>
      <dgm:t>
        <a:bodyPr/>
        <a:lstStyle/>
        <a:p>
          <a:endParaRPr lang="en-MY"/>
        </a:p>
      </dgm:t>
    </dgm:pt>
    <dgm:pt modelId="{5A786124-6261-426D-96D7-4B02C634B669}" type="pres">
      <dgm:prSet presAssocID="{9F0FE421-EC14-4922-A8EC-AD5D054DFF4B}" presName="rootConnector" presStyleLbl="node3" presStyleIdx="1" presStyleCnt="10"/>
      <dgm:spPr/>
      <dgm:t>
        <a:bodyPr/>
        <a:lstStyle/>
        <a:p>
          <a:endParaRPr lang="en-MY"/>
        </a:p>
      </dgm:t>
    </dgm:pt>
    <dgm:pt modelId="{8385DE7C-77AF-43C1-8DED-25063A0B91CB}" type="pres">
      <dgm:prSet presAssocID="{9F0FE421-EC14-4922-A8EC-AD5D054DFF4B}" presName="hierChild4" presStyleCnt="0"/>
      <dgm:spPr/>
    </dgm:pt>
    <dgm:pt modelId="{9572C8E2-CB56-474F-A73E-41E23A0DD07E}" type="pres">
      <dgm:prSet presAssocID="{9F0FE421-EC14-4922-A8EC-AD5D054DFF4B}" presName="hierChild5" presStyleCnt="0"/>
      <dgm:spPr/>
    </dgm:pt>
    <dgm:pt modelId="{1C70C180-B029-4F06-B5AA-7DC0716A2D33}" type="pres">
      <dgm:prSet presAssocID="{CECF2A6F-4ED5-4C53-8630-2967148AD33A}" presName="hierChild5" presStyleCnt="0"/>
      <dgm:spPr/>
    </dgm:pt>
    <dgm:pt modelId="{211EC912-801B-46B9-B3EF-653A9A91E2D1}" type="pres">
      <dgm:prSet presAssocID="{9152905C-A22D-44FA-AC1C-9F297A8BDB52}" presName="Name64" presStyleLbl="parChTrans1D2" presStyleIdx="1" presStyleCnt="2"/>
      <dgm:spPr/>
      <dgm:t>
        <a:bodyPr/>
        <a:lstStyle/>
        <a:p>
          <a:endParaRPr lang="en-MY"/>
        </a:p>
      </dgm:t>
    </dgm:pt>
    <dgm:pt modelId="{A2F207A8-AEE3-434A-B414-1A2F3B1EEDEF}" type="pres">
      <dgm:prSet presAssocID="{F6943E73-7558-4B12-807D-8B072F5CC7D0}" presName="hierRoot2" presStyleCnt="0">
        <dgm:presLayoutVars>
          <dgm:hierBranch val="init"/>
        </dgm:presLayoutVars>
      </dgm:prSet>
      <dgm:spPr/>
    </dgm:pt>
    <dgm:pt modelId="{131B4A69-3361-4348-86BB-38273F7FF7DC}" type="pres">
      <dgm:prSet presAssocID="{F6943E73-7558-4B12-807D-8B072F5CC7D0}" presName="rootComposite" presStyleCnt="0"/>
      <dgm:spPr/>
    </dgm:pt>
    <dgm:pt modelId="{D79D08BD-DB0B-48D2-98E1-596D2BBF4B7B}" type="pres">
      <dgm:prSet presAssocID="{F6943E73-7558-4B12-807D-8B072F5CC7D0}" presName="rootText" presStyleLbl="node2" presStyleIdx="1" presStyleCnt="2" custScaleX="145838" custScaleY="207394" custLinFactNeighborX="-49016" custLinFactNeighborY="-4685">
        <dgm:presLayoutVars>
          <dgm:chPref val="3"/>
        </dgm:presLayoutVars>
      </dgm:prSet>
      <dgm:spPr/>
      <dgm:t>
        <a:bodyPr/>
        <a:lstStyle/>
        <a:p>
          <a:endParaRPr lang="en-MY"/>
        </a:p>
      </dgm:t>
    </dgm:pt>
    <dgm:pt modelId="{7D51CD32-AB40-4818-9285-C3790875162B}" type="pres">
      <dgm:prSet presAssocID="{F6943E73-7558-4B12-807D-8B072F5CC7D0}" presName="rootConnector" presStyleLbl="node2" presStyleIdx="1" presStyleCnt="2"/>
      <dgm:spPr/>
      <dgm:t>
        <a:bodyPr/>
        <a:lstStyle/>
        <a:p>
          <a:endParaRPr lang="en-MY"/>
        </a:p>
      </dgm:t>
    </dgm:pt>
    <dgm:pt modelId="{90B27455-FDD0-4317-A9C0-BF1A3E5C92A6}" type="pres">
      <dgm:prSet presAssocID="{F6943E73-7558-4B12-807D-8B072F5CC7D0}" presName="hierChild4" presStyleCnt="0"/>
      <dgm:spPr/>
    </dgm:pt>
    <dgm:pt modelId="{309D5CF7-7DFF-4203-9E07-2D9D7CB50D0F}" type="pres">
      <dgm:prSet presAssocID="{81651DC4-B606-4875-B7EC-3FEEC064C37C}" presName="Name64" presStyleLbl="parChTrans1D3" presStyleIdx="2" presStyleCnt="10"/>
      <dgm:spPr/>
      <dgm:t>
        <a:bodyPr/>
        <a:lstStyle/>
        <a:p>
          <a:endParaRPr lang="en-MY"/>
        </a:p>
      </dgm:t>
    </dgm:pt>
    <dgm:pt modelId="{C08B45B3-77C2-4241-9A06-6735919F14B1}" type="pres">
      <dgm:prSet presAssocID="{8E43C5BF-2378-45DD-AFD5-0B58E8E95A53}" presName="hierRoot2" presStyleCnt="0">
        <dgm:presLayoutVars>
          <dgm:hierBranch val="init"/>
        </dgm:presLayoutVars>
      </dgm:prSet>
      <dgm:spPr/>
    </dgm:pt>
    <dgm:pt modelId="{E2232171-0182-451D-8DE8-577C0A1A84B5}" type="pres">
      <dgm:prSet presAssocID="{8E43C5BF-2378-45DD-AFD5-0B58E8E95A53}" presName="rootComposite" presStyleCnt="0"/>
      <dgm:spPr/>
    </dgm:pt>
    <dgm:pt modelId="{31FAF52C-F2EC-4D85-B74C-057F47A2E94E}" type="pres">
      <dgm:prSet presAssocID="{8E43C5BF-2378-45DD-AFD5-0B58E8E95A53}" presName="rootText" presStyleLbl="node3" presStyleIdx="2" presStyleCnt="10" custScaleX="364372" custScaleY="131282">
        <dgm:presLayoutVars>
          <dgm:chPref val="3"/>
        </dgm:presLayoutVars>
      </dgm:prSet>
      <dgm:spPr/>
      <dgm:t>
        <a:bodyPr/>
        <a:lstStyle/>
        <a:p>
          <a:endParaRPr lang="en-MY"/>
        </a:p>
      </dgm:t>
    </dgm:pt>
    <dgm:pt modelId="{2BFAC92F-8D73-4216-81E4-BFCD56453BBD}" type="pres">
      <dgm:prSet presAssocID="{8E43C5BF-2378-45DD-AFD5-0B58E8E95A53}" presName="rootConnector" presStyleLbl="node3" presStyleIdx="2" presStyleCnt="10"/>
      <dgm:spPr/>
      <dgm:t>
        <a:bodyPr/>
        <a:lstStyle/>
        <a:p>
          <a:endParaRPr lang="en-MY"/>
        </a:p>
      </dgm:t>
    </dgm:pt>
    <dgm:pt modelId="{2AD49244-0809-4135-A64D-7E4855A2C237}" type="pres">
      <dgm:prSet presAssocID="{8E43C5BF-2378-45DD-AFD5-0B58E8E95A53}" presName="hierChild4" presStyleCnt="0"/>
      <dgm:spPr/>
    </dgm:pt>
    <dgm:pt modelId="{E443B677-5812-4204-B182-57E3D5034A66}" type="pres">
      <dgm:prSet presAssocID="{8E43C5BF-2378-45DD-AFD5-0B58E8E95A53}" presName="hierChild5" presStyleCnt="0"/>
      <dgm:spPr/>
    </dgm:pt>
    <dgm:pt modelId="{1EF04D05-1169-4455-9256-7D7DE6B44276}" type="pres">
      <dgm:prSet presAssocID="{61AF0E1C-9C92-4B3F-8D22-484E9E7B2962}" presName="Name64" presStyleLbl="parChTrans1D3" presStyleIdx="3" presStyleCnt="10"/>
      <dgm:spPr/>
      <dgm:t>
        <a:bodyPr/>
        <a:lstStyle/>
        <a:p>
          <a:endParaRPr lang="en-MY"/>
        </a:p>
      </dgm:t>
    </dgm:pt>
    <dgm:pt modelId="{92F09228-0F6E-4FC8-BDE1-BA949CB5FA5F}" type="pres">
      <dgm:prSet presAssocID="{710E3CD9-15D3-46DC-B7CC-726F3CC7FE66}" presName="hierRoot2" presStyleCnt="0">
        <dgm:presLayoutVars>
          <dgm:hierBranch val="init"/>
        </dgm:presLayoutVars>
      </dgm:prSet>
      <dgm:spPr/>
    </dgm:pt>
    <dgm:pt modelId="{F1659848-791D-49DA-B7D1-D457F0143B8A}" type="pres">
      <dgm:prSet presAssocID="{710E3CD9-15D3-46DC-B7CC-726F3CC7FE66}" presName="rootComposite" presStyleCnt="0"/>
      <dgm:spPr/>
    </dgm:pt>
    <dgm:pt modelId="{4FD4E125-973D-4653-B2A9-0A79DB454A9F}" type="pres">
      <dgm:prSet presAssocID="{710E3CD9-15D3-46DC-B7CC-726F3CC7FE66}" presName="rootText" presStyleLbl="node3" presStyleIdx="3" presStyleCnt="10" custScaleX="364372" custScaleY="131282">
        <dgm:presLayoutVars>
          <dgm:chPref val="3"/>
        </dgm:presLayoutVars>
      </dgm:prSet>
      <dgm:spPr/>
      <dgm:t>
        <a:bodyPr/>
        <a:lstStyle/>
        <a:p>
          <a:endParaRPr lang="en-MY"/>
        </a:p>
      </dgm:t>
    </dgm:pt>
    <dgm:pt modelId="{A36E721F-8D0E-460D-9356-F36A58FDF6D4}" type="pres">
      <dgm:prSet presAssocID="{710E3CD9-15D3-46DC-B7CC-726F3CC7FE66}" presName="rootConnector" presStyleLbl="node3" presStyleIdx="3" presStyleCnt="10"/>
      <dgm:spPr/>
      <dgm:t>
        <a:bodyPr/>
        <a:lstStyle/>
        <a:p>
          <a:endParaRPr lang="en-MY"/>
        </a:p>
      </dgm:t>
    </dgm:pt>
    <dgm:pt modelId="{F82383FE-6AD6-4E1D-BAC2-B7920AC5678F}" type="pres">
      <dgm:prSet presAssocID="{710E3CD9-15D3-46DC-B7CC-726F3CC7FE66}" presName="hierChild4" presStyleCnt="0"/>
      <dgm:spPr/>
    </dgm:pt>
    <dgm:pt modelId="{E4D431DC-1D55-4341-95F8-6411340BF3CC}" type="pres">
      <dgm:prSet presAssocID="{710E3CD9-15D3-46DC-B7CC-726F3CC7FE66}" presName="hierChild5" presStyleCnt="0"/>
      <dgm:spPr/>
    </dgm:pt>
    <dgm:pt modelId="{B0E40E3E-49AF-485F-81CA-2AA7177F7553}" type="pres">
      <dgm:prSet presAssocID="{A5DABE53-BAA8-4822-B834-D1BC40BC432B}" presName="Name64" presStyleLbl="parChTrans1D3" presStyleIdx="4" presStyleCnt="10"/>
      <dgm:spPr/>
      <dgm:t>
        <a:bodyPr/>
        <a:lstStyle/>
        <a:p>
          <a:endParaRPr lang="en-MY"/>
        </a:p>
      </dgm:t>
    </dgm:pt>
    <dgm:pt modelId="{D6BA8671-4686-430E-9442-73D3F29ED1D2}" type="pres">
      <dgm:prSet presAssocID="{7F59530A-46D0-4A4C-95B4-6BDAEA436959}" presName="hierRoot2" presStyleCnt="0">
        <dgm:presLayoutVars>
          <dgm:hierBranch val="init"/>
        </dgm:presLayoutVars>
      </dgm:prSet>
      <dgm:spPr/>
    </dgm:pt>
    <dgm:pt modelId="{FF2B1E28-8048-4567-8A6D-31112749684E}" type="pres">
      <dgm:prSet presAssocID="{7F59530A-46D0-4A4C-95B4-6BDAEA436959}" presName="rootComposite" presStyleCnt="0"/>
      <dgm:spPr/>
    </dgm:pt>
    <dgm:pt modelId="{75EC77F9-DBB5-4D1D-B8FD-9323513AD359}" type="pres">
      <dgm:prSet presAssocID="{7F59530A-46D0-4A4C-95B4-6BDAEA436959}" presName="rootText" presStyleLbl="node3" presStyleIdx="4" presStyleCnt="10" custScaleX="364372" custScaleY="131282">
        <dgm:presLayoutVars>
          <dgm:chPref val="3"/>
        </dgm:presLayoutVars>
      </dgm:prSet>
      <dgm:spPr/>
      <dgm:t>
        <a:bodyPr/>
        <a:lstStyle/>
        <a:p>
          <a:endParaRPr lang="en-MY"/>
        </a:p>
      </dgm:t>
    </dgm:pt>
    <dgm:pt modelId="{C6FE84F9-5B0A-4D52-9616-F2CB635BC66A}" type="pres">
      <dgm:prSet presAssocID="{7F59530A-46D0-4A4C-95B4-6BDAEA436959}" presName="rootConnector" presStyleLbl="node3" presStyleIdx="4" presStyleCnt="10"/>
      <dgm:spPr/>
      <dgm:t>
        <a:bodyPr/>
        <a:lstStyle/>
        <a:p>
          <a:endParaRPr lang="en-MY"/>
        </a:p>
      </dgm:t>
    </dgm:pt>
    <dgm:pt modelId="{D02E8252-28CB-4AD6-A92D-15C6888A9D28}" type="pres">
      <dgm:prSet presAssocID="{7F59530A-46D0-4A4C-95B4-6BDAEA436959}" presName="hierChild4" presStyleCnt="0"/>
      <dgm:spPr/>
    </dgm:pt>
    <dgm:pt modelId="{9A24002A-3A60-414A-9870-D088A533B5D8}" type="pres">
      <dgm:prSet presAssocID="{7F59530A-46D0-4A4C-95B4-6BDAEA436959}" presName="hierChild5" presStyleCnt="0"/>
      <dgm:spPr/>
    </dgm:pt>
    <dgm:pt modelId="{5D9BABDC-F947-4D91-854C-142A09183F31}" type="pres">
      <dgm:prSet presAssocID="{03A627A8-EB2B-4077-BFC9-F079724DC9B1}" presName="Name64" presStyleLbl="parChTrans1D3" presStyleIdx="5" presStyleCnt="10"/>
      <dgm:spPr/>
      <dgm:t>
        <a:bodyPr/>
        <a:lstStyle/>
        <a:p>
          <a:endParaRPr lang="en-MY"/>
        </a:p>
      </dgm:t>
    </dgm:pt>
    <dgm:pt modelId="{02546D80-14B0-4325-90C9-73581E5C4435}" type="pres">
      <dgm:prSet presAssocID="{42220999-0D4A-44D0-A57C-3C60238882F2}" presName="hierRoot2" presStyleCnt="0">
        <dgm:presLayoutVars>
          <dgm:hierBranch val="init"/>
        </dgm:presLayoutVars>
      </dgm:prSet>
      <dgm:spPr/>
    </dgm:pt>
    <dgm:pt modelId="{9137BD08-0BC9-415D-B984-16B9080D7B64}" type="pres">
      <dgm:prSet presAssocID="{42220999-0D4A-44D0-A57C-3C60238882F2}" presName="rootComposite" presStyleCnt="0"/>
      <dgm:spPr/>
    </dgm:pt>
    <dgm:pt modelId="{1BCE7F61-A1FB-46DA-9EED-566C48D33B00}" type="pres">
      <dgm:prSet presAssocID="{42220999-0D4A-44D0-A57C-3C60238882F2}" presName="rootText" presStyleLbl="node3" presStyleIdx="5" presStyleCnt="10" custScaleX="364372" custScaleY="131282">
        <dgm:presLayoutVars>
          <dgm:chPref val="3"/>
        </dgm:presLayoutVars>
      </dgm:prSet>
      <dgm:spPr/>
      <dgm:t>
        <a:bodyPr/>
        <a:lstStyle/>
        <a:p>
          <a:endParaRPr lang="en-MY"/>
        </a:p>
      </dgm:t>
    </dgm:pt>
    <dgm:pt modelId="{BBBE8219-6A60-4E93-B715-B1642E08E3EE}" type="pres">
      <dgm:prSet presAssocID="{42220999-0D4A-44D0-A57C-3C60238882F2}" presName="rootConnector" presStyleLbl="node3" presStyleIdx="5" presStyleCnt="10"/>
      <dgm:spPr/>
      <dgm:t>
        <a:bodyPr/>
        <a:lstStyle/>
        <a:p>
          <a:endParaRPr lang="en-MY"/>
        </a:p>
      </dgm:t>
    </dgm:pt>
    <dgm:pt modelId="{616060A4-32E9-4116-8075-B5EEA9849DCC}" type="pres">
      <dgm:prSet presAssocID="{42220999-0D4A-44D0-A57C-3C60238882F2}" presName="hierChild4" presStyleCnt="0"/>
      <dgm:spPr/>
    </dgm:pt>
    <dgm:pt modelId="{BBDD4AE3-C7EC-4AC6-8EB4-B6FC1BB02AC4}" type="pres">
      <dgm:prSet presAssocID="{42220999-0D4A-44D0-A57C-3C60238882F2}" presName="hierChild5" presStyleCnt="0"/>
      <dgm:spPr/>
    </dgm:pt>
    <dgm:pt modelId="{9F7A9429-7D77-48C0-8BFB-B05B2ABC7F1F}" type="pres">
      <dgm:prSet presAssocID="{D95B7075-7490-44D8-BF78-C8D8F1B9316A}" presName="Name64" presStyleLbl="parChTrans1D3" presStyleIdx="6" presStyleCnt="10"/>
      <dgm:spPr/>
      <dgm:t>
        <a:bodyPr/>
        <a:lstStyle/>
        <a:p>
          <a:endParaRPr lang="en-MY"/>
        </a:p>
      </dgm:t>
    </dgm:pt>
    <dgm:pt modelId="{15B9DB55-B342-4EB9-A1C1-D5E305D853FE}" type="pres">
      <dgm:prSet presAssocID="{6FDA2283-EECA-4070-BC1B-2752F73076DC}" presName="hierRoot2" presStyleCnt="0">
        <dgm:presLayoutVars>
          <dgm:hierBranch val="init"/>
        </dgm:presLayoutVars>
      </dgm:prSet>
      <dgm:spPr/>
    </dgm:pt>
    <dgm:pt modelId="{F3173B99-593D-4788-B176-B72C6D5102F9}" type="pres">
      <dgm:prSet presAssocID="{6FDA2283-EECA-4070-BC1B-2752F73076DC}" presName="rootComposite" presStyleCnt="0"/>
      <dgm:spPr/>
    </dgm:pt>
    <dgm:pt modelId="{574F9D71-5DEA-4CA0-A9A5-0209441EA980}" type="pres">
      <dgm:prSet presAssocID="{6FDA2283-EECA-4070-BC1B-2752F73076DC}" presName="rootText" presStyleLbl="node3" presStyleIdx="6" presStyleCnt="10" custScaleX="364372" custScaleY="131282">
        <dgm:presLayoutVars>
          <dgm:chPref val="3"/>
        </dgm:presLayoutVars>
      </dgm:prSet>
      <dgm:spPr/>
      <dgm:t>
        <a:bodyPr/>
        <a:lstStyle/>
        <a:p>
          <a:endParaRPr lang="en-MY"/>
        </a:p>
      </dgm:t>
    </dgm:pt>
    <dgm:pt modelId="{621825CE-6C1E-43B3-A8C0-00EBCBCA1823}" type="pres">
      <dgm:prSet presAssocID="{6FDA2283-EECA-4070-BC1B-2752F73076DC}" presName="rootConnector" presStyleLbl="node3" presStyleIdx="6" presStyleCnt="10"/>
      <dgm:spPr/>
      <dgm:t>
        <a:bodyPr/>
        <a:lstStyle/>
        <a:p>
          <a:endParaRPr lang="en-MY"/>
        </a:p>
      </dgm:t>
    </dgm:pt>
    <dgm:pt modelId="{027AE785-E794-44EF-A98A-76C2025DD0AB}" type="pres">
      <dgm:prSet presAssocID="{6FDA2283-EECA-4070-BC1B-2752F73076DC}" presName="hierChild4" presStyleCnt="0"/>
      <dgm:spPr/>
    </dgm:pt>
    <dgm:pt modelId="{9CCE6112-0F11-4C3A-A546-AE1578C95B7D}" type="pres">
      <dgm:prSet presAssocID="{6FDA2283-EECA-4070-BC1B-2752F73076DC}" presName="hierChild5" presStyleCnt="0"/>
      <dgm:spPr/>
    </dgm:pt>
    <dgm:pt modelId="{95D4BD0A-9F17-48A0-A502-0D69AC4276DA}" type="pres">
      <dgm:prSet presAssocID="{3F6A66AC-F543-4558-8393-99364C788E8D}" presName="Name64" presStyleLbl="parChTrans1D3" presStyleIdx="7" presStyleCnt="10"/>
      <dgm:spPr/>
      <dgm:t>
        <a:bodyPr/>
        <a:lstStyle/>
        <a:p>
          <a:endParaRPr lang="en-MY"/>
        </a:p>
      </dgm:t>
    </dgm:pt>
    <dgm:pt modelId="{9E355826-1AA3-4C42-9F74-5DE54CE461D4}" type="pres">
      <dgm:prSet presAssocID="{E852B37E-9A39-4589-B9EC-0F42378B86ED}" presName="hierRoot2" presStyleCnt="0">
        <dgm:presLayoutVars>
          <dgm:hierBranch val="init"/>
        </dgm:presLayoutVars>
      </dgm:prSet>
      <dgm:spPr/>
    </dgm:pt>
    <dgm:pt modelId="{078D0428-E214-4942-8DC9-AE4256AE5E4A}" type="pres">
      <dgm:prSet presAssocID="{E852B37E-9A39-4589-B9EC-0F42378B86ED}" presName="rootComposite" presStyleCnt="0"/>
      <dgm:spPr/>
    </dgm:pt>
    <dgm:pt modelId="{8DE65CD2-6624-4A0E-A587-BEC5DCD7B3F4}" type="pres">
      <dgm:prSet presAssocID="{E852B37E-9A39-4589-B9EC-0F42378B86ED}" presName="rootText" presStyleLbl="node3" presStyleIdx="7" presStyleCnt="10" custScaleX="364372" custScaleY="131282">
        <dgm:presLayoutVars>
          <dgm:chPref val="3"/>
        </dgm:presLayoutVars>
      </dgm:prSet>
      <dgm:spPr/>
      <dgm:t>
        <a:bodyPr/>
        <a:lstStyle/>
        <a:p>
          <a:endParaRPr lang="en-MY"/>
        </a:p>
      </dgm:t>
    </dgm:pt>
    <dgm:pt modelId="{337C442B-89A8-480A-BB1B-7D233E090947}" type="pres">
      <dgm:prSet presAssocID="{E852B37E-9A39-4589-B9EC-0F42378B86ED}" presName="rootConnector" presStyleLbl="node3" presStyleIdx="7" presStyleCnt="10"/>
      <dgm:spPr/>
      <dgm:t>
        <a:bodyPr/>
        <a:lstStyle/>
        <a:p>
          <a:endParaRPr lang="en-MY"/>
        </a:p>
      </dgm:t>
    </dgm:pt>
    <dgm:pt modelId="{DB79477A-FBCD-4D10-B5BF-1C3C6E4EC7A1}" type="pres">
      <dgm:prSet presAssocID="{E852B37E-9A39-4589-B9EC-0F42378B86ED}" presName="hierChild4" presStyleCnt="0"/>
      <dgm:spPr/>
    </dgm:pt>
    <dgm:pt modelId="{7834AC45-073A-46F8-8A5A-996DCE6CE0B2}" type="pres">
      <dgm:prSet presAssocID="{E852B37E-9A39-4589-B9EC-0F42378B86ED}" presName="hierChild5" presStyleCnt="0"/>
      <dgm:spPr/>
    </dgm:pt>
    <dgm:pt modelId="{1AFCA5C4-74DF-4CE0-8510-C367C043EFBB}" type="pres">
      <dgm:prSet presAssocID="{BEC67240-D00A-4F40-931A-1DB776F4EAEB}" presName="Name64" presStyleLbl="parChTrans1D3" presStyleIdx="8" presStyleCnt="10"/>
      <dgm:spPr/>
      <dgm:t>
        <a:bodyPr/>
        <a:lstStyle/>
        <a:p>
          <a:endParaRPr lang="en-MY"/>
        </a:p>
      </dgm:t>
    </dgm:pt>
    <dgm:pt modelId="{BBA2C89F-768D-4A3F-BA2C-598E68CA9657}" type="pres">
      <dgm:prSet presAssocID="{E7383CF8-35E7-4059-B9BC-4A880056D540}" presName="hierRoot2" presStyleCnt="0">
        <dgm:presLayoutVars>
          <dgm:hierBranch val="init"/>
        </dgm:presLayoutVars>
      </dgm:prSet>
      <dgm:spPr/>
    </dgm:pt>
    <dgm:pt modelId="{5A95DBA2-1125-4431-94C8-6971C51279F4}" type="pres">
      <dgm:prSet presAssocID="{E7383CF8-35E7-4059-B9BC-4A880056D540}" presName="rootComposite" presStyleCnt="0"/>
      <dgm:spPr/>
    </dgm:pt>
    <dgm:pt modelId="{32458F58-41C9-403E-B76D-513C05767858}" type="pres">
      <dgm:prSet presAssocID="{E7383CF8-35E7-4059-B9BC-4A880056D540}" presName="rootText" presStyleLbl="node3" presStyleIdx="8" presStyleCnt="10" custScaleX="364372" custScaleY="131282">
        <dgm:presLayoutVars>
          <dgm:chPref val="3"/>
        </dgm:presLayoutVars>
      </dgm:prSet>
      <dgm:spPr/>
      <dgm:t>
        <a:bodyPr/>
        <a:lstStyle/>
        <a:p>
          <a:endParaRPr lang="en-MY"/>
        </a:p>
      </dgm:t>
    </dgm:pt>
    <dgm:pt modelId="{29156F9F-22AF-452F-92A9-D9538A626720}" type="pres">
      <dgm:prSet presAssocID="{E7383CF8-35E7-4059-B9BC-4A880056D540}" presName="rootConnector" presStyleLbl="node3" presStyleIdx="8" presStyleCnt="10"/>
      <dgm:spPr/>
      <dgm:t>
        <a:bodyPr/>
        <a:lstStyle/>
        <a:p>
          <a:endParaRPr lang="en-MY"/>
        </a:p>
      </dgm:t>
    </dgm:pt>
    <dgm:pt modelId="{B391E636-37DB-420F-8A73-A4E9F4FD0317}" type="pres">
      <dgm:prSet presAssocID="{E7383CF8-35E7-4059-B9BC-4A880056D540}" presName="hierChild4" presStyleCnt="0"/>
      <dgm:spPr/>
    </dgm:pt>
    <dgm:pt modelId="{B50C3A03-DCAE-4C99-AF3F-E05419D608DB}" type="pres">
      <dgm:prSet presAssocID="{E7383CF8-35E7-4059-B9BC-4A880056D540}" presName="hierChild5" presStyleCnt="0"/>
      <dgm:spPr/>
    </dgm:pt>
    <dgm:pt modelId="{C990A8C8-14F3-4D3B-A3B1-9DD6684D7762}" type="pres">
      <dgm:prSet presAssocID="{52FDD13A-684B-43F7-8602-0FA7F3485070}" presName="Name64" presStyleLbl="parChTrans1D3" presStyleIdx="9" presStyleCnt="10"/>
      <dgm:spPr/>
      <dgm:t>
        <a:bodyPr/>
        <a:lstStyle/>
        <a:p>
          <a:endParaRPr lang="en-MY"/>
        </a:p>
      </dgm:t>
    </dgm:pt>
    <dgm:pt modelId="{78D8031E-49F9-496B-9692-51C27CD18632}" type="pres">
      <dgm:prSet presAssocID="{CC999D61-9B5A-4C9F-B6B8-2908DA22F9E5}" presName="hierRoot2" presStyleCnt="0">
        <dgm:presLayoutVars>
          <dgm:hierBranch val="init"/>
        </dgm:presLayoutVars>
      </dgm:prSet>
      <dgm:spPr/>
    </dgm:pt>
    <dgm:pt modelId="{0E897F84-2423-4CEC-8B80-7F4E14A810B9}" type="pres">
      <dgm:prSet presAssocID="{CC999D61-9B5A-4C9F-B6B8-2908DA22F9E5}" presName="rootComposite" presStyleCnt="0"/>
      <dgm:spPr/>
    </dgm:pt>
    <dgm:pt modelId="{C6647AB8-A97D-43B6-867B-B6C0DFBAD8B0}" type="pres">
      <dgm:prSet presAssocID="{CC999D61-9B5A-4C9F-B6B8-2908DA22F9E5}" presName="rootText" presStyleLbl="node3" presStyleIdx="9" presStyleCnt="10" custScaleX="364372" custScaleY="131282">
        <dgm:presLayoutVars>
          <dgm:chPref val="3"/>
        </dgm:presLayoutVars>
      </dgm:prSet>
      <dgm:spPr/>
      <dgm:t>
        <a:bodyPr/>
        <a:lstStyle/>
        <a:p>
          <a:endParaRPr lang="en-MY"/>
        </a:p>
      </dgm:t>
    </dgm:pt>
    <dgm:pt modelId="{F888CC6A-335E-4D0C-AA08-DB6487924793}" type="pres">
      <dgm:prSet presAssocID="{CC999D61-9B5A-4C9F-B6B8-2908DA22F9E5}" presName="rootConnector" presStyleLbl="node3" presStyleIdx="9" presStyleCnt="10"/>
      <dgm:spPr/>
      <dgm:t>
        <a:bodyPr/>
        <a:lstStyle/>
        <a:p>
          <a:endParaRPr lang="en-MY"/>
        </a:p>
      </dgm:t>
    </dgm:pt>
    <dgm:pt modelId="{25E4E76B-751A-4492-9764-F2FDBD899B22}" type="pres">
      <dgm:prSet presAssocID="{CC999D61-9B5A-4C9F-B6B8-2908DA22F9E5}" presName="hierChild4" presStyleCnt="0"/>
      <dgm:spPr/>
    </dgm:pt>
    <dgm:pt modelId="{5A29EAD1-33CA-4A59-BBB4-7064DFC4A059}" type="pres">
      <dgm:prSet presAssocID="{CC999D61-9B5A-4C9F-B6B8-2908DA22F9E5}" presName="hierChild5" presStyleCnt="0"/>
      <dgm:spPr/>
    </dgm:pt>
    <dgm:pt modelId="{74758F35-6C74-46E2-9978-27706DACBE0C}" type="pres">
      <dgm:prSet presAssocID="{F6943E73-7558-4B12-807D-8B072F5CC7D0}" presName="hierChild5" presStyleCnt="0"/>
      <dgm:spPr/>
    </dgm:pt>
    <dgm:pt modelId="{CF2D6EC5-5619-44E4-990E-FEE4CE766C05}" type="pres">
      <dgm:prSet presAssocID="{6CB4EE15-19F7-4AF9-8D8F-8EBBB944EB72}" presName="hierChild3" presStyleCnt="0"/>
      <dgm:spPr/>
    </dgm:pt>
  </dgm:ptLst>
  <dgm:cxnLst>
    <dgm:cxn modelId="{1D58D550-EED3-4F7A-8C18-326B4AFF196E}" srcId="{F6943E73-7558-4B12-807D-8B072F5CC7D0}" destId="{42220999-0D4A-44D0-A57C-3C60238882F2}" srcOrd="3" destOrd="0" parTransId="{03A627A8-EB2B-4077-BFC9-F079724DC9B1}" sibTransId="{DB94173A-8EB6-4A0D-9705-710538CC22A8}"/>
    <dgm:cxn modelId="{E35E090F-C7B5-4E8C-9512-F22236FD84EE}" type="presOf" srcId="{03A627A8-EB2B-4077-BFC9-F079724DC9B1}" destId="{5D9BABDC-F947-4D91-854C-142A09183F31}" srcOrd="0" destOrd="0" presId="urn:microsoft.com/office/officeart/2009/3/layout/HorizontalOrganizationChart"/>
    <dgm:cxn modelId="{51C2F359-2542-48EA-8036-A3259481A500}" type="presOf" srcId="{CC999D61-9B5A-4C9F-B6B8-2908DA22F9E5}" destId="{C6647AB8-A97D-43B6-867B-B6C0DFBAD8B0}" srcOrd="0" destOrd="0" presId="urn:microsoft.com/office/officeart/2009/3/layout/HorizontalOrganizationChart"/>
    <dgm:cxn modelId="{213DF411-73FE-4AC3-80B1-7DB3A1ED2BB9}" srcId="{CECF2A6F-4ED5-4C53-8630-2967148AD33A}" destId="{CE62C9B3-2699-4ED5-861B-A572788D0DD9}" srcOrd="0" destOrd="0" parTransId="{6C2AE1AE-6C44-492E-9801-F2B8FE29DC86}" sibTransId="{96DABA5A-18E2-464A-860C-C252C719DAD8}"/>
    <dgm:cxn modelId="{AC10EB03-76A1-44F8-B732-7FC36F849689}" srcId="{6CB4EE15-19F7-4AF9-8D8F-8EBBB944EB72}" destId="{F6943E73-7558-4B12-807D-8B072F5CC7D0}" srcOrd="1" destOrd="0" parTransId="{9152905C-A22D-44FA-AC1C-9F297A8BDB52}" sibTransId="{9FDBE2CA-7E0C-4DC2-B939-20A9BC6F3E00}"/>
    <dgm:cxn modelId="{A84158F6-0804-4546-9CCD-9CC5E2BFF9EA}" srcId="{6CB4EE15-19F7-4AF9-8D8F-8EBBB944EB72}" destId="{CECF2A6F-4ED5-4C53-8630-2967148AD33A}" srcOrd="0" destOrd="0" parTransId="{2FE8883A-B016-47CD-A8F7-BF039F70F4A1}" sibTransId="{6C86B031-6AF8-4AD8-B197-C6D4EF708358}"/>
    <dgm:cxn modelId="{07228A92-BFDE-403D-A7B0-061151C7AD59}" type="presOf" srcId="{2FE8883A-B016-47CD-A8F7-BF039F70F4A1}" destId="{82C6EFC4-3A38-40E3-85F3-53F2C73FAC8A}" srcOrd="0" destOrd="0" presId="urn:microsoft.com/office/officeart/2009/3/layout/HorizontalOrganizationChart"/>
    <dgm:cxn modelId="{659AFE21-37C0-4A03-A21F-B733D7A5EA77}" srcId="{F6943E73-7558-4B12-807D-8B072F5CC7D0}" destId="{6FDA2283-EECA-4070-BC1B-2752F73076DC}" srcOrd="4" destOrd="0" parTransId="{D95B7075-7490-44D8-BF78-C8D8F1B9316A}" sibTransId="{64FDED67-E82A-416B-AD99-CF7E80CF225A}"/>
    <dgm:cxn modelId="{B8A12D36-04EF-4AE3-8194-8193CBC93D38}" type="presOf" srcId="{3F6A66AC-F543-4558-8393-99364C788E8D}" destId="{95D4BD0A-9F17-48A0-A502-0D69AC4276DA}" srcOrd="0" destOrd="0" presId="urn:microsoft.com/office/officeart/2009/3/layout/HorizontalOrganizationChart"/>
    <dgm:cxn modelId="{E8320B06-E536-4449-90F3-3BE552547B47}" type="presOf" srcId="{F6943E73-7558-4B12-807D-8B072F5CC7D0}" destId="{D79D08BD-DB0B-48D2-98E1-596D2BBF4B7B}" srcOrd="0" destOrd="0" presId="urn:microsoft.com/office/officeart/2009/3/layout/HorizontalOrganizationChart"/>
    <dgm:cxn modelId="{C00CEB80-EFF0-4A1A-9133-449038007D74}" srcId="{12B00932-6A39-419A-A0E5-2EA8C15716D4}" destId="{6CB4EE15-19F7-4AF9-8D8F-8EBBB944EB72}" srcOrd="0" destOrd="0" parTransId="{7CCC0AB5-6387-435B-89D2-5B8523E60A3A}" sibTransId="{38FD4ABB-E692-4F58-9818-F3ECA0AF8392}"/>
    <dgm:cxn modelId="{136A9BB3-1506-4DF9-95B3-23C52E21252E}" type="presOf" srcId="{52FDD13A-684B-43F7-8602-0FA7F3485070}" destId="{C990A8C8-14F3-4D3B-A3B1-9DD6684D7762}" srcOrd="0" destOrd="0" presId="urn:microsoft.com/office/officeart/2009/3/layout/HorizontalOrganizationChart"/>
    <dgm:cxn modelId="{51CEF4BF-6FFC-49EB-BDC6-668C6763F2D3}" type="presOf" srcId="{7F59530A-46D0-4A4C-95B4-6BDAEA436959}" destId="{C6FE84F9-5B0A-4D52-9616-F2CB635BC66A}" srcOrd="1" destOrd="0" presId="urn:microsoft.com/office/officeart/2009/3/layout/HorizontalOrganizationChart"/>
    <dgm:cxn modelId="{379ADFCA-D38A-473B-AA5F-7050A13C161F}" type="presOf" srcId="{8E43C5BF-2378-45DD-AFD5-0B58E8E95A53}" destId="{31FAF52C-F2EC-4D85-B74C-057F47A2E94E}" srcOrd="0" destOrd="0" presId="urn:microsoft.com/office/officeart/2009/3/layout/HorizontalOrganizationChart"/>
    <dgm:cxn modelId="{B14A2AAD-9479-409E-9DAB-0651D8C3A9E1}" type="presOf" srcId="{6FDA2283-EECA-4070-BC1B-2752F73076DC}" destId="{621825CE-6C1E-43B3-A8C0-00EBCBCA1823}" srcOrd="1" destOrd="0" presId="urn:microsoft.com/office/officeart/2009/3/layout/HorizontalOrganizationChart"/>
    <dgm:cxn modelId="{86EE3F4D-FE26-4B02-83B8-FE7F9BEC9E40}" type="presOf" srcId="{12B00932-6A39-419A-A0E5-2EA8C15716D4}" destId="{7D4F8369-30D6-4F77-B6EA-F1D31B13972E}" srcOrd="0" destOrd="0" presId="urn:microsoft.com/office/officeart/2009/3/layout/HorizontalOrganizationChart"/>
    <dgm:cxn modelId="{20E933FC-7BB3-48E1-A5F6-1A21C8D52A64}" type="presOf" srcId="{8E43C5BF-2378-45DD-AFD5-0B58E8E95A53}" destId="{2BFAC92F-8D73-4216-81E4-BFCD56453BBD}" srcOrd="1" destOrd="0" presId="urn:microsoft.com/office/officeart/2009/3/layout/HorizontalOrganizationChart"/>
    <dgm:cxn modelId="{910E73C8-27BC-4720-8FA3-BF1AF04025C7}" type="presOf" srcId="{42220999-0D4A-44D0-A57C-3C60238882F2}" destId="{1BCE7F61-A1FB-46DA-9EED-566C48D33B00}" srcOrd="0" destOrd="0" presId="urn:microsoft.com/office/officeart/2009/3/layout/HorizontalOrganizationChart"/>
    <dgm:cxn modelId="{B189EFE3-5CA0-4279-B5AC-AB0BDCB68D27}" type="presOf" srcId="{E7383CF8-35E7-4059-B9BC-4A880056D540}" destId="{32458F58-41C9-403E-B76D-513C05767858}" srcOrd="0" destOrd="0" presId="urn:microsoft.com/office/officeart/2009/3/layout/HorizontalOrganizationChart"/>
    <dgm:cxn modelId="{E27E9900-E609-46B1-94EA-9B67210BE20A}" type="presOf" srcId="{6FDA2283-EECA-4070-BC1B-2752F73076DC}" destId="{574F9D71-5DEA-4CA0-A9A5-0209441EA980}" srcOrd="0" destOrd="0" presId="urn:microsoft.com/office/officeart/2009/3/layout/HorizontalOrganizationChart"/>
    <dgm:cxn modelId="{35D18CDF-71F3-4746-B660-25FC1C9072BB}" type="presOf" srcId="{E852B37E-9A39-4589-B9EC-0F42378B86ED}" destId="{8DE65CD2-6624-4A0E-A587-BEC5DCD7B3F4}" srcOrd="0" destOrd="0" presId="urn:microsoft.com/office/officeart/2009/3/layout/HorizontalOrganizationChart"/>
    <dgm:cxn modelId="{D3A0E271-1A9C-4BE0-96AF-76D1238B0DB7}" type="presOf" srcId="{9152905C-A22D-44FA-AC1C-9F297A8BDB52}" destId="{211EC912-801B-46B9-B3EF-653A9A91E2D1}" srcOrd="0" destOrd="0" presId="urn:microsoft.com/office/officeart/2009/3/layout/HorizontalOrganizationChart"/>
    <dgm:cxn modelId="{64D05DA5-9BFC-443F-BF5A-D7DB05933111}" type="presOf" srcId="{61AF0E1C-9C92-4B3F-8D22-484E9E7B2962}" destId="{1EF04D05-1169-4455-9256-7D7DE6B44276}" srcOrd="0" destOrd="0" presId="urn:microsoft.com/office/officeart/2009/3/layout/HorizontalOrganizationChart"/>
    <dgm:cxn modelId="{BF53DFF0-7DCF-4D75-BC01-DB789C9CD6C0}" srcId="{F6943E73-7558-4B12-807D-8B072F5CC7D0}" destId="{E852B37E-9A39-4589-B9EC-0F42378B86ED}" srcOrd="5" destOrd="0" parTransId="{3F6A66AC-F543-4558-8393-99364C788E8D}" sibTransId="{56528751-8DF6-4EC5-9573-EAF51E621FC7}"/>
    <dgm:cxn modelId="{88C418FD-FC4E-4154-B9A9-B3F02D7E9810}" type="presOf" srcId="{6CB4EE15-19F7-4AF9-8D8F-8EBBB944EB72}" destId="{B1FF92F5-E335-4D51-9A0D-BB248A7A86D5}" srcOrd="0" destOrd="0" presId="urn:microsoft.com/office/officeart/2009/3/layout/HorizontalOrganizationChart"/>
    <dgm:cxn modelId="{F59C357E-F982-4C3A-AEF2-DE6D8DDD0031}" srcId="{CECF2A6F-4ED5-4C53-8630-2967148AD33A}" destId="{9F0FE421-EC14-4922-A8EC-AD5D054DFF4B}" srcOrd="1" destOrd="0" parTransId="{FFA64297-4048-47D3-8671-0A5A1B647EF9}" sibTransId="{7FC85F27-2302-4FDC-A8EC-F328DFC8B24E}"/>
    <dgm:cxn modelId="{DC84806E-5A01-4B6D-AF36-E20AE6F3BE99}" srcId="{F6943E73-7558-4B12-807D-8B072F5CC7D0}" destId="{7F59530A-46D0-4A4C-95B4-6BDAEA436959}" srcOrd="2" destOrd="0" parTransId="{A5DABE53-BAA8-4822-B834-D1BC40BC432B}" sibTransId="{3201FC53-CEEF-4692-B4E7-D584C19AC785}"/>
    <dgm:cxn modelId="{DE660945-BA5C-468A-80B8-CAF8307F5F4C}" srcId="{F6943E73-7558-4B12-807D-8B072F5CC7D0}" destId="{8E43C5BF-2378-45DD-AFD5-0B58E8E95A53}" srcOrd="0" destOrd="0" parTransId="{81651DC4-B606-4875-B7EC-3FEEC064C37C}" sibTransId="{010893C5-1028-43D4-943B-592379F0366E}"/>
    <dgm:cxn modelId="{C5C057F3-7F74-4A4E-843B-A2C1305EB6A4}" type="presOf" srcId="{CE62C9B3-2699-4ED5-861B-A572788D0DD9}" destId="{ACA3CF3F-81D1-414C-BCAF-C5337D79FA98}" srcOrd="1" destOrd="0" presId="urn:microsoft.com/office/officeart/2009/3/layout/HorizontalOrganizationChart"/>
    <dgm:cxn modelId="{847BA10F-A8BA-4297-8025-047741D9A337}" type="presOf" srcId="{F6943E73-7558-4B12-807D-8B072F5CC7D0}" destId="{7D51CD32-AB40-4818-9285-C3790875162B}" srcOrd="1" destOrd="0" presId="urn:microsoft.com/office/officeart/2009/3/layout/HorizontalOrganizationChart"/>
    <dgm:cxn modelId="{B95D8D66-BA98-404E-99D7-F4D8D269FDA8}" type="presOf" srcId="{CECF2A6F-4ED5-4C53-8630-2967148AD33A}" destId="{936B243E-B2FA-4105-8A75-2BFDF91BDF08}" srcOrd="1" destOrd="0" presId="urn:microsoft.com/office/officeart/2009/3/layout/HorizontalOrganizationChart"/>
    <dgm:cxn modelId="{FE8E0A10-6230-48B8-8760-CC54E771487A}" srcId="{F6943E73-7558-4B12-807D-8B072F5CC7D0}" destId="{710E3CD9-15D3-46DC-B7CC-726F3CC7FE66}" srcOrd="1" destOrd="0" parTransId="{61AF0E1C-9C92-4B3F-8D22-484E9E7B2962}" sibTransId="{8CF51A93-5FD7-4FCC-9C10-705E7213C68F}"/>
    <dgm:cxn modelId="{E2AE085C-39ED-4D94-BF0A-103ACEBA1C68}" type="presOf" srcId="{D95B7075-7490-44D8-BF78-C8D8F1B9316A}" destId="{9F7A9429-7D77-48C0-8BFB-B05B2ABC7F1F}" srcOrd="0" destOrd="0" presId="urn:microsoft.com/office/officeart/2009/3/layout/HorizontalOrganizationChart"/>
    <dgm:cxn modelId="{E1318035-F3D0-421E-A96C-523079AB40B9}" type="presOf" srcId="{710E3CD9-15D3-46DC-B7CC-726F3CC7FE66}" destId="{A36E721F-8D0E-460D-9356-F36A58FDF6D4}" srcOrd="1" destOrd="0" presId="urn:microsoft.com/office/officeart/2009/3/layout/HorizontalOrganizationChart"/>
    <dgm:cxn modelId="{527B19CE-AB9E-46E8-B103-4B73DCF7457E}" type="presOf" srcId="{A5DABE53-BAA8-4822-B834-D1BC40BC432B}" destId="{B0E40E3E-49AF-485F-81CA-2AA7177F7553}" srcOrd="0" destOrd="0" presId="urn:microsoft.com/office/officeart/2009/3/layout/HorizontalOrganizationChart"/>
    <dgm:cxn modelId="{E5ACFBB4-14AB-47F1-8CF0-B5927EBCF294}" type="presOf" srcId="{E852B37E-9A39-4589-B9EC-0F42378B86ED}" destId="{337C442B-89A8-480A-BB1B-7D233E090947}" srcOrd="1" destOrd="0" presId="urn:microsoft.com/office/officeart/2009/3/layout/HorizontalOrganizationChart"/>
    <dgm:cxn modelId="{2CA30B7A-4985-4238-87F9-2B9AF91B8470}" type="presOf" srcId="{CECF2A6F-4ED5-4C53-8630-2967148AD33A}" destId="{3106EF98-1AC0-436D-AED6-97C5B318B675}" srcOrd="0" destOrd="0" presId="urn:microsoft.com/office/officeart/2009/3/layout/HorizontalOrganizationChart"/>
    <dgm:cxn modelId="{CDC66927-F418-4A00-9BA4-B9BA24A9818D}" type="presOf" srcId="{9F0FE421-EC14-4922-A8EC-AD5D054DFF4B}" destId="{5A786124-6261-426D-96D7-4B02C634B669}" srcOrd="1" destOrd="0" presId="urn:microsoft.com/office/officeart/2009/3/layout/HorizontalOrganizationChart"/>
    <dgm:cxn modelId="{09552418-4AF7-44E0-826A-D698C7AFA6F5}" type="presOf" srcId="{E7383CF8-35E7-4059-B9BC-4A880056D540}" destId="{29156F9F-22AF-452F-92A9-D9538A626720}" srcOrd="1" destOrd="0" presId="urn:microsoft.com/office/officeart/2009/3/layout/HorizontalOrganizationChart"/>
    <dgm:cxn modelId="{EFDFDF69-B8B9-40A5-AF6A-7D34F86550AA}" type="presOf" srcId="{6C2AE1AE-6C44-492E-9801-F2B8FE29DC86}" destId="{0925E64C-0390-4E27-8938-C506A3C573A6}" srcOrd="0" destOrd="0" presId="urn:microsoft.com/office/officeart/2009/3/layout/HorizontalOrganizationChart"/>
    <dgm:cxn modelId="{FA891BAD-819F-4859-A9B7-966BD918730B}" type="presOf" srcId="{9F0FE421-EC14-4922-A8EC-AD5D054DFF4B}" destId="{78147397-01CC-4C4B-9766-1522350A995E}" srcOrd="0" destOrd="0" presId="urn:microsoft.com/office/officeart/2009/3/layout/HorizontalOrganizationChart"/>
    <dgm:cxn modelId="{7C3576A4-24F2-484D-B009-E3EE3ED32545}" type="presOf" srcId="{7F59530A-46D0-4A4C-95B4-6BDAEA436959}" destId="{75EC77F9-DBB5-4D1D-B8FD-9323513AD359}" srcOrd="0" destOrd="0" presId="urn:microsoft.com/office/officeart/2009/3/layout/HorizontalOrganizationChart"/>
    <dgm:cxn modelId="{CBD67FFE-9F71-4C75-8C9B-CC39859E124F}" type="presOf" srcId="{81651DC4-B606-4875-B7EC-3FEEC064C37C}" destId="{309D5CF7-7DFF-4203-9E07-2D9D7CB50D0F}" srcOrd="0" destOrd="0" presId="urn:microsoft.com/office/officeart/2009/3/layout/HorizontalOrganizationChart"/>
    <dgm:cxn modelId="{010E2BEB-FBB9-4EE3-817C-31BFCC1800C5}" type="presOf" srcId="{CE62C9B3-2699-4ED5-861B-A572788D0DD9}" destId="{8D04E4BE-6C4B-457F-80AD-2E73E88729CF}" srcOrd="0" destOrd="0" presId="urn:microsoft.com/office/officeart/2009/3/layout/HorizontalOrganizationChart"/>
    <dgm:cxn modelId="{EA2A02C0-B526-4293-89CB-094A82B3AA25}" type="presOf" srcId="{42220999-0D4A-44D0-A57C-3C60238882F2}" destId="{BBBE8219-6A60-4E93-B715-B1642E08E3EE}" srcOrd="1" destOrd="0" presId="urn:microsoft.com/office/officeart/2009/3/layout/HorizontalOrganizationChart"/>
    <dgm:cxn modelId="{9355E9D7-A113-4E46-AF8F-E5AF740C99A5}" type="presOf" srcId="{BEC67240-D00A-4F40-931A-1DB776F4EAEB}" destId="{1AFCA5C4-74DF-4CE0-8510-C367C043EFBB}" srcOrd="0" destOrd="0" presId="urn:microsoft.com/office/officeart/2009/3/layout/HorizontalOrganizationChart"/>
    <dgm:cxn modelId="{82D95BDA-168B-4B24-A539-416A1E34AEA4}" type="presOf" srcId="{6CB4EE15-19F7-4AF9-8D8F-8EBBB944EB72}" destId="{C15CF876-FAF0-44F0-A1A7-0EADF4715925}" srcOrd="1" destOrd="0" presId="urn:microsoft.com/office/officeart/2009/3/layout/HorizontalOrganizationChart"/>
    <dgm:cxn modelId="{8A6DE3E9-8250-4AD3-B249-EE60EBED6CBB}" srcId="{F6943E73-7558-4B12-807D-8B072F5CC7D0}" destId="{E7383CF8-35E7-4059-B9BC-4A880056D540}" srcOrd="6" destOrd="0" parTransId="{BEC67240-D00A-4F40-931A-1DB776F4EAEB}" sibTransId="{7FB8DED1-3C4F-4DD4-BF91-9B9BC3495928}"/>
    <dgm:cxn modelId="{54AC3632-696D-44F9-8728-AD25D6C4CEF0}" type="presOf" srcId="{CC999D61-9B5A-4C9F-B6B8-2908DA22F9E5}" destId="{F888CC6A-335E-4D0C-AA08-DB6487924793}" srcOrd="1" destOrd="0" presId="urn:microsoft.com/office/officeart/2009/3/layout/HorizontalOrganizationChart"/>
    <dgm:cxn modelId="{B9375B9F-D427-4B07-B7EB-8A4764B50970}" type="presOf" srcId="{710E3CD9-15D3-46DC-B7CC-726F3CC7FE66}" destId="{4FD4E125-973D-4653-B2A9-0A79DB454A9F}" srcOrd="0" destOrd="0" presId="urn:microsoft.com/office/officeart/2009/3/layout/HorizontalOrganizationChart"/>
    <dgm:cxn modelId="{9820604B-8465-4E58-9D47-8B7706E2BF33}" type="presOf" srcId="{FFA64297-4048-47D3-8671-0A5A1B647EF9}" destId="{8CF72642-ABE9-4C2F-A0C5-A46970231C2B}" srcOrd="0" destOrd="0" presId="urn:microsoft.com/office/officeart/2009/3/layout/HorizontalOrganizationChart"/>
    <dgm:cxn modelId="{6D3C04AD-1764-4EC3-B446-C574E7D25B13}" srcId="{F6943E73-7558-4B12-807D-8B072F5CC7D0}" destId="{CC999D61-9B5A-4C9F-B6B8-2908DA22F9E5}" srcOrd="7" destOrd="0" parTransId="{52FDD13A-684B-43F7-8602-0FA7F3485070}" sibTransId="{32A8E53A-6BC2-4AEB-A951-6F01411E4941}"/>
    <dgm:cxn modelId="{08CE3BD6-4B4D-4537-8CF9-A9B546698F77}" type="presParOf" srcId="{7D4F8369-30D6-4F77-B6EA-F1D31B13972E}" destId="{166841D9-ED2D-4BA2-9E88-2947B0F6C5C8}" srcOrd="0" destOrd="0" presId="urn:microsoft.com/office/officeart/2009/3/layout/HorizontalOrganizationChart"/>
    <dgm:cxn modelId="{13F2B81C-5936-4054-89E3-2109F42381E6}" type="presParOf" srcId="{166841D9-ED2D-4BA2-9E88-2947B0F6C5C8}" destId="{EC67C2F0-35B3-47E1-92F1-B996FA613F37}" srcOrd="0" destOrd="0" presId="urn:microsoft.com/office/officeart/2009/3/layout/HorizontalOrganizationChart"/>
    <dgm:cxn modelId="{CD4886CB-0AC9-44BB-B5F9-83F2FD929BF6}" type="presParOf" srcId="{EC67C2F0-35B3-47E1-92F1-B996FA613F37}" destId="{B1FF92F5-E335-4D51-9A0D-BB248A7A86D5}" srcOrd="0" destOrd="0" presId="urn:microsoft.com/office/officeart/2009/3/layout/HorizontalOrganizationChart"/>
    <dgm:cxn modelId="{A48A7DA1-0950-4025-9BF3-0AA2D7ED946A}" type="presParOf" srcId="{EC67C2F0-35B3-47E1-92F1-B996FA613F37}" destId="{C15CF876-FAF0-44F0-A1A7-0EADF4715925}" srcOrd="1" destOrd="0" presId="urn:microsoft.com/office/officeart/2009/3/layout/HorizontalOrganizationChart"/>
    <dgm:cxn modelId="{D22B435B-2F90-4AD5-AE7F-579A009C8E3E}" type="presParOf" srcId="{166841D9-ED2D-4BA2-9E88-2947B0F6C5C8}" destId="{382C2891-DFF0-49D2-97FC-CA3674C546D4}" srcOrd="1" destOrd="0" presId="urn:microsoft.com/office/officeart/2009/3/layout/HorizontalOrganizationChart"/>
    <dgm:cxn modelId="{8ABF581A-ED52-4A56-B374-E98995E480BC}" type="presParOf" srcId="{382C2891-DFF0-49D2-97FC-CA3674C546D4}" destId="{82C6EFC4-3A38-40E3-85F3-53F2C73FAC8A}" srcOrd="0" destOrd="0" presId="urn:microsoft.com/office/officeart/2009/3/layout/HorizontalOrganizationChart"/>
    <dgm:cxn modelId="{CE915E17-591F-479B-9678-C3DEB78E4787}" type="presParOf" srcId="{382C2891-DFF0-49D2-97FC-CA3674C546D4}" destId="{02DF54BA-0AFD-4A83-A0E1-E47600501E54}" srcOrd="1" destOrd="0" presId="urn:microsoft.com/office/officeart/2009/3/layout/HorizontalOrganizationChart"/>
    <dgm:cxn modelId="{C75091CD-3426-430D-90B7-133022E2DE0E}" type="presParOf" srcId="{02DF54BA-0AFD-4A83-A0E1-E47600501E54}" destId="{B5A82282-73FB-497B-839C-3481D10CDF0E}" srcOrd="0" destOrd="0" presId="urn:microsoft.com/office/officeart/2009/3/layout/HorizontalOrganizationChart"/>
    <dgm:cxn modelId="{8DAA62A4-6930-4565-A053-E04520C9AA8D}" type="presParOf" srcId="{B5A82282-73FB-497B-839C-3481D10CDF0E}" destId="{3106EF98-1AC0-436D-AED6-97C5B318B675}" srcOrd="0" destOrd="0" presId="urn:microsoft.com/office/officeart/2009/3/layout/HorizontalOrganizationChart"/>
    <dgm:cxn modelId="{653FBEED-6760-4181-BFD9-D6371C3C2FDE}" type="presParOf" srcId="{B5A82282-73FB-497B-839C-3481D10CDF0E}" destId="{936B243E-B2FA-4105-8A75-2BFDF91BDF08}" srcOrd="1" destOrd="0" presId="urn:microsoft.com/office/officeart/2009/3/layout/HorizontalOrganizationChart"/>
    <dgm:cxn modelId="{09E1C6B6-0991-4A66-BD42-C30A7149C3B3}" type="presParOf" srcId="{02DF54BA-0AFD-4A83-A0E1-E47600501E54}" destId="{30F26C4B-E0B3-4FC3-8D2A-AFA538C2E7C1}" srcOrd="1" destOrd="0" presId="urn:microsoft.com/office/officeart/2009/3/layout/HorizontalOrganizationChart"/>
    <dgm:cxn modelId="{55103C8A-1F6A-43F2-AF74-CCD0E28B2A20}" type="presParOf" srcId="{30F26C4B-E0B3-4FC3-8D2A-AFA538C2E7C1}" destId="{0925E64C-0390-4E27-8938-C506A3C573A6}" srcOrd="0" destOrd="0" presId="urn:microsoft.com/office/officeart/2009/3/layout/HorizontalOrganizationChart"/>
    <dgm:cxn modelId="{FBAD4968-BB93-48B0-BA6A-31C8EAFB8DF1}" type="presParOf" srcId="{30F26C4B-E0B3-4FC3-8D2A-AFA538C2E7C1}" destId="{E3C6EBB3-380C-4577-91A7-F0BDEE37FB6D}" srcOrd="1" destOrd="0" presId="urn:microsoft.com/office/officeart/2009/3/layout/HorizontalOrganizationChart"/>
    <dgm:cxn modelId="{20511E63-AC0A-4775-A84F-687A07B4DEF3}" type="presParOf" srcId="{E3C6EBB3-380C-4577-91A7-F0BDEE37FB6D}" destId="{4949186B-A411-420F-8578-17BD3BDF1D99}" srcOrd="0" destOrd="0" presId="urn:microsoft.com/office/officeart/2009/3/layout/HorizontalOrganizationChart"/>
    <dgm:cxn modelId="{60F8A94B-EB3C-49B5-BDD8-B601117D81A4}" type="presParOf" srcId="{4949186B-A411-420F-8578-17BD3BDF1D99}" destId="{8D04E4BE-6C4B-457F-80AD-2E73E88729CF}" srcOrd="0" destOrd="0" presId="urn:microsoft.com/office/officeart/2009/3/layout/HorizontalOrganizationChart"/>
    <dgm:cxn modelId="{ECD8426D-EA8D-45E4-928E-458B76591218}" type="presParOf" srcId="{4949186B-A411-420F-8578-17BD3BDF1D99}" destId="{ACA3CF3F-81D1-414C-BCAF-C5337D79FA98}" srcOrd="1" destOrd="0" presId="urn:microsoft.com/office/officeart/2009/3/layout/HorizontalOrganizationChart"/>
    <dgm:cxn modelId="{F654C83B-4A78-4C3D-A910-E1A0BE0599D5}" type="presParOf" srcId="{E3C6EBB3-380C-4577-91A7-F0BDEE37FB6D}" destId="{853FBEAC-C2AF-444B-A5C0-6CE828BDDE2F}" srcOrd="1" destOrd="0" presId="urn:microsoft.com/office/officeart/2009/3/layout/HorizontalOrganizationChart"/>
    <dgm:cxn modelId="{A265BE74-E914-4901-9108-0C0D6133B312}" type="presParOf" srcId="{E3C6EBB3-380C-4577-91A7-F0BDEE37FB6D}" destId="{FC82D081-48F3-49B3-8610-F702D55FAF59}" srcOrd="2" destOrd="0" presId="urn:microsoft.com/office/officeart/2009/3/layout/HorizontalOrganizationChart"/>
    <dgm:cxn modelId="{59A9543F-1A9A-4DBB-A816-B41E224F0352}" type="presParOf" srcId="{30F26C4B-E0B3-4FC3-8D2A-AFA538C2E7C1}" destId="{8CF72642-ABE9-4C2F-A0C5-A46970231C2B}" srcOrd="2" destOrd="0" presId="urn:microsoft.com/office/officeart/2009/3/layout/HorizontalOrganizationChart"/>
    <dgm:cxn modelId="{4B41F0BD-DDC6-4E12-8C2B-E065B0977E25}" type="presParOf" srcId="{30F26C4B-E0B3-4FC3-8D2A-AFA538C2E7C1}" destId="{1844CAAB-F38A-4A9D-AB92-F3C23C3A94E2}" srcOrd="3" destOrd="0" presId="urn:microsoft.com/office/officeart/2009/3/layout/HorizontalOrganizationChart"/>
    <dgm:cxn modelId="{87EA8787-DC6A-4225-AC2B-609BB8CE1783}" type="presParOf" srcId="{1844CAAB-F38A-4A9D-AB92-F3C23C3A94E2}" destId="{F5A09DB9-9F51-492D-82F8-5B1211D1EEC8}" srcOrd="0" destOrd="0" presId="urn:microsoft.com/office/officeart/2009/3/layout/HorizontalOrganizationChart"/>
    <dgm:cxn modelId="{2518534D-4DCD-4F16-BEF0-B4336F38C165}" type="presParOf" srcId="{F5A09DB9-9F51-492D-82F8-5B1211D1EEC8}" destId="{78147397-01CC-4C4B-9766-1522350A995E}" srcOrd="0" destOrd="0" presId="urn:microsoft.com/office/officeart/2009/3/layout/HorizontalOrganizationChart"/>
    <dgm:cxn modelId="{373403F4-EF36-48F7-8A3A-9B734B0A3227}" type="presParOf" srcId="{F5A09DB9-9F51-492D-82F8-5B1211D1EEC8}" destId="{5A786124-6261-426D-96D7-4B02C634B669}" srcOrd="1" destOrd="0" presId="urn:microsoft.com/office/officeart/2009/3/layout/HorizontalOrganizationChart"/>
    <dgm:cxn modelId="{F4304422-7962-4E98-AEE9-3E772160687B}" type="presParOf" srcId="{1844CAAB-F38A-4A9D-AB92-F3C23C3A94E2}" destId="{8385DE7C-77AF-43C1-8DED-25063A0B91CB}" srcOrd="1" destOrd="0" presId="urn:microsoft.com/office/officeart/2009/3/layout/HorizontalOrganizationChart"/>
    <dgm:cxn modelId="{82BB6573-E329-439B-BE26-765418C7F383}" type="presParOf" srcId="{1844CAAB-F38A-4A9D-AB92-F3C23C3A94E2}" destId="{9572C8E2-CB56-474F-A73E-41E23A0DD07E}" srcOrd="2" destOrd="0" presId="urn:microsoft.com/office/officeart/2009/3/layout/HorizontalOrganizationChart"/>
    <dgm:cxn modelId="{DA1C2008-113A-4ABA-8955-7A4312637B76}" type="presParOf" srcId="{02DF54BA-0AFD-4A83-A0E1-E47600501E54}" destId="{1C70C180-B029-4F06-B5AA-7DC0716A2D33}" srcOrd="2" destOrd="0" presId="urn:microsoft.com/office/officeart/2009/3/layout/HorizontalOrganizationChart"/>
    <dgm:cxn modelId="{84E067CE-5618-4211-9E69-A50DE361F8F2}" type="presParOf" srcId="{382C2891-DFF0-49D2-97FC-CA3674C546D4}" destId="{211EC912-801B-46B9-B3EF-653A9A91E2D1}" srcOrd="2" destOrd="0" presId="urn:microsoft.com/office/officeart/2009/3/layout/HorizontalOrganizationChart"/>
    <dgm:cxn modelId="{0DEBFB02-035A-4EFB-9772-35097310BA80}" type="presParOf" srcId="{382C2891-DFF0-49D2-97FC-CA3674C546D4}" destId="{A2F207A8-AEE3-434A-B414-1A2F3B1EEDEF}" srcOrd="3" destOrd="0" presId="urn:microsoft.com/office/officeart/2009/3/layout/HorizontalOrganizationChart"/>
    <dgm:cxn modelId="{20AD4CC7-3CE2-44AD-8CC3-AC12C6D90104}" type="presParOf" srcId="{A2F207A8-AEE3-434A-B414-1A2F3B1EEDEF}" destId="{131B4A69-3361-4348-86BB-38273F7FF7DC}" srcOrd="0" destOrd="0" presId="urn:microsoft.com/office/officeart/2009/3/layout/HorizontalOrganizationChart"/>
    <dgm:cxn modelId="{6F3C371A-8259-4528-9811-20DF98255C54}" type="presParOf" srcId="{131B4A69-3361-4348-86BB-38273F7FF7DC}" destId="{D79D08BD-DB0B-48D2-98E1-596D2BBF4B7B}" srcOrd="0" destOrd="0" presId="urn:microsoft.com/office/officeart/2009/3/layout/HorizontalOrganizationChart"/>
    <dgm:cxn modelId="{82AF6040-13CF-4876-A6CB-89025C02B58D}" type="presParOf" srcId="{131B4A69-3361-4348-86BB-38273F7FF7DC}" destId="{7D51CD32-AB40-4818-9285-C3790875162B}" srcOrd="1" destOrd="0" presId="urn:microsoft.com/office/officeart/2009/3/layout/HorizontalOrganizationChart"/>
    <dgm:cxn modelId="{8B1B4D40-61EC-4C60-9A2E-927D32A99EF7}" type="presParOf" srcId="{A2F207A8-AEE3-434A-B414-1A2F3B1EEDEF}" destId="{90B27455-FDD0-4317-A9C0-BF1A3E5C92A6}" srcOrd="1" destOrd="0" presId="urn:microsoft.com/office/officeart/2009/3/layout/HorizontalOrganizationChart"/>
    <dgm:cxn modelId="{3C1CAA21-284B-4214-957C-F849926AD30A}" type="presParOf" srcId="{90B27455-FDD0-4317-A9C0-BF1A3E5C92A6}" destId="{309D5CF7-7DFF-4203-9E07-2D9D7CB50D0F}" srcOrd="0" destOrd="0" presId="urn:microsoft.com/office/officeart/2009/3/layout/HorizontalOrganizationChart"/>
    <dgm:cxn modelId="{064369EE-AF60-40A1-84C9-DD9C28CF17E6}" type="presParOf" srcId="{90B27455-FDD0-4317-A9C0-BF1A3E5C92A6}" destId="{C08B45B3-77C2-4241-9A06-6735919F14B1}" srcOrd="1" destOrd="0" presId="urn:microsoft.com/office/officeart/2009/3/layout/HorizontalOrganizationChart"/>
    <dgm:cxn modelId="{44FE53AC-833E-4849-9F62-2934255F1D1B}" type="presParOf" srcId="{C08B45B3-77C2-4241-9A06-6735919F14B1}" destId="{E2232171-0182-451D-8DE8-577C0A1A84B5}" srcOrd="0" destOrd="0" presId="urn:microsoft.com/office/officeart/2009/3/layout/HorizontalOrganizationChart"/>
    <dgm:cxn modelId="{A4BB86AF-9B84-41A8-89BC-ABD25592E6D9}" type="presParOf" srcId="{E2232171-0182-451D-8DE8-577C0A1A84B5}" destId="{31FAF52C-F2EC-4D85-B74C-057F47A2E94E}" srcOrd="0" destOrd="0" presId="urn:microsoft.com/office/officeart/2009/3/layout/HorizontalOrganizationChart"/>
    <dgm:cxn modelId="{72A0612D-8C32-4CFA-9B67-FC01806147D6}" type="presParOf" srcId="{E2232171-0182-451D-8DE8-577C0A1A84B5}" destId="{2BFAC92F-8D73-4216-81E4-BFCD56453BBD}" srcOrd="1" destOrd="0" presId="urn:microsoft.com/office/officeart/2009/3/layout/HorizontalOrganizationChart"/>
    <dgm:cxn modelId="{AF65E292-9C8D-43DA-B393-0391DA95BE04}" type="presParOf" srcId="{C08B45B3-77C2-4241-9A06-6735919F14B1}" destId="{2AD49244-0809-4135-A64D-7E4855A2C237}" srcOrd="1" destOrd="0" presId="urn:microsoft.com/office/officeart/2009/3/layout/HorizontalOrganizationChart"/>
    <dgm:cxn modelId="{175ABD57-5293-48EC-9C9E-EE08F8602A71}" type="presParOf" srcId="{C08B45B3-77C2-4241-9A06-6735919F14B1}" destId="{E443B677-5812-4204-B182-57E3D5034A66}" srcOrd="2" destOrd="0" presId="urn:microsoft.com/office/officeart/2009/3/layout/HorizontalOrganizationChart"/>
    <dgm:cxn modelId="{A511540C-C708-4D53-B3B4-9F05695930D7}" type="presParOf" srcId="{90B27455-FDD0-4317-A9C0-BF1A3E5C92A6}" destId="{1EF04D05-1169-4455-9256-7D7DE6B44276}" srcOrd="2" destOrd="0" presId="urn:microsoft.com/office/officeart/2009/3/layout/HorizontalOrganizationChart"/>
    <dgm:cxn modelId="{9B6DACBC-9909-4BBB-8573-2EAE6E22175C}" type="presParOf" srcId="{90B27455-FDD0-4317-A9C0-BF1A3E5C92A6}" destId="{92F09228-0F6E-4FC8-BDE1-BA949CB5FA5F}" srcOrd="3" destOrd="0" presId="urn:microsoft.com/office/officeart/2009/3/layout/HorizontalOrganizationChart"/>
    <dgm:cxn modelId="{D7346416-9E9A-45D9-B498-7C4C7E93AACB}" type="presParOf" srcId="{92F09228-0F6E-4FC8-BDE1-BA949CB5FA5F}" destId="{F1659848-791D-49DA-B7D1-D457F0143B8A}" srcOrd="0" destOrd="0" presId="urn:microsoft.com/office/officeart/2009/3/layout/HorizontalOrganizationChart"/>
    <dgm:cxn modelId="{FF043807-36CC-4123-9DA8-D409FAC7EC8E}" type="presParOf" srcId="{F1659848-791D-49DA-B7D1-D457F0143B8A}" destId="{4FD4E125-973D-4653-B2A9-0A79DB454A9F}" srcOrd="0" destOrd="0" presId="urn:microsoft.com/office/officeart/2009/3/layout/HorizontalOrganizationChart"/>
    <dgm:cxn modelId="{CD81088E-0D66-4692-9383-B64389DF946A}" type="presParOf" srcId="{F1659848-791D-49DA-B7D1-D457F0143B8A}" destId="{A36E721F-8D0E-460D-9356-F36A58FDF6D4}" srcOrd="1" destOrd="0" presId="urn:microsoft.com/office/officeart/2009/3/layout/HorizontalOrganizationChart"/>
    <dgm:cxn modelId="{EE6DADCD-FF9F-4EC5-93C5-198C5DF0438A}" type="presParOf" srcId="{92F09228-0F6E-4FC8-BDE1-BA949CB5FA5F}" destId="{F82383FE-6AD6-4E1D-BAC2-B7920AC5678F}" srcOrd="1" destOrd="0" presId="urn:microsoft.com/office/officeart/2009/3/layout/HorizontalOrganizationChart"/>
    <dgm:cxn modelId="{E1435B80-402E-47FE-AD80-618D8E4B7C0A}" type="presParOf" srcId="{92F09228-0F6E-4FC8-BDE1-BA949CB5FA5F}" destId="{E4D431DC-1D55-4341-95F8-6411340BF3CC}" srcOrd="2" destOrd="0" presId="urn:microsoft.com/office/officeart/2009/3/layout/HorizontalOrganizationChart"/>
    <dgm:cxn modelId="{4964FA3A-97EE-49E3-A1AF-985D7E190CB2}" type="presParOf" srcId="{90B27455-FDD0-4317-A9C0-BF1A3E5C92A6}" destId="{B0E40E3E-49AF-485F-81CA-2AA7177F7553}" srcOrd="4" destOrd="0" presId="urn:microsoft.com/office/officeart/2009/3/layout/HorizontalOrganizationChart"/>
    <dgm:cxn modelId="{E6FE082A-05A0-4011-8FB5-AA3CEC6659D1}" type="presParOf" srcId="{90B27455-FDD0-4317-A9C0-BF1A3E5C92A6}" destId="{D6BA8671-4686-430E-9442-73D3F29ED1D2}" srcOrd="5" destOrd="0" presId="urn:microsoft.com/office/officeart/2009/3/layout/HorizontalOrganizationChart"/>
    <dgm:cxn modelId="{24FABF90-5966-4243-A9F9-3F52E419ED97}" type="presParOf" srcId="{D6BA8671-4686-430E-9442-73D3F29ED1D2}" destId="{FF2B1E28-8048-4567-8A6D-31112749684E}" srcOrd="0" destOrd="0" presId="urn:microsoft.com/office/officeart/2009/3/layout/HorizontalOrganizationChart"/>
    <dgm:cxn modelId="{6A4EAF66-5353-4713-BB0D-905D9D647F94}" type="presParOf" srcId="{FF2B1E28-8048-4567-8A6D-31112749684E}" destId="{75EC77F9-DBB5-4D1D-B8FD-9323513AD359}" srcOrd="0" destOrd="0" presId="urn:microsoft.com/office/officeart/2009/3/layout/HorizontalOrganizationChart"/>
    <dgm:cxn modelId="{2EC4056C-76E6-43E4-B6EC-D600492ED39D}" type="presParOf" srcId="{FF2B1E28-8048-4567-8A6D-31112749684E}" destId="{C6FE84F9-5B0A-4D52-9616-F2CB635BC66A}" srcOrd="1" destOrd="0" presId="urn:microsoft.com/office/officeart/2009/3/layout/HorizontalOrganizationChart"/>
    <dgm:cxn modelId="{23C77A4E-8656-4E25-9DDD-965035647B5A}" type="presParOf" srcId="{D6BA8671-4686-430E-9442-73D3F29ED1D2}" destId="{D02E8252-28CB-4AD6-A92D-15C6888A9D28}" srcOrd="1" destOrd="0" presId="urn:microsoft.com/office/officeart/2009/3/layout/HorizontalOrganizationChart"/>
    <dgm:cxn modelId="{09D1E138-D876-4505-BA2A-8D6BA1E98AB3}" type="presParOf" srcId="{D6BA8671-4686-430E-9442-73D3F29ED1D2}" destId="{9A24002A-3A60-414A-9870-D088A533B5D8}" srcOrd="2" destOrd="0" presId="urn:microsoft.com/office/officeart/2009/3/layout/HorizontalOrganizationChart"/>
    <dgm:cxn modelId="{6CC23627-19CD-48C4-B9D7-34FBBB430919}" type="presParOf" srcId="{90B27455-FDD0-4317-A9C0-BF1A3E5C92A6}" destId="{5D9BABDC-F947-4D91-854C-142A09183F31}" srcOrd="6" destOrd="0" presId="urn:microsoft.com/office/officeart/2009/3/layout/HorizontalOrganizationChart"/>
    <dgm:cxn modelId="{593E22DF-B31D-4E26-B476-322669C17453}" type="presParOf" srcId="{90B27455-FDD0-4317-A9C0-BF1A3E5C92A6}" destId="{02546D80-14B0-4325-90C9-73581E5C4435}" srcOrd="7" destOrd="0" presId="urn:microsoft.com/office/officeart/2009/3/layout/HorizontalOrganizationChart"/>
    <dgm:cxn modelId="{7626C545-D53B-4436-A0A6-A9CBE16BA75A}" type="presParOf" srcId="{02546D80-14B0-4325-90C9-73581E5C4435}" destId="{9137BD08-0BC9-415D-B984-16B9080D7B64}" srcOrd="0" destOrd="0" presId="urn:microsoft.com/office/officeart/2009/3/layout/HorizontalOrganizationChart"/>
    <dgm:cxn modelId="{8318D9F2-75F1-425D-AF8B-3C20AF5C0381}" type="presParOf" srcId="{9137BD08-0BC9-415D-B984-16B9080D7B64}" destId="{1BCE7F61-A1FB-46DA-9EED-566C48D33B00}" srcOrd="0" destOrd="0" presId="urn:microsoft.com/office/officeart/2009/3/layout/HorizontalOrganizationChart"/>
    <dgm:cxn modelId="{B6596514-807A-4BCB-90E0-271927AB52AE}" type="presParOf" srcId="{9137BD08-0BC9-415D-B984-16B9080D7B64}" destId="{BBBE8219-6A60-4E93-B715-B1642E08E3EE}" srcOrd="1" destOrd="0" presId="urn:microsoft.com/office/officeart/2009/3/layout/HorizontalOrganizationChart"/>
    <dgm:cxn modelId="{6DE6D709-8C72-4A66-96F2-E9BB3BA9B001}" type="presParOf" srcId="{02546D80-14B0-4325-90C9-73581E5C4435}" destId="{616060A4-32E9-4116-8075-B5EEA9849DCC}" srcOrd="1" destOrd="0" presId="urn:microsoft.com/office/officeart/2009/3/layout/HorizontalOrganizationChart"/>
    <dgm:cxn modelId="{5563AB59-0307-4782-A3F3-4FE44BEAB287}" type="presParOf" srcId="{02546D80-14B0-4325-90C9-73581E5C4435}" destId="{BBDD4AE3-C7EC-4AC6-8EB4-B6FC1BB02AC4}" srcOrd="2" destOrd="0" presId="urn:microsoft.com/office/officeart/2009/3/layout/HorizontalOrganizationChart"/>
    <dgm:cxn modelId="{1395E171-C2D8-4769-A71C-83EEB301F03F}" type="presParOf" srcId="{90B27455-FDD0-4317-A9C0-BF1A3E5C92A6}" destId="{9F7A9429-7D77-48C0-8BFB-B05B2ABC7F1F}" srcOrd="8" destOrd="0" presId="urn:microsoft.com/office/officeart/2009/3/layout/HorizontalOrganizationChart"/>
    <dgm:cxn modelId="{7EC38293-233A-4D12-9851-A1A1E14C0BBF}" type="presParOf" srcId="{90B27455-FDD0-4317-A9C0-BF1A3E5C92A6}" destId="{15B9DB55-B342-4EB9-A1C1-D5E305D853FE}" srcOrd="9" destOrd="0" presId="urn:microsoft.com/office/officeart/2009/3/layout/HorizontalOrganizationChart"/>
    <dgm:cxn modelId="{ACFFFF56-EFC2-4D46-9426-5B09E464A76D}" type="presParOf" srcId="{15B9DB55-B342-4EB9-A1C1-D5E305D853FE}" destId="{F3173B99-593D-4788-B176-B72C6D5102F9}" srcOrd="0" destOrd="0" presId="urn:microsoft.com/office/officeart/2009/3/layout/HorizontalOrganizationChart"/>
    <dgm:cxn modelId="{3D913686-36AC-49D5-8FE0-244FBFD6B845}" type="presParOf" srcId="{F3173B99-593D-4788-B176-B72C6D5102F9}" destId="{574F9D71-5DEA-4CA0-A9A5-0209441EA980}" srcOrd="0" destOrd="0" presId="urn:microsoft.com/office/officeart/2009/3/layout/HorizontalOrganizationChart"/>
    <dgm:cxn modelId="{360B9F1D-F6B6-4B9D-9271-7DF119F70645}" type="presParOf" srcId="{F3173B99-593D-4788-B176-B72C6D5102F9}" destId="{621825CE-6C1E-43B3-A8C0-00EBCBCA1823}" srcOrd="1" destOrd="0" presId="urn:microsoft.com/office/officeart/2009/3/layout/HorizontalOrganizationChart"/>
    <dgm:cxn modelId="{F4C1E9AE-9518-473C-AFF0-31C1F396A7A3}" type="presParOf" srcId="{15B9DB55-B342-4EB9-A1C1-D5E305D853FE}" destId="{027AE785-E794-44EF-A98A-76C2025DD0AB}" srcOrd="1" destOrd="0" presId="urn:microsoft.com/office/officeart/2009/3/layout/HorizontalOrganizationChart"/>
    <dgm:cxn modelId="{F9A31233-911D-427D-B3C5-A2BC926E4703}" type="presParOf" srcId="{15B9DB55-B342-4EB9-A1C1-D5E305D853FE}" destId="{9CCE6112-0F11-4C3A-A546-AE1578C95B7D}" srcOrd="2" destOrd="0" presId="urn:microsoft.com/office/officeart/2009/3/layout/HorizontalOrganizationChart"/>
    <dgm:cxn modelId="{36EB65EE-0A56-4C9E-9C6E-68D8DE92C496}" type="presParOf" srcId="{90B27455-FDD0-4317-A9C0-BF1A3E5C92A6}" destId="{95D4BD0A-9F17-48A0-A502-0D69AC4276DA}" srcOrd="10" destOrd="0" presId="urn:microsoft.com/office/officeart/2009/3/layout/HorizontalOrganizationChart"/>
    <dgm:cxn modelId="{C62C9C47-B8B0-4C75-8789-86E87406A1DE}" type="presParOf" srcId="{90B27455-FDD0-4317-A9C0-BF1A3E5C92A6}" destId="{9E355826-1AA3-4C42-9F74-5DE54CE461D4}" srcOrd="11" destOrd="0" presId="urn:microsoft.com/office/officeart/2009/3/layout/HorizontalOrganizationChart"/>
    <dgm:cxn modelId="{096152E8-D58D-4740-9AEF-4373D7409818}" type="presParOf" srcId="{9E355826-1AA3-4C42-9F74-5DE54CE461D4}" destId="{078D0428-E214-4942-8DC9-AE4256AE5E4A}" srcOrd="0" destOrd="0" presId="urn:microsoft.com/office/officeart/2009/3/layout/HorizontalOrganizationChart"/>
    <dgm:cxn modelId="{AE4361EE-D727-4C5C-8140-87A292520EDF}" type="presParOf" srcId="{078D0428-E214-4942-8DC9-AE4256AE5E4A}" destId="{8DE65CD2-6624-4A0E-A587-BEC5DCD7B3F4}" srcOrd="0" destOrd="0" presId="urn:microsoft.com/office/officeart/2009/3/layout/HorizontalOrganizationChart"/>
    <dgm:cxn modelId="{B2D564A4-D478-4DFF-A45F-4DD4856C574C}" type="presParOf" srcId="{078D0428-E214-4942-8DC9-AE4256AE5E4A}" destId="{337C442B-89A8-480A-BB1B-7D233E090947}" srcOrd="1" destOrd="0" presId="urn:microsoft.com/office/officeart/2009/3/layout/HorizontalOrganizationChart"/>
    <dgm:cxn modelId="{13C85A3E-BF3B-419C-8946-F3B8AC44E7AA}" type="presParOf" srcId="{9E355826-1AA3-4C42-9F74-5DE54CE461D4}" destId="{DB79477A-FBCD-4D10-B5BF-1C3C6E4EC7A1}" srcOrd="1" destOrd="0" presId="urn:microsoft.com/office/officeart/2009/3/layout/HorizontalOrganizationChart"/>
    <dgm:cxn modelId="{3631528B-E4C4-4694-824E-A02BAB508382}" type="presParOf" srcId="{9E355826-1AA3-4C42-9F74-5DE54CE461D4}" destId="{7834AC45-073A-46F8-8A5A-996DCE6CE0B2}" srcOrd="2" destOrd="0" presId="urn:microsoft.com/office/officeart/2009/3/layout/HorizontalOrganizationChart"/>
    <dgm:cxn modelId="{64368C2F-B4D4-4469-B502-480471F26762}" type="presParOf" srcId="{90B27455-FDD0-4317-A9C0-BF1A3E5C92A6}" destId="{1AFCA5C4-74DF-4CE0-8510-C367C043EFBB}" srcOrd="12" destOrd="0" presId="urn:microsoft.com/office/officeart/2009/3/layout/HorizontalOrganizationChart"/>
    <dgm:cxn modelId="{AB36122A-C124-4475-9F44-9E9AFBB295FC}" type="presParOf" srcId="{90B27455-FDD0-4317-A9C0-BF1A3E5C92A6}" destId="{BBA2C89F-768D-4A3F-BA2C-598E68CA9657}" srcOrd="13" destOrd="0" presId="urn:microsoft.com/office/officeart/2009/3/layout/HorizontalOrganizationChart"/>
    <dgm:cxn modelId="{1410E7CF-B0F7-4BD0-B78C-01C06BC3F009}" type="presParOf" srcId="{BBA2C89F-768D-4A3F-BA2C-598E68CA9657}" destId="{5A95DBA2-1125-4431-94C8-6971C51279F4}" srcOrd="0" destOrd="0" presId="urn:microsoft.com/office/officeart/2009/3/layout/HorizontalOrganizationChart"/>
    <dgm:cxn modelId="{AF5BC4C4-C67F-4CC5-A045-48BD30C7FCA2}" type="presParOf" srcId="{5A95DBA2-1125-4431-94C8-6971C51279F4}" destId="{32458F58-41C9-403E-B76D-513C05767858}" srcOrd="0" destOrd="0" presId="urn:microsoft.com/office/officeart/2009/3/layout/HorizontalOrganizationChart"/>
    <dgm:cxn modelId="{87251B37-19E5-45F6-81B2-9DD1EC5F17AD}" type="presParOf" srcId="{5A95DBA2-1125-4431-94C8-6971C51279F4}" destId="{29156F9F-22AF-452F-92A9-D9538A626720}" srcOrd="1" destOrd="0" presId="urn:microsoft.com/office/officeart/2009/3/layout/HorizontalOrganizationChart"/>
    <dgm:cxn modelId="{525B10CA-82AA-4715-B22E-CB58A0A90A24}" type="presParOf" srcId="{BBA2C89F-768D-4A3F-BA2C-598E68CA9657}" destId="{B391E636-37DB-420F-8A73-A4E9F4FD0317}" srcOrd="1" destOrd="0" presId="urn:microsoft.com/office/officeart/2009/3/layout/HorizontalOrganizationChart"/>
    <dgm:cxn modelId="{F33E8AA1-5C7D-42E0-890B-D33C9C356F0A}" type="presParOf" srcId="{BBA2C89F-768D-4A3F-BA2C-598E68CA9657}" destId="{B50C3A03-DCAE-4C99-AF3F-E05419D608DB}" srcOrd="2" destOrd="0" presId="urn:microsoft.com/office/officeart/2009/3/layout/HorizontalOrganizationChart"/>
    <dgm:cxn modelId="{92AD4D1C-C41C-4BEF-B8AB-EABC9C2EB2C6}" type="presParOf" srcId="{90B27455-FDD0-4317-A9C0-BF1A3E5C92A6}" destId="{C990A8C8-14F3-4D3B-A3B1-9DD6684D7762}" srcOrd="14" destOrd="0" presId="urn:microsoft.com/office/officeart/2009/3/layout/HorizontalOrganizationChart"/>
    <dgm:cxn modelId="{3C72E5B9-F885-41CC-8E54-6A89DACBC96F}" type="presParOf" srcId="{90B27455-FDD0-4317-A9C0-BF1A3E5C92A6}" destId="{78D8031E-49F9-496B-9692-51C27CD18632}" srcOrd="15" destOrd="0" presId="urn:microsoft.com/office/officeart/2009/3/layout/HorizontalOrganizationChart"/>
    <dgm:cxn modelId="{BA8B8C6A-3A22-42F8-A0AB-C9726C790735}" type="presParOf" srcId="{78D8031E-49F9-496B-9692-51C27CD18632}" destId="{0E897F84-2423-4CEC-8B80-7F4E14A810B9}" srcOrd="0" destOrd="0" presId="urn:microsoft.com/office/officeart/2009/3/layout/HorizontalOrganizationChart"/>
    <dgm:cxn modelId="{4236A23F-9C6C-4C98-A4CC-F7A370F5C166}" type="presParOf" srcId="{0E897F84-2423-4CEC-8B80-7F4E14A810B9}" destId="{C6647AB8-A97D-43B6-867B-B6C0DFBAD8B0}" srcOrd="0" destOrd="0" presId="urn:microsoft.com/office/officeart/2009/3/layout/HorizontalOrganizationChart"/>
    <dgm:cxn modelId="{A1C5AC6D-6DCC-4CFC-8645-32CE85F5B2E7}" type="presParOf" srcId="{0E897F84-2423-4CEC-8B80-7F4E14A810B9}" destId="{F888CC6A-335E-4D0C-AA08-DB6487924793}" srcOrd="1" destOrd="0" presId="urn:microsoft.com/office/officeart/2009/3/layout/HorizontalOrganizationChart"/>
    <dgm:cxn modelId="{0A63AD84-FC44-42A4-B045-E6BBC108DA8D}" type="presParOf" srcId="{78D8031E-49F9-496B-9692-51C27CD18632}" destId="{25E4E76B-751A-4492-9764-F2FDBD899B22}" srcOrd="1" destOrd="0" presId="urn:microsoft.com/office/officeart/2009/3/layout/HorizontalOrganizationChart"/>
    <dgm:cxn modelId="{29DDD1DB-F058-4984-8B58-3121CE58D580}" type="presParOf" srcId="{78D8031E-49F9-496B-9692-51C27CD18632}" destId="{5A29EAD1-33CA-4A59-BBB4-7064DFC4A059}" srcOrd="2" destOrd="0" presId="urn:microsoft.com/office/officeart/2009/3/layout/HorizontalOrganizationChart"/>
    <dgm:cxn modelId="{3ACB420B-980C-4FF5-8366-CC8194602AA5}" type="presParOf" srcId="{A2F207A8-AEE3-434A-B414-1A2F3B1EEDEF}" destId="{74758F35-6C74-46E2-9978-27706DACBE0C}" srcOrd="2" destOrd="0" presId="urn:microsoft.com/office/officeart/2009/3/layout/HorizontalOrganizationChart"/>
    <dgm:cxn modelId="{49E77B8E-78A4-48CF-BE83-AAB96135CA1D}" type="presParOf" srcId="{166841D9-ED2D-4BA2-9E88-2947B0F6C5C8}" destId="{CF2D6EC5-5619-44E4-990E-FEE4CE766C05}" srcOrd="2" destOrd="0" presId="urn:microsoft.com/office/officeart/2009/3/layout/HorizontalOrganizationChar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A37A7F2-FC19-40DA-85A5-2CA4B2FB23E6}" type="doc">
      <dgm:prSet loTypeId="urn:microsoft.com/office/officeart/2005/8/layout/hList1" loCatId="list" qsTypeId="urn:microsoft.com/office/officeart/2005/8/quickstyle/simple1" qsCatId="simple" csTypeId="urn:microsoft.com/office/officeart/2005/8/colors/colorful4" csCatId="colorful" phldr="1"/>
      <dgm:spPr/>
      <dgm:t>
        <a:bodyPr/>
        <a:lstStyle/>
        <a:p>
          <a:endParaRPr lang="en-US"/>
        </a:p>
      </dgm:t>
    </dgm:pt>
    <dgm:pt modelId="{C7879156-AB29-43BF-91BB-84BE26B56798}">
      <dgm:prSet phldrT="[Text]"/>
      <dgm:spPr/>
      <dgm:t>
        <a:bodyPr/>
        <a:lstStyle/>
        <a:p>
          <a:r>
            <a:rPr lang="en-US" dirty="0"/>
            <a:t>Direct Heuristic Search Techniques </a:t>
          </a:r>
        </a:p>
      </dgm:t>
    </dgm:pt>
    <dgm:pt modelId="{0FA57DFF-48D0-499C-AE5F-C2443B956708}" type="parTrans" cxnId="{50B77182-795F-4603-83E0-34EA1FC5CA0C}">
      <dgm:prSet/>
      <dgm:spPr/>
      <dgm:t>
        <a:bodyPr/>
        <a:lstStyle/>
        <a:p>
          <a:endParaRPr lang="en-US"/>
        </a:p>
      </dgm:t>
    </dgm:pt>
    <dgm:pt modelId="{A3334AC1-4B5B-4F5B-A0D4-92A97E37BAB3}" type="sibTrans" cxnId="{50B77182-795F-4603-83E0-34EA1FC5CA0C}">
      <dgm:prSet/>
      <dgm:spPr/>
      <dgm:t>
        <a:bodyPr/>
        <a:lstStyle/>
        <a:p>
          <a:endParaRPr lang="en-US"/>
        </a:p>
      </dgm:t>
    </dgm:pt>
    <dgm:pt modelId="{092F5F92-2BF5-4629-BCA6-6EE592867625}">
      <dgm:prSet phldrT="[Text]"/>
      <dgm:spPr/>
      <dgm:t>
        <a:bodyPr/>
        <a:lstStyle/>
        <a:p>
          <a:r>
            <a:rPr lang="en-US" dirty="0"/>
            <a:t>Other names for these are Brute Force Search, Blind Search, Uninformed Search, and Blind Control Strategy. </a:t>
          </a:r>
        </a:p>
      </dgm:t>
    </dgm:pt>
    <dgm:pt modelId="{E7CAC4C9-FF0F-40D2-8DDB-5449ADCB8EAB}" type="parTrans" cxnId="{078A72A9-95FA-4586-99D9-3A1198A99954}">
      <dgm:prSet/>
      <dgm:spPr/>
      <dgm:t>
        <a:bodyPr/>
        <a:lstStyle/>
        <a:p>
          <a:endParaRPr lang="en-US"/>
        </a:p>
      </dgm:t>
    </dgm:pt>
    <dgm:pt modelId="{57DEA904-3B0A-4D5A-A6D6-648B36E20085}" type="sibTrans" cxnId="{078A72A9-95FA-4586-99D9-3A1198A99954}">
      <dgm:prSet/>
      <dgm:spPr/>
      <dgm:t>
        <a:bodyPr/>
        <a:lstStyle/>
        <a:p>
          <a:endParaRPr lang="en-US"/>
        </a:p>
      </dgm:t>
    </dgm:pt>
    <dgm:pt modelId="{7F5AD90B-16F6-4454-B87B-9484D25BB26F}">
      <dgm:prSet phldrT="[Text]"/>
      <dgm:spPr/>
      <dgm:t>
        <a:bodyPr/>
        <a:lstStyle/>
        <a:p>
          <a:r>
            <a:rPr lang="en-US" dirty="0"/>
            <a:t>These aren’t always possible since they demand much time or memory. They search the entire state space for a solution and use an arbitrary ordering of operations.</a:t>
          </a:r>
        </a:p>
      </dgm:t>
    </dgm:pt>
    <dgm:pt modelId="{A4F2F67D-B5EC-4461-AC44-D7D2DD820723}" type="parTrans" cxnId="{CD46557E-F416-4D62-8A7D-1B0DD6FAB4F8}">
      <dgm:prSet/>
      <dgm:spPr/>
      <dgm:t>
        <a:bodyPr/>
        <a:lstStyle/>
        <a:p>
          <a:endParaRPr lang="en-US"/>
        </a:p>
      </dgm:t>
    </dgm:pt>
    <dgm:pt modelId="{507B605F-F4BE-4EBD-84EC-9C0ECD664CD9}" type="sibTrans" cxnId="{CD46557E-F416-4D62-8A7D-1B0DD6FAB4F8}">
      <dgm:prSet/>
      <dgm:spPr/>
      <dgm:t>
        <a:bodyPr/>
        <a:lstStyle/>
        <a:p>
          <a:endParaRPr lang="en-US"/>
        </a:p>
      </dgm:t>
    </dgm:pt>
    <dgm:pt modelId="{6194A802-7D8D-4AC3-859A-08ADF5F4B8A0}">
      <dgm:prSet phldrT="[Text]"/>
      <dgm:spPr/>
      <dgm:t>
        <a:bodyPr/>
        <a:lstStyle/>
        <a:p>
          <a:r>
            <a:rPr lang="en-US" dirty="0"/>
            <a:t>Weak Heuristic Search Techniques </a:t>
          </a:r>
        </a:p>
      </dgm:t>
    </dgm:pt>
    <dgm:pt modelId="{C298ECB3-D01B-435B-9605-6BBDEDCB4A4E}" type="parTrans" cxnId="{F41CBA90-7259-416E-9B16-17B96420CE85}">
      <dgm:prSet/>
      <dgm:spPr/>
      <dgm:t>
        <a:bodyPr/>
        <a:lstStyle/>
        <a:p>
          <a:endParaRPr lang="en-US"/>
        </a:p>
      </dgm:t>
    </dgm:pt>
    <dgm:pt modelId="{9D0E6345-CD87-4E41-8B0D-C9C43567DFCB}" type="sibTrans" cxnId="{F41CBA90-7259-416E-9B16-17B96420CE85}">
      <dgm:prSet/>
      <dgm:spPr/>
      <dgm:t>
        <a:bodyPr/>
        <a:lstStyle/>
        <a:p>
          <a:endParaRPr lang="en-US"/>
        </a:p>
      </dgm:t>
    </dgm:pt>
    <dgm:pt modelId="{95838493-D3CA-4F4A-A889-B1ACA397636C}">
      <dgm:prSet phldrT="[Text]"/>
      <dgm:spPr/>
      <dgm:t>
        <a:bodyPr/>
        <a:lstStyle/>
        <a:p>
          <a:r>
            <a:rPr lang="en-US" dirty="0"/>
            <a:t>Other names for these are Informed Search, Heuristic Search, and Heuristic Control Strategy</a:t>
          </a:r>
        </a:p>
      </dgm:t>
    </dgm:pt>
    <dgm:pt modelId="{598B11AD-226F-4784-9F9C-A0D23E5371EA}" type="parTrans" cxnId="{B2063785-8C5A-44B4-82CC-63C069AC6EB1}">
      <dgm:prSet/>
      <dgm:spPr/>
      <dgm:t>
        <a:bodyPr/>
        <a:lstStyle/>
        <a:p>
          <a:endParaRPr lang="en-US"/>
        </a:p>
      </dgm:t>
    </dgm:pt>
    <dgm:pt modelId="{6EF37445-6B7A-4D9A-9A3C-7265ED2E21A0}" type="sibTrans" cxnId="{B2063785-8C5A-44B4-82CC-63C069AC6EB1}">
      <dgm:prSet/>
      <dgm:spPr/>
      <dgm:t>
        <a:bodyPr/>
        <a:lstStyle/>
        <a:p>
          <a:endParaRPr lang="en-US"/>
        </a:p>
      </dgm:t>
    </dgm:pt>
    <dgm:pt modelId="{4DE2C9A1-FAB1-4964-AED5-E539DA2CE3D8}">
      <dgm:prSet phldrT="[Text]"/>
      <dgm:spPr/>
      <dgm:t>
        <a:bodyPr/>
        <a:lstStyle/>
        <a:p>
          <a:r>
            <a:rPr lang="en-US" dirty="0"/>
            <a:t>These are effective if applied correctly to the right types of tasks and usually demand domain-specific information. </a:t>
          </a:r>
        </a:p>
      </dgm:t>
    </dgm:pt>
    <dgm:pt modelId="{D8006044-6B8C-4923-8F61-A712375DE2C0}" type="parTrans" cxnId="{9FA6388C-049F-4D85-AFAE-11926F8F3B0C}">
      <dgm:prSet/>
      <dgm:spPr/>
      <dgm:t>
        <a:bodyPr/>
        <a:lstStyle/>
        <a:p>
          <a:endParaRPr lang="en-US"/>
        </a:p>
      </dgm:t>
    </dgm:pt>
    <dgm:pt modelId="{80BC982B-B65B-450C-82F6-603EE7B0479E}" type="sibTrans" cxnId="{9FA6388C-049F-4D85-AFAE-11926F8F3B0C}">
      <dgm:prSet/>
      <dgm:spPr/>
      <dgm:t>
        <a:bodyPr/>
        <a:lstStyle/>
        <a:p>
          <a:endParaRPr lang="en-US"/>
        </a:p>
      </dgm:t>
    </dgm:pt>
    <dgm:pt modelId="{2DC7411C-E983-4AB7-81FD-88A5AA291415}">
      <dgm:prSet phldrT="[Text]"/>
      <dgm:spPr/>
      <dgm:t>
        <a:bodyPr/>
        <a:lstStyle/>
        <a:p>
          <a:r>
            <a:rPr lang="en-US" dirty="0"/>
            <a:t>This extra information is needed to compute preference among child nodes to explore and expand. Each node has a heuristic function associated with it. </a:t>
          </a:r>
        </a:p>
      </dgm:t>
    </dgm:pt>
    <dgm:pt modelId="{7B0C3344-BD83-429E-AB67-ED00086747AD}" type="parTrans" cxnId="{5454830C-DF9A-4C3D-9866-2FA1FFFB1FB1}">
      <dgm:prSet/>
      <dgm:spPr/>
      <dgm:t>
        <a:bodyPr/>
        <a:lstStyle/>
        <a:p>
          <a:endParaRPr lang="en-US"/>
        </a:p>
      </dgm:t>
    </dgm:pt>
    <dgm:pt modelId="{5EF6559A-1A27-4EC0-A333-063FF44214AF}" type="sibTrans" cxnId="{5454830C-DF9A-4C3D-9866-2FA1FFFB1FB1}">
      <dgm:prSet/>
      <dgm:spPr/>
      <dgm:t>
        <a:bodyPr/>
        <a:lstStyle/>
        <a:p>
          <a:endParaRPr lang="en-US"/>
        </a:p>
      </dgm:t>
    </dgm:pt>
    <dgm:pt modelId="{7C7328B1-6237-45BC-9977-54D9A2F9F535}">
      <dgm:prSet phldrT="[Text]"/>
      <dgm:spPr/>
      <dgm:t>
        <a:bodyPr/>
        <a:lstStyle/>
        <a:p>
          <a:r>
            <a:rPr lang="en-US" dirty="0"/>
            <a:t> Examples of these are Breadth First Search (BFS) and Depth First Search (DFS).</a:t>
          </a:r>
        </a:p>
      </dgm:t>
    </dgm:pt>
    <dgm:pt modelId="{8BEFF0C7-0203-4C63-A7AE-83E1F475EF70}" type="parTrans" cxnId="{0140C884-52ED-4FAD-9E94-55DAE698ADF6}">
      <dgm:prSet/>
      <dgm:spPr/>
      <dgm:t>
        <a:bodyPr/>
        <a:lstStyle/>
        <a:p>
          <a:endParaRPr lang="en-US"/>
        </a:p>
      </dgm:t>
    </dgm:pt>
    <dgm:pt modelId="{875A3720-927B-477D-A8F6-64E5B7405F24}" type="sibTrans" cxnId="{0140C884-52ED-4FAD-9E94-55DAE698ADF6}">
      <dgm:prSet/>
      <dgm:spPr/>
      <dgm:t>
        <a:bodyPr/>
        <a:lstStyle/>
        <a:p>
          <a:endParaRPr lang="en-US"/>
        </a:p>
      </dgm:t>
    </dgm:pt>
    <dgm:pt modelId="{D79AF691-173A-4579-ACCC-021E5FA1924F}">
      <dgm:prSet phldrT="[Text]"/>
      <dgm:spPr/>
      <dgm:t>
        <a:bodyPr/>
        <a:lstStyle/>
        <a:p>
          <a:r>
            <a:rPr lang="en-US" dirty="0"/>
            <a:t>Examples are Best First Search (BFS) and A*.</a:t>
          </a:r>
        </a:p>
      </dgm:t>
    </dgm:pt>
    <dgm:pt modelId="{B580A544-D744-42A2-B171-75638C5A47F3}" type="parTrans" cxnId="{3587B662-751B-405D-826F-3CC8B139A730}">
      <dgm:prSet/>
      <dgm:spPr/>
      <dgm:t>
        <a:bodyPr/>
        <a:lstStyle/>
        <a:p>
          <a:endParaRPr lang="en-US"/>
        </a:p>
      </dgm:t>
    </dgm:pt>
    <dgm:pt modelId="{54A9C00C-3A61-4D12-8B2D-EDFDE4916C6C}" type="sibTrans" cxnId="{3587B662-751B-405D-826F-3CC8B139A730}">
      <dgm:prSet/>
      <dgm:spPr/>
      <dgm:t>
        <a:bodyPr/>
        <a:lstStyle/>
        <a:p>
          <a:endParaRPr lang="en-US"/>
        </a:p>
      </dgm:t>
    </dgm:pt>
    <dgm:pt modelId="{0F42091D-C376-46BC-893A-88B3E59FD520}" type="pres">
      <dgm:prSet presAssocID="{8A37A7F2-FC19-40DA-85A5-2CA4B2FB23E6}" presName="Name0" presStyleCnt="0">
        <dgm:presLayoutVars>
          <dgm:dir/>
          <dgm:animLvl val="lvl"/>
          <dgm:resizeHandles val="exact"/>
        </dgm:presLayoutVars>
      </dgm:prSet>
      <dgm:spPr/>
      <dgm:t>
        <a:bodyPr/>
        <a:lstStyle/>
        <a:p>
          <a:endParaRPr lang="en-MY"/>
        </a:p>
      </dgm:t>
    </dgm:pt>
    <dgm:pt modelId="{80108C17-AB6D-40B9-8589-33A1260EFD1E}" type="pres">
      <dgm:prSet presAssocID="{C7879156-AB29-43BF-91BB-84BE26B56798}" presName="composite" presStyleCnt="0"/>
      <dgm:spPr/>
    </dgm:pt>
    <dgm:pt modelId="{ED3CC960-2F4A-4340-BECF-381EB1E69979}" type="pres">
      <dgm:prSet presAssocID="{C7879156-AB29-43BF-91BB-84BE26B56798}" presName="parTx" presStyleLbl="alignNode1" presStyleIdx="0" presStyleCnt="2" custScaleX="105004">
        <dgm:presLayoutVars>
          <dgm:chMax val="0"/>
          <dgm:chPref val="0"/>
          <dgm:bulletEnabled val="1"/>
        </dgm:presLayoutVars>
      </dgm:prSet>
      <dgm:spPr/>
      <dgm:t>
        <a:bodyPr/>
        <a:lstStyle/>
        <a:p>
          <a:endParaRPr lang="en-MY"/>
        </a:p>
      </dgm:t>
    </dgm:pt>
    <dgm:pt modelId="{7C71EDA8-23AF-4F1F-9007-38319E5F0384}" type="pres">
      <dgm:prSet presAssocID="{C7879156-AB29-43BF-91BB-84BE26B56798}" presName="desTx" presStyleLbl="alignAccFollowNode1" presStyleIdx="0" presStyleCnt="2" custScaleX="105004">
        <dgm:presLayoutVars>
          <dgm:bulletEnabled val="1"/>
        </dgm:presLayoutVars>
      </dgm:prSet>
      <dgm:spPr/>
      <dgm:t>
        <a:bodyPr/>
        <a:lstStyle/>
        <a:p>
          <a:endParaRPr lang="en-MY"/>
        </a:p>
      </dgm:t>
    </dgm:pt>
    <dgm:pt modelId="{CA3C5A21-A5A1-4045-BEEB-80864FFEF9D9}" type="pres">
      <dgm:prSet presAssocID="{A3334AC1-4B5B-4F5B-A0D4-92A97E37BAB3}" presName="space" presStyleCnt="0"/>
      <dgm:spPr/>
    </dgm:pt>
    <dgm:pt modelId="{3ADA2047-C396-4C33-BACD-11C87236DC57}" type="pres">
      <dgm:prSet presAssocID="{6194A802-7D8D-4AC3-859A-08ADF5F4B8A0}" presName="composite" presStyleCnt="0"/>
      <dgm:spPr/>
    </dgm:pt>
    <dgm:pt modelId="{D808794E-E9E4-4E9F-9106-F7458F4D029B}" type="pres">
      <dgm:prSet presAssocID="{6194A802-7D8D-4AC3-859A-08ADF5F4B8A0}" presName="parTx" presStyleLbl="alignNode1" presStyleIdx="1" presStyleCnt="2" custScaleX="106491">
        <dgm:presLayoutVars>
          <dgm:chMax val="0"/>
          <dgm:chPref val="0"/>
          <dgm:bulletEnabled val="1"/>
        </dgm:presLayoutVars>
      </dgm:prSet>
      <dgm:spPr/>
      <dgm:t>
        <a:bodyPr/>
        <a:lstStyle/>
        <a:p>
          <a:endParaRPr lang="en-MY"/>
        </a:p>
      </dgm:t>
    </dgm:pt>
    <dgm:pt modelId="{3CD26E65-E7AA-46DB-AF69-FB4008A6043C}" type="pres">
      <dgm:prSet presAssocID="{6194A802-7D8D-4AC3-859A-08ADF5F4B8A0}" presName="desTx" presStyleLbl="alignAccFollowNode1" presStyleIdx="1" presStyleCnt="2" custScaleX="106491">
        <dgm:presLayoutVars>
          <dgm:bulletEnabled val="1"/>
        </dgm:presLayoutVars>
      </dgm:prSet>
      <dgm:spPr/>
      <dgm:t>
        <a:bodyPr/>
        <a:lstStyle/>
        <a:p>
          <a:endParaRPr lang="en-MY"/>
        </a:p>
      </dgm:t>
    </dgm:pt>
  </dgm:ptLst>
  <dgm:cxnLst>
    <dgm:cxn modelId="{B2063785-8C5A-44B4-82CC-63C069AC6EB1}" srcId="{6194A802-7D8D-4AC3-859A-08ADF5F4B8A0}" destId="{95838493-D3CA-4F4A-A889-B1ACA397636C}" srcOrd="0" destOrd="0" parTransId="{598B11AD-226F-4784-9F9C-A0D23E5371EA}" sibTransId="{6EF37445-6B7A-4D9A-9A3C-7265ED2E21A0}"/>
    <dgm:cxn modelId="{B46F2B87-22B7-4DC5-9261-1B6751810874}" type="presOf" srcId="{C7879156-AB29-43BF-91BB-84BE26B56798}" destId="{ED3CC960-2F4A-4340-BECF-381EB1E69979}" srcOrd="0" destOrd="0" presId="urn:microsoft.com/office/officeart/2005/8/layout/hList1"/>
    <dgm:cxn modelId="{97430BBB-CF67-4996-BBF3-879CA813B395}" type="presOf" srcId="{092F5F92-2BF5-4629-BCA6-6EE592867625}" destId="{7C71EDA8-23AF-4F1F-9007-38319E5F0384}" srcOrd="0" destOrd="0" presId="urn:microsoft.com/office/officeart/2005/8/layout/hList1"/>
    <dgm:cxn modelId="{CD46557E-F416-4D62-8A7D-1B0DD6FAB4F8}" srcId="{C7879156-AB29-43BF-91BB-84BE26B56798}" destId="{7F5AD90B-16F6-4454-B87B-9484D25BB26F}" srcOrd="1" destOrd="0" parTransId="{A4F2F67D-B5EC-4461-AC44-D7D2DD820723}" sibTransId="{507B605F-F4BE-4EBD-84EC-9C0ECD664CD9}"/>
    <dgm:cxn modelId="{D6609862-AC6C-4796-852D-EEF16AA3CDFE}" type="presOf" srcId="{7F5AD90B-16F6-4454-B87B-9484D25BB26F}" destId="{7C71EDA8-23AF-4F1F-9007-38319E5F0384}" srcOrd="0" destOrd="1" presId="urn:microsoft.com/office/officeart/2005/8/layout/hList1"/>
    <dgm:cxn modelId="{3587B662-751B-405D-826F-3CC8B139A730}" srcId="{6194A802-7D8D-4AC3-859A-08ADF5F4B8A0}" destId="{D79AF691-173A-4579-ACCC-021E5FA1924F}" srcOrd="3" destOrd="0" parTransId="{B580A544-D744-42A2-B171-75638C5A47F3}" sibTransId="{54A9C00C-3A61-4D12-8B2D-EDFDE4916C6C}"/>
    <dgm:cxn modelId="{50A9C94F-210D-4566-88D8-90E2CCAEB61A}" type="presOf" srcId="{D79AF691-173A-4579-ACCC-021E5FA1924F}" destId="{3CD26E65-E7AA-46DB-AF69-FB4008A6043C}" srcOrd="0" destOrd="3" presId="urn:microsoft.com/office/officeart/2005/8/layout/hList1"/>
    <dgm:cxn modelId="{078A72A9-95FA-4586-99D9-3A1198A99954}" srcId="{C7879156-AB29-43BF-91BB-84BE26B56798}" destId="{092F5F92-2BF5-4629-BCA6-6EE592867625}" srcOrd="0" destOrd="0" parTransId="{E7CAC4C9-FF0F-40D2-8DDB-5449ADCB8EAB}" sibTransId="{57DEA904-3B0A-4D5A-A6D6-648B36E20085}"/>
    <dgm:cxn modelId="{50B77182-795F-4603-83E0-34EA1FC5CA0C}" srcId="{8A37A7F2-FC19-40DA-85A5-2CA4B2FB23E6}" destId="{C7879156-AB29-43BF-91BB-84BE26B56798}" srcOrd="0" destOrd="0" parTransId="{0FA57DFF-48D0-499C-AE5F-C2443B956708}" sibTransId="{A3334AC1-4B5B-4F5B-A0D4-92A97E37BAB3}"/>
    <dgm:cxn modelId="{0140C884-52ED-4FAD-9E94-55DAE698ADF6}" srcId="{C7879156-AB29-43BF-91BB-84BE26B56798}" destId="{7C7328B1-6237-45BC-9977-54D9A2F9F535}" srcOrd="2" destOrd="0" parTransId="{8BEFF0C7-0203-4C63-A7AE-83E1F475EF70}" sibTransId="{875A3720-927B-477D-A8F6-64E5B7405F24}"/>
    <dgm:cxn modelId="{74363F46-DDBF-4615-A35F-31076EA90ABB}" type="presOf" srcId="{6194A802-7D8D-4AC3-859A-08ADF5F4B8A0}" destId="{D808794E-E9E4-4E9F-9106-F7458F4D029B}" srcOrd="0" destOrd="0" presId="urn:microsoft.com/office/officeart/2005/8/layout/hList1"/>
    <dgm:cxn modelId="{D9614387-4FA3-4B81-9043-41EF3AA4B8B9}" type="presOf" srcId="{2DC7411C-E983-4AB7-81FD-88A5AA291415}" destId="{3CD26E65-E7AA-46DB-AF69-FB4008A6043C}" srcOrd="0" destOrd="2" presId="urn:microsoft.com/office/officeart/2005/8/layout/hList1"/>
    <dgm:cxn modelId="{21F79ADF-6854-410F-B972-6374B5EBC1F6}" type="presOf" srcId="{7C7328B1-6237-45BC-9977-54D9A2F9F535}" destId="{7C71EDA8-23AF-4F1F-9007-38319E5F0384}" srcOrd="0" destOrd="2" presId="urn:microsoft.com/office/officeart/2005/8/layout/hList1"/>
    <dgm:cxn modelId="{AE4F83F3-B7C6-4265-9C74-6FE5A745FAB8}" type="presOf" srcId="{95838493-D3CA-4F4A-A889-B1ACA397636C}" destId="{3CD26E65-E7AA-46DB-AF69-FB4008A6043C}" srcOrd="0" destOrd="0" presId="urn:microsoft.com/office/officeart/2005/8/layout/hList1"/>
    <dgm:cxn modelId="{F41CBA90-7259-416E-9B16-17B96420CE85}" srcId="{8A37A7F2-FC19-40DA-85A5-2CA4B2FB23E6}" destId="{6194A802-7D8D-4AC3-859A-08ADF5F4B8A0}" srcOrd="1" destOrd="0" parTransId="{C298ECB3-D01B-435B-9605-6BBDEDCB4A4E}" sibTransId="{9D0E6345-CD87-4E41-8B0D-C9C43567DFCB}"/>
    <dgm:cxn modelId="{2738D09F-E44C-4079-87D5-A859B57BB9A0}" type="presOf" srcId="{8A37A7F2-FC19-40DA-85A5-2CA4B2FB23E6}" destId="{0F42091D-C376-46BC-893A-88B3E59FD520}" srcOrd="0" destOrd="0" presId="urn:microsoft.com/office/officeart/2005/8/layout/hList1"/>
    <dgm:cxn modelId="{9FA6388C-049F-4D85-AFAE-11926F8F3B0C}" srcId="{6194A802-7D8D-4AC3-859A-08ADF5F4B8A0}" destId="{4DE2C9A1-FAB1-4964-AED5-E539DA2CE3D8}" srcOrd="1" destOrd="0" parTransId="{D8006044-6B8C-4923-8F61-A712375DE2C0}" sibTransId="{80BC982B-B65B-450C-82F6-603EE7B0479E}"/>
    <dgm:cxn modelId="{08839714-C28B-40B3-85F4-CAAB54575959}" type="presOf" srcId="{4DE2C9A1-FAB1-4964-AED5-E539DA2CE3D8}" destId="{3CD26E65-E7AA-46DB-AF69-FB4008A6043C}" srcOrd="0" destOrd="1" presId="urn:microsoft.com/office/officeart/2005/8/layout/hList1"/>
    <dgm:cxn modelId="{5454830C-DF9A-4C3D-9866-2FA1FFFB1FB1}" srcId="{6194A802-7D8D-4AC3-859A-08ADF5F4B8A0}" destId="{2DC7411C-E983-4AB7-81FD-88A5AA291415}" srcOrd="2" destOrd="0" parTransId="{7B0C3344-BD83-429E-AB67-ED00086747AD}" sibTransId="{5EF6559A-1A27-4EC0-A333-063FF44214AF}"/>
    <dgm:cxn modelId="{E113AFA9-156F-42C2-9354-2E6997BF52AE}" type="presParOf" srcId="{0F42091D-C376-46BC-893A-88B3E59FD520}" destId="{80108C17-AB6D-40B9-8589-33A1260EFD1E}" srcOrd="0" destOrd="0" presId="urn:microsoft.com/office/officeart/2005/8/layout/hList1"/>
    <dgm:cxn modelId="{8009456C-D4D3-4A0F-AA4E-4D50E156DE63}" type="presParOf" srcId="{80108C17-AB6D-40B9-8589-33A1260EFD1E}" destId="{ED3CC960-2F4A-4340-BECF-381EB1E69979}" srcOrd="0" destOrd="0" presId="urn:microsoft.com/office/officeart/2005/8/layout/hList1"/>
    <dgm:cxn modelId="{EA092679-1990-42F0-8CF5-871461623826}" type="presParOf" srcId="{80108C17-AB6D-40B9-8589-33A1260EFD1E}" destId="{7C71EDA8-23AF-4F1F-9007-38319E5F0384}" srcOrd="1" destOrd="0" presId="urn:microsoft.com/office/officeart/2005/8/layout/hList1"/>
    <dgm:cxn modelId="{9F96267F-BBBA-4BCD-8DE1-3999E96FD9B3}" type="presParOf" srcId="{0F42091D-C376-46BC-893A-88B3E59FD520}" destId="{CA3C5A21-A5A1-4045-BEEB-80864FFEF9D9}" srcOrd="1" destOrd="0" presId="urn:microsoft.com/office/officeart/2005/8/layout/hList1"/>
    <dgm:cxn modelId="{461CAAF2-53DA-48FA-9E7D-35DDD1CC53D5}" type="presParOf" srcId="{0F42091D-C376-46BC-893A-88B3E59FD520}" destId="{3ADA2047-C396-4C33-BACD-11C87236DC57}" srcOrd="2" destOrd="0" presId="urn:microsoft.com/office/officeart/2005/8/layout/hList1"/>
    <dgm:cxn modelId="{BF0F1989-06A1-40D2-8879-9C14981FBB1C}" type="presParOf" srcId="{3ADA2047-C396-4C33-BACD-11C87236DC57}" destId="{D808794E-E9E4-4E9F-9106-F7458F4D029B}" srcOrd="0" destOrd="0" presId="urn:microsoft.com/office/officeart/2005/8/layout/hList1"/>
    <dgm:cxn modelId="{0A52C661-2CBE-4B74-9EDD-66B370D98F4E}" type="presParOf" srcId="{3ADA2047-C396-4C33-BACD-11C87236DC57}" destId="{3CD26E65-E7AA-46DB-AF69-FB4008A6043C}"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B46BEBB-8174-4684-AABA-A32A16A2FBCC}" type="doc">
      <dgm:prSet loTypeId="urn:diagrams.loki3.com/BracketList" loCatId="list" qsTypeId="urn:microsoft.com/office/officeart/2005/8/quickstyle/simple1" qsCatId="simple" csTypeId="urn:microsoft.com/office/officeart/2005/8/colors/colorful1" csCatId="colorful" phldr="1"/>
      <dgm:spPr/>
      <dgm:t>
        <a:bodyPr/>
        <a:lstStyle/>
        <a:p>
          <a:endParaRPr lang="en-US"/>
        </a:p>
      </dgm:t>
    </dgm:pt>
    <dgm:pt modelId="{A18DA96C-87BB-485B-922D-D53D4C83D8CB}">
      <dgm:prSet phldrT="[Text]" custT="1"/>
      <dgm:spPr/>
      <dgm:t>
        <a:bodyPr/>
        <a:lstStyle/>
        <a:p>
          <a:r>
            <a:rPr lang="en-US" sz="2000" b="1" dirty="0">
              <a:latin typeface="+mn-lt"/>
            </a:rPr>
            <a:t>Simple Hill climbing</a:t>
          </a:r>
          <a:endParaRPr lang="en-US" sz="2000" dirty="0">
            <a:latin typeface="+mn-lt"/>
          </a:endParaRPr>
        </a:p>
      </dgm:t>
    </dgm:pt>
    <dgm:pt modelId="{016C9213-D345-4E82-A298-8B71909540D1}" type="parTrans" cxnId="{BAB2A624-E417-4307-B32E-2C2656760364}">
      <dgm:prSet/>
      <dgm:spPr/>
      <dgm:t>
        <a:bodyPr/>
        <a:lstStyle/>
        <a:p>
          <a:endParaRPr lang="en-US"/>
        </a:p>
      </dgm:t>
    </dgm:pt>
    <dgm:pt modelId="{465740A0-5C0D-429B-9FC8-645E75E8F68E}" type="sibTrans" cxnId="{BAB2A624-E417-4307-B32E-2C2656760364}">
      <dgm:prSet/>
      <dgm:spPr/>
      <dgm:t>
        <a:bodyPr/>
        <a:lstStyle/>
        <a:p>
          <a:endParaRPr lang="en-US"/>
        </a:p>
      </dgm:t>
    </dgm:pt>
    <dgm:pt modelId="{CAAC08C5-4791-4A29-BD3F-2F901DD6DC45}">
      <dgm:prSet phldrT="[Text]" custT="1"/>
      <dgm:spPr/>
      <dgm:t>
        <a:bodyPr/>
        <a:lstStyle/>
        <a:p>
          <a:r>
            <a:rPr lang="en-US" sz="2000" b="1" dirty="0">
              <a:latin typeface="+mn-lt"/>
            </a:rPr>
            <a:t>Steepest-Ascent Hill climbing</a:t>
          </a:r>
          <a:endParaRPr lang="en-US" sz="2000" dirty="0">
            <a:latin typeface="+mn-lt"/>
          </a:endParaRPr>
        </a:p>
      </dgm:t>
    </dgm:pt>
    <dgm:pt modelId="{35B04AFD-8A66-40ED-8B10-0C0D90250A0C}" type="parTrans" cxnId="{3A5722F5-E588-4F8B-9BB8-D9E453E5CAEA}">
      <dgm:prSet/>
      <dgm:spPr/>
      <dgm:t>
        <a:bodyPr/>
        <a:lstStyle/>
        <a:p>
          <a:endParaRPr lang="en-US"/>
        </a:p>
      </dgm:t>
    </dgm:pt>
    <dgm:pt modelId="{50002B0F-84F6-4FA7-BB3B-374641C06731}" type="sibTrans" cxnId="{3A5722F5-E588-4F8B-9BB8-D9E453E5CAEA}">
      <dgm:prSet/>
      <dgm:spPr/>
      <dgm:t>
        <a:bodyPr/>
        <a:lstStyle/>
        <a:p>
          <a:endParaRPr lang="en-US"/>
        </a:p>
      </dgm:t>
    </dgm:pt>
    <dgm:pt modelId="{C9C0B597-4EC5-4903-99AA-3181DDA9369D}">
      <dgm:prSet phldrT="[Text]" custT="1"/>
      <dgm:spPr/>
      <dgm:t>
        <a:bodyPr/>
        <a:lstStyle/>
        <a:p>
          <a:r>
            <a:rPr lang="en-US" sz="2000" b="1" dirty="0">
              <a:latin typeface="+mn-lt"/>
            </a:rPr>
            <a:t>Stochastic hill climbing</a:t>
          </a:r>
          <a:endParaRPr lang="en-US" sz="2000" dirty="0">
            <a:latin typeface="+mn-lt"/>
          </a:endParaRPr>
        </a:p>
      </dgm:t>
    </dgm:pt>
    <dgm:pt modelId="{2EE54B0B-B1F6-453A-B1F7-5092D7CAF960}" type="parTrans" cxnId="{996E5F7C-DF0D-432C-81BE-D3B7D14329E4}">
      <dgm:prSet/>
      <dgm:spPr/>
      <dgm:t>
        <a:bodyPr/>
        <a:lstStyle/>
        <a:p>
          <a:endParaRPr lang="en-US"/>
        </a:p>
      </dgm:t>
    </dgm:pt>
    <dgm:pt modelId="{AD16BEAB-38C1-4F3A-9691-BF98DB31A9E5}" type="sibTrans" cxnId="{996E5F7C-DF0D-432C-81BE-D3B7D14329E4}">
      <dgm:prSet/>
      <dgm:spPr/>
      <dgm:t>
        <a:bodyPr/>
        <a:lstStyle/>
        <a:p>
          <a:endParaRPr lang="en-US"/>
        </a:p>
      </dgm:t>
    </dgm:pt>
    <dgm:pt modelId="{2B2587CC-EA64-412B-80A7-3A5DCC47DFFB}">
      <dgm:prSet phldrT="[Text]"/>
      <dgm:spPr>
        <a:solidFill>
          <a:srgbClr val="C00000"/>
        </a:solidFill>
      </dgm:spPr>
      <dgm:t>
        <a:bodyPr/>
        <a:lstStyle/>
        <a:p>
          <a:r>
            <a:rPr lang="en-US" dirty="0">
              <a:latin typeface="Papyrus" panose="03070502060502030205" pitchFamily="66" charset="0"/>
            </a:rPr>
            <a:t>It examines the neighboring nodes one by one and selects the first neighboring node which optimizes the current cost as next node.</a:t>
          </a:r>
        </a:p>
      </dgm:t>
    </dgm:pt>
    <dgm:pt modelId="{6541D649-6733-4FA3-AFFB-7A298732C823}" type="parTrans" cxnId="{818C91B3-09F6-4D7E-ACCA-3BF4564D9FA0}">
      <dgm:prSet/>
      <dgm:spPr/>
      <dgm:t>
        <a:bodyPr/>
        <a:lstStyle/>
        <a:p>
          <a:endParaRPr lang="en-US"/>
        </a:p>
      </dgm:t>
    </dgm:pt>
    <dgm:pt modelId="{30D255F2-5BC1-4721-AC6E-C785EE839D48}" type="sibTrans" cxnId="{818C91B3-09F6-4D7E-ACCA-3BF4564D9FA0}">
      <dgm:prSet/>
      <dgm:spPr/>
      <dgm:t>
        <a:bodyPr/>
        <a:lstStyle/>
        <a:p>
          <a:endParaRPr lang="en-US"/>
        </a:p>
      </dgm:t>
    </dgm:pt>
    <dgm:pt modelId="{036C9A19-FBD2-4493-91AF-45932755AC6D}">
      <dgm:prSet phldrT="[Text]"/>
      <dgm:spPr>
        <a:solidFill>
          <a:srgbClr val="358BA2"/>
        </a:solidFill>
      </dgm:spPr>
      <dgm:t>
        <a:bodyPr/>
        <a:lstStyle/>
        <a:p>
          <a:r>
            <a:rPr lang="en-US" dirty="0">
              <a:latin typeface="Perpetua" panose="02020502060401020303" pitchFamily="18" charset="0"/>
            </a:rPr>
            <a:t>It first examines all the neighboring nodes and then selects the node closest to the solution state as of next node.</a:t>
          </a:r>
        </a:p>
      </dgm:t>
    </dgm:pt>
    <dgm:pt modelId="{1EDF50BC-5CD8-4070-AC0D-A130CDF785BC}" type="parTrans" cxnId="{10CD2D24-06B1-4AD1-9B2E-AEAD007DC857}">
      <dgm:prSet/>
      <dgm:spPr/>
      <dgm:t>
        <a:bodyPr/>
        <a:lstStyle/>
        <a:p>
          <a:endParaRPr lang="en-US"/>
        </a:p>
      </dgm:t>
    </dgm:pt>
    <dgm:pt modelId="{B6BE2B54-4B42-46FB-A2B7-04E921197C50}" type="sibTrans" cxnId="{10CD2D24-06B1-4AD1-9B2E-AEAD007DC857}">
      <dgm:prSet/>
      <dgm:spPr/>
      <dgm:t>
        <a:bodyPr/>
        <a:lstStyle/>
        <a:p>
          <a:endParaRPr lang="en-US"/>
        </a:p>
      </dgm:t>
    </dgm:pt>
    <dgm:pt modelId="{74A85FF1-8867-4092-9BD8-BCBD0792712A}">
      <dgm:prSet phldrT="[Text]"/>
      <dgm:spPr>
        <a:solidFill>
          <a:schemeClr val="accent4">
            <a:lumMod val="75000"/>
          </a:schemeClr>
        </a:solidFill>
      </dgm:spPr>
      <dgm:t>
        <a:bodyPr/>
        <a:lstStyle/>
        <a:p>
          <a:r>
            <a:rPr lang="en-US" b="1" dirty="0">
              <a:latin typeface="Roboto" pitchFamily="2" charset="0"/>
            </a:rPr>
            <a:t> </a:t>
          </a:r>
          <a:r>
            <a:rPr lang="en-US" dirty="0">
              <a:latin typeface="Perpetua" panose="02020502060401020303" pitchFamily="18" charset="0"/>
            </a:rPr>
            <a:t>It does not examine all the neighboring nodes before deciding which node to select .It just selects a neighboring node at random and decides (based on the amount of improvement in that neighbor) whether to move to that neighbor or to examine another.</a:t>
          </a:r>
        </a:p>
      </dgm:t>
    </dgm:pt>
    <dgm:pt modelId="{C6683370-8C66-4E43-A1D0-6E6A53B3CA5E}" type="parTrans" cxnId="{1C8BDAEA-55CA-4687-8D50-5FBC18261B4D}">
      <dgm:prSet/>
      <dgm:spPr/>
      <dgm:t>
        <a:bodyPr/>
        <a:lstStyle/>
        <a:p>
          <a:endParaRPr lang="en-US"/>
        </a:p>
      </dgm:t>
    </dgm:pt>
    <dgm:pt modelId="{A18A99B9-E374-4269-BD31-5A4A019E9DFD}" type="sibTrans" cxnId="{1C8BDAEA-55CA-4687-8D50-5FBC18261B4D}">
      <dgm:prSet/>
      <dgm:spPr/>
      <dgm:t>
        <a:bodyPr/>
        <a:lstStyle/>
        <a:p>
          <a:endParaRPr lang="en-US"/>
        </a:p>
      </dgm:t>
    </dgm:pt>
    <dgm:pt modelId="{F6268DE8-8ED8-4921-9575-528D21F08C76}" type="pres">
      <dgm:prSet presAssocID="{9B46BEBB-8174-4684-AABA-A32A16A2FBCC}" presName="Name0" presStyleCnt="0">
        <dgm:presLayoutVars>
          <dgm:dir/>
          <dgm:animLvl val="lvl"/>
          <dgm:resizeHandles val="exact"/>
        </dgm:presLayoutVars>
      </dgm:prSet>
      <dgm:spPr/>
      <dgm:t>
        <a:bodyPr/>
        <a:lstStyle/>
        <a:p>
          <a:endParaRPr lang="en-MY"/>
        </a:p>
      </dgm:t>
    </dgm:pt>
    <dgm:pt modelId="{7B192A09-EB78-461D-9AB3-605CF2BD361C}" type="pres">
      <dgm:prSet presAssocID="{A18DA96C-87BB-485B-922D-D53D4C83D8CB}" presName="linNode" presStyleCnt="0"/>
      <dgm:spPr/>
    </dgm:pt>
    <dgm:pt modelId="{8DA051A1-84F6-4121-97F9-D8727151DDB9}" type="pres">
      <dgm:prSet presAssocID="{A18DA96C-87BB-485B-922D-D53D4C83D8CB}" presName="parTx" presStyleLbl="revTx" presStyleIdx="0" presStyleCnt="3">
        <dgm:presLayoutVars>
          <dgm:chMax val="1"/>
          <dgm:bulletEnabled val="1"/>
        </dgm:presLayoutVars>
      </dgm:prSet>
      <dgm:spPr/>
      <dgm:t>
        <a:bodyPr/>
        <a:lstStyle/>
        <a:p>
          <a:endParaRPr lang="en-MY"/>
        </a:p>
      </dgm:t>
    </dgm:pt>
    <dgm:pt modelId="{34BD89E2-6E28-46B4-BE0D-35E5E201AD8C}" type="pres">
      <dgm:prSet presAssocID="{A18DA96C-87BB-485B-922D-D53D4C83D8CB}" presName="bracket" presStyleLbl="parChTrans1D1" presStyleIdx="0" presStyleCnt="3"/>
      <dgm:spPr>
        <a:ln>
          <a:solidFill>
            <a:schemeClr val="tx1"/>
          </a:solidFill>
        </a:ln>
      </dgm:spPr>
    </dgm:pt>
    <dgm:pt modelId="{821EB424-D6BF-42EF-B428-CC6C697F6D00}" type="pres">
      <dgm:prSet presAssocID="{A18DA96C-87BB-485B-922D-D53D4C83D8CB}" presName="spH" presStyleCnt="0"/>
      <dgm:spPr/>
    </dgm:pt>
    <dgm:pt modelId="{BC8B3959-FEAA-45CC-A539-1DA99FB749AF}" type="pres">
      <dgm:prSet presAssocID="{A18DA96C-87BB-485B-922D-D53D4C83D8CB}" presName="desTx" presStyleLbl="node1" presStyleIdx="0" presStyleCnt="3" custScaleX="144305">
        <dgm:presLayoutVars>
          <dgm:bulletEnabled val="1"/>
        </dgm:presLayoutVars>
      </dgm:prSet>
      <dgm:spPr/>
      <dgm:t>
        <a:bodyPr/>
        <a:lstStyle/>
        <a:p>
          <a:endParaRPr lang="en-MY"/>
        </a:p>
      </dgm:t>
    </dgm:pt>
    <dgm:pt modelId="{9F751E0A-04F9-405C-8362-9CBB855416E6}" type="pres">
      <dgm:prSet presAssocID="{465740A0-5C0D-429B-9FC8-645E75E8F68E}" presName="spV" presStyleCnt="0"/>
      <dgm:spPr/>
    </dgm:pt>
    <dgm:pt modelId="{7854E50D-FB5D-4910-8EAB-9C5717CBB914}" type="pres">
      <dgm:prSet presAssocID="{CAAC08C5-4791-4A29-BD3F-2F901DD6DC45}" presName="linNode" presStyleCnt="0"/>
      <dgm:spPr/>
    </dgm:pt>
    <dgm:pt modelId="{45AFA48C-6286-43FB-86C4-75451DED830A}" type="pres">
      <dgm:prSet presAssocID="{CAAC08C5-4791-4A29-BD3F-2F901DD6DC45}" presName="parTx" presStyleLbl="revTx" presStyleIdx="1" presStyleCnt="3">
        <dgm:presLayoutVars>
          <dgm:chMax val="1"/>
          <dgm:bulletEnabled val="1"/>
        </dgm:presLayoutVars>
      </dgm:prSet>
      <dgm:spPr/>
      <dgm:t>
        <a:bodyPr/>
        <a:lstStyle/>
        <a:p>
          <a:endParaRPr lang="en-MY"/>
        </a:p>
      </dgm:t>
    </dgm:pt>
    <dgm:pt modelId="{BA153E60-5C87-4E1B-BB1E-AD75F31DB710}" type="pres">
      <dgm:prSet presAssocID="{CAAC08C5-4791-4A29-BD3F-2F901DD6DC45}" presName="bracket" presStyleLbl="parChTrans1D1" presStyleIdx="1" presStyleCnt="3"/>
      <dgm:spPr>
        <a:ln>
          <a:solidFill>
            <a:schemeClr val="tx1"/>
          </a:solidFill>
        </a:ln>
      </dgm:spPr>
    </dgm:pt>
    <dgm:pt modelId="{4C751F3B-ED50-4CB7-91A3-FEF72F1552DA}" type="pres">
      <dgm:prSet presAssocID="{CAAC08C5-4791-4A29-BD3F-2F901DD6DC45}" presName="spH" presStyleCnt="0"/>
      <dgm:spPr/>
    </dgm:pt>
    <dgm:pt modelId="{2808F995-3D59-40D7-9CF6-B930FAEFB771}" type="pres">
      <dgm:prSet presAssocID="{CAAC08C5-4791-4A29-BD3F-2F901DD6DC45}" presName="desTx" presStyleLbl="node1" presStyleIdx="1" presStyleCnt="3" custScaleX="144305">
        <dgm:presLayoutVars>
          <dgm:bulletEnabled val="1"/>
        </dgm:presLayoutVars>
      </dgm:prSet>
      <dgm:spPr/>
      <dgm:t>
        <a:bodyPr/>
        <a:lstStyle/>
        <a:p>
          <a:endParaRPr lang="en-MY"/>
        </a:p>
      </dgm:t>
    </dgm:pt>
    <dgm:pt modelId="{67B1DA5C-97D8-49D1-8B63-5E8C2F4FC0AA}" type="pres">
      <dgm:prSet presAssocID="{50002B0F-84F6-4FA7-BB3B-374641C06731}" presName="spV" presStyleCnt="0"/>
      <dgm:spPr/>
    </dgm:pt>
    <dgm:pt modelId="{47590D05-3805-44C9-B7C8-B1D447F47DF1}" type="pres">
      <dgm:prSet presAssocID="{C9C0B597-4EC5-4903-99AA-3181DDA9369D}" presName="linNode" presStyleCnt="0"/>
      <dgm:spPr/>
    </dgm:pt>
    <dgm:pt modelId="{79D47BD9-8271-4086-9FBB-A8DA1D338A34}" type="pres">
      <dgm:prSet presAssocID="{C9C0B597-4EC5-4903-99AA-3181DDA9369D}" presName="parTx" presStyleLbl="revTx" presStyleIdx="2" presStyleCnt="3">
        <dgm:presLayoutVars>
          <dgm:chMax val="1"/>
          <dgm:bulletEnabled val="1"/>
        </dgm:presLayoutVars>
      </dgm:prSet>
      <dgm:spPr/>
      <dgm:t>
        <a:bodyPr/>
        <a:lstStyle/>
        <a:p>
          <a:endParaRPr lang="en-MY"/>
        </a:p>
      </dgm:t>
    </dgm:pt>
    <dgm:pt modelId="{B6367AAC-ADAB-438A-879F-38CF0BF61E1A}" type="pres">
      <dgm:prSet presAssocID="{C9C0B597-4EC5-4903-99AA-3181DDA9369D}" presName="bracket" presStyleLbl="parChTrans1D1" presStyleIdx="2" presStyleCnt="3"/>
      <dgm:spPr>
        <a:ln>
          <a:solidFill>
            <a:schemeClr val="tx1"/>
          </a:solidFill>
        </a:ln>
      </dgm:spPr>
    </dgm:pt>
    <dgm:pt modelId="{93322ADA-B5D7-487D-988C-A23BB432730D}" type="pres">
      <dgm:prSet presAssocID="{C9C0B597-4EC5-4903-99AA-3181DDA9369D}" presName="spH" presStyleCnt="0"/>
      <dgm:spPr/>
    </dgm:pt>
    <dgm:pt modelId="{507372E9-D8F8-4C0D-A62B-ADEAD496170C}" type="pres">
      <dgm:prSet presAssocID="{C9C0B597-4EC5-4903-99AA-3181DDA9369D}" presName="desTx" presStyleLbl="node1" presStyleIdx="2" presStyleCnt="3" custScaleX="144305">
        <dgm:presLayoutVars>
          <dgm:bulletEnabled val="1"/>
        </dgm:presLayoutVars>
      </dgm:prSet>
      <dgm:spPr/>
      <dgm:t>
        <a:bodyPr/>
        <a:lstStyle/>
        <a:p>
          <a:endParaRPr lang="en-MY"/>
        </a:p>
      </dgm:t>
    </dgm:pt>
  </dgm:ptLst>
  <dgm:cxnLst>
    <dgm:cxn modelId="{1C8BDAEA-55CA-4687-8D50-5FBC18261B4D}" srcId="{C9C0B597-4EC5-4903-99AA-3181DDA9369D}" destId="{74A85FF1-8867-4092-9BD8-BCBD0792712A}" srcOrd="0" destOrd="0" parTransId="{C6683370-8C66-4E43-A1D0-6E6A53B3CA5E}" sibTransId="{A18A99B9-E374-4269-BD31-5A4A019E9DFD}"/>
    <dgm:cxn modelId="{A6F8CC3B-C25E-45DC-8C29-3046E93CDF8F}" type="presOf" srcId="{C9C0B597-4EC5-4903-99AA-3181DDA9369D}" destId="{79D47BD9-8271-4086-9FBB-A8DA1D338A34}" srcOrd="0" destOrd="0" presId="urn:diagrams.loki3.com/BracketList"/>
    <dgm:cxn modelId="{91C5E714-8BD2-409D-80F7-3C41C7A6B3B8}" type="presOf" srcId="{A18DA96C-87BB-485B-922D-D53D4C83D8CB}" destId="{8DA051A1-84F6-4121-97F9-D8727151DDB9}" srcOrd="0" destOrd="0" presId="urn:diagrams.loki3.com/BracketList"/>
    <dgm:cxn modelId="{BAB2A624-E417-4307-B32E-2C2656760364}" srcId="{9B46BEBB-8174-4684-AABA-A32A16A2FBCC}" destId="{A18DA96C-87BB-485B-922D-D53D4C83D8CB}" srcOrd="0" destOrd="0" parTransId="{016C9213-D345-4E82-A298-8B71909540D1}" sibTransId="{465740A0-5C0D-429B-9FC8-645E75E8F68E}"/>
    <dgm:cxn modelId="{F2633363-DFDD-4865-B083-285C9DA02748}" type="presOf" srcId="{036C9A19-FBD2-4493-91AF-45932755AC6D}" destId="{2808F995-3D59-40D7-9CF6-B930FAEFB771}" srcOrd="0" destOrd="0" presId="urn:diagrams.loki3.com/BracketList"/>
    <dgm:cxn modelId="{996E5F7C-DF0D-432C-81BE-D3B7D14329E4}" srcId="{9B46BEBB-8174-4684-AABA-A32A16A2FBCC}" destId="{C9C0B597-4EC5-4903-99AA-3181DDA9369D}" srcOrd="2" destOrd="0" parTransId="{2EE54B0B-B1F6-453A-B1F7-5092D7CAF960}" sibTransId="{AD16BEAB-38C1-4F3A-9691-BF98DB31A9E5}"/>
    <dgm:cxn modelId="{89DBCD83-79FC-42A7-BFD3-D8BEF37BB5C3}" type="presOf" srcId="{2B2587CC-EA64-412B-80A7-3A5DCC47DFFB}" destId="{BC8B3959-FEAA-45CC-A539-1DA99FB749AF}" srcOrd="0" destOrd="0" presId="urn:diagrams.loki3.com/BracketList"/>
    <dgm:cxn modelId="{3A5722F5-E588-4F8B-9BB8-D9E453E5CAEA}" srcId="{9B46BEBB-8174-4684-AABA-A32A16A2FBCC}" destId="{CAAC08C5-4791-4A29-BD3F-2F901DD6DC45}" srcOrd="1" destOrd="0" parTransId="{35B04AFD-8A66-40ED-8B10-0C0D90250A0C}" sibTransId="{50002B0F-84F6-4FA7-BB3B-374641C06731}"/>
    <dgm:cxn modelId="{818C91B3-09F6-4D7E-ACCA-3BF4564D9FA0}" srcId="{A18DA96C-87BB-485B-922D-D53D4C83D8CB}" destId="{2B2587CC-EA64-412B-80A7-3A5DCC47DFFB}" srcOrd="0" destOrd="0" parTransId="{6541D649-6733-4FA3-AFFB-7A298732C823}" sibTransId="{30D255F2-5BC1-4721-AC6E-C785EE839D48}"/>
    <dgm:cxn modelId="{66543608-E1E5-4CA4-A65D-5B7472410F61}" type="presOf" srcId="{CAAC08C5-4791-4A29-BD3F-2F901DD6DC45}" destId="{45AFA48C-6286-43FB-86C4-75451DED830A}" srcOrd="0" destOrd="0" presId="urn:diagrams.loki3.com/BracketList"/>
    <dgm:cxn modelId="{D81DDF70-7AC8-47C4-AAE9-4AB78DC6425A}" type="presOf" srcId="{9B46BEBB-8174-4684-AABA-A32A16A2FBCC}" destId="{F6268DE8-8ED8-4921-9575-528D21F08C76}" srcOrd="0" destOrd="0" presId="urn:diagrams.loki3.com/BracketList"/>
    <dgm:cxn modelId="{450FD45A-9E1C-495B-8F44-73E1827A3D95}" type="presOf" srcId="{74A85FF1-8867-4092-9BD8-BCBD0792712A}" destId="{507372E9-D8F8-4C0D-A62B-ADEAD496170C}" srcOrd="0" destOrd="0" presId="urn:diagrams.loki3.com/BracketList"/>
    <dgm:cxn modelId="{10CD2D24-06B1-4AD1-9B2E-AEAD007DC857}" srcId="{CAAC08C5-4791-4A29-BD3F-2F901DD6DC45}" destId="{036C9A19-FBD2-4493-91AF-45932755AC6D}" srcOrd="0" destOrd="0" parTransId="{1EDF50BC-5CD8-4070-AC0D-A130CDF785BC}" sibTransId="{B6BE2B54-4B42-46FB-A2B7-04E921197C50}"/>
    <dgm:cxn modelId="{3FAE97C2-2919-488D-8ED1-6BB70F0E233D}" type="presParOf" srcId="{F6268DE8-8ED8-4921-9575-528D21F08C76}" destId="{7B192A09-EB78-461D-9AB3-605CF2BD361C}" srcOrd="0" destOrd="0" presId="urn:diagrams.loki3.com/BracketList"/>
    <dgm:cxn modelId="{B5C73C36-5825-4947-8DE4-3258C53C84A3}" type="presParOf" srcId="{7B192A09-EB78-461D-9AB3-605CF2BD361C}" destId="{8DA051A1-84F6-4121-97F9-D8727151DDB9}" srcOrd="0" destOrd="0" presId="urn:diagrams.loki3.com/BracketList"/>
    <dgm:cxn modelId="{2AEB31F3-BDD0-4FC1-A5C3-450A622D9C93}" type="presParOf" srcId="{7B192A09-EB78-461D-9AB3-605CF2BD361C}" destId="{34BD89E2-6E28-46B4-BE0D-35E5E201AD8C}" srcOrd="1" destOrd="0" presId="urn:diagrams.loki3.com/BracketList"/>
    <dgm:cxn modelId="{F3E23B74-D2AB-478D-AF9F-2F82C00F9D15}" type="presParOf" srcId="{7B192A09-EB78-461D-9AB3-605CF2BD361C}" destId="{821EB424-D6BF-42EF-B428-CC6C697F6D00}" srcOrd="2" destOrd="0" presId="urn:diagrams.loki3.com/BracketList"/>
    <dgm:cxn modelId="{D24DD93E-2AEF-4217-8CFA-3A1E10FA6C80}" type="presParOf" srcId="{7B192A09-EB78-461D-9AB3-605CF2BD361C}" destId="{BC8B3959-FEAA-45CC-A539-1DA99FB749AF}" srcOrd="3" destOrd="0" presId="urn:diagrams.loki3.com/BracketList"/>
    <dgm:cxn modelId="{D214B2B4-E962-4A32-AFD1-BBB19796D505}" type="presParOf" srcId="{F6268DE8-8ED8-4921-9575-528D21F08C76}" destId="{9F751E0A-04F9-405C-8362-9CBB855416E6}" srcOrd="1" destOrd="0" presId="urn:diagrams.loki3.com/BracketList"/>
    <dgm:cxn modelId="{88A759A5-E69D-43D4-8164-6C633C346903}" type="presParOf" srcId="{F6268DE8-8ED8-4921-9575-528D21F08C76}" destId="{7854E50D-FB5D-4910-8EAB-9C5717CBB914}" srcOrd="2" destOrd="0" presId="urn:diagrams.loki3.com/BracketList"/>
    <dgm:cxn modelId="{C9425A68-18B9-43CD-BC96-0C4AA10B40CF}" type="presParOf" srcId="{7854E50D-FB5D-4910-8EAB-9C5717CBB914}" destId="{45AFA48C-6286-43FB-86C4-75451DED830A}" srcOrd="0" destOrd="0" presId="urn:diagrams.loki3.com/BracketList"/>
    <dgm:cxn modelId="{1F0996F9-93D7-4159-B262-A3EBB257ECD5}" type="presParOf" srcId="{7854E50D-FB5D-4910-8EAB-9C5717CBB914}" destId="{BA153E60-5C87-4E1B-BB1E-AD75F31DB710}" srcOrd="1" destOrd="0" presId="urn:diagrams.loki3.com/BracketList"/>
    <dgm:cxn modelId="{444B8FAA-C19E-41B0-8BE6-9A3BA71B0750}" type="presParOf" srcId="{7854E50D-FB5D-4910-8EAB-9C5717CBB914}" destId="{4C751F3B-ED50-4CB7-91A3-FEF72F1552DA}" srcOrd="2" destOrd="0" presId="urn:diagrams.loki3.com/BracketList"/>
    <dgm:cxn modelId="{1C46C557-F91B-4FD5-BC37-EE8F671D6DC5}" type="presParOf" srcId="{7854E50D-FB5D-4910-8EAB-9C5717CBB914}" destId="{2808F995-3D59-40D7-9CF6-B930FAEFB771}" srcOrd="3" destOrd="0" presId="urn:diagrams.loki3.com/BracketList"/>
    <dgm:cxn modelId="{EDBE0059-8C13-442E-ACE3-D2A909A4D962}" type="presParOf" srcId="{F6268DE8-8ED8-4921-9575-528D21F08C76}" destId="{67B1DA5C-97D8-49D1-8B63-5E8C2F4FC0AA}" srcOrd="3" destOrd="0" presId="urn:diagrams.loki3.com/BracketList"/>
    <dgm:cxn modelId="{D8407B34-C027-45A4-9BD2-C6EA48862CB1}" type="presParOf" srcId="{F6268DE8-8ED8-4921-9575-528D21F08C76}" destId="{47590D05-3805-44C9-B7C8-B1D447F47DF1}" srcOrd="4" destOrd="0" presId="urn:diagrams.loki3.com/BracketList"/>
    <dgm:cxn modelId="{A3D65C6B-282B-43F9-ADB5-C2879162CEDC}" type="presParOf" srcId="{47590D05-3805-44C9-B7C8-B1D447F47DF1}" destId="{79D47BD9-8271-4086-9FBB-A8DA1D338A34}" srcOrd="0" destOrd="0" presId="urn:diagrams.loki3.com/BracketList"/>
    <dgm:cxn modelId="{B11FC8A0-A276-49FA-8F56-888A6A146FF4}" type="presParOf" srcId="{47590D05-3805-44C9-B7C8-B1D447F47DF1}" destId="{B6367AAC-ADAB-438A-879F-38CF0BF61E1A}" srcOrd="1" destOrd="0" presId="urn:diagrams.loki3.com/BracketList"/>
    <dgm:cxn modelId="{B0260B79-BCCD-4BB7-94D5-17604E038106}" type="presParOf" srcId="{47590D05-3805-44C9-B7C8-B1D447F47DF1}" destId="{93322ADA-B5D7-487D-988C-A23BB432730D}" srcOrd="2" destOrd="0" presId="urn:diagrams.loki3.com/BracketList"/>
    <dgm:cxn modelId="{44F64D62-E022-4581-96F5-BE8E178A83AF}" type="presParOf" srcId="{47590D05-3805-44C9-B7C8-B1D447F47DF1}" destId="{507372E9-D8F8-4C0D-A62B-ADEAD496170C}" srcOrd="3" destOrd="0" presId="urn:diagrams.loki3.com/Bracket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6C3F2A5-C29F-4E56-975B-7721920C38A2}" type="doc">
      <dgm:prSet loTypeId="urn:diagrams.loki3.com/BracketList" loCatId="list" qsTypeId="urn:microsoft.com/office/officeart/2005/8/quickstyle/simple1" qsCatId="simple" csTypeId="urn:microsoft.com/office/officeart/2005/8/colors/accent1_2" csCatId="accent1" phldr="1"/>
      <dgm:spPr/>
      <dgm:t>
        <a:bodyPr/>
        <a:lstStyle/>
        <a:p>
          <a:endParaRPr lang="en-US"/>
        </a:p>
      </dgm:t>
    </dgm:pt>
    <dgm:pt modelId="{FC65C7AE-C705-45DA-8293-D5AEA8026DC5}">
      <dgm:prSet phldrT="[Text]"/>
      <dgm:spPr/>
      <dgm:t>
        <a:bodyPr/>
        <a:lstStyle/>
        <a:p>
          <a:r>
            <a:rPr lang="en-US" dirty="0"/>
            <a:t>Local Maximum</a:t>
          </a:r>
        </a:p>
      </dgm:t>
    </dgm:pt>
    <dgm:pt modelId="{11E54C01-98B3-471B-9A16-6D7F0A1EF36E}" type="parTrans" cxnId="{7E67C6A4-A747-43CE-A6F4-3CD9765BDB0E}">
      <dgm:prSet/>
      <dgm:spPr/>
      <dgm:t>
        <a:bodyPr/>
        <a:lstStyle/>
        <a:p>
          <a:endParaRPr lang="en-US"/>
        </a:p>
      </dgm:t>
    </dgm:pt>
    <dgm:pt modelId="{7DEDC8B2-86A1-4B00-A781-2BB5326C5EDF}" type="sibTrans" cxnId="{7E67C6A4-A747-43CE-A6F4-3CD9765BDB0E}">
      <dgm:prSet/>
      <dgm:spPr/>
      <dgm:t>
        <a:bodyPr/>
        <a:lstStyle/>
        <a:p>
          <a:endParaRPr lang="en-US"/>
        </a:p>
      </dgm:t>
    </dgm:pt>
    <dgm:pt modelId="{189C7E86-C16F-43F0-952F-B7590C5AC387}">
      <dgm:prSet/>
      <dgm:spPr/>
      <dgm:t>
        <a:bodyPr/>
        <a:lstStyle/>
        <a:p>
          <a:r>
            <a:rPr lang="en-US" dirty="0"/>
            <a:t>Plateau</a:t>
          </a:r>
        </a:p>
      </dgm:t>
    </dgm:pt>
    <dgm:pt modelId="{C2709500-77AA-489A-9FBB-438F73E7C116}" type="parTrans" cxnId="{CF18291B-1A03-4281-99E9-7FBBCFF9609F}">
      <dgm:prSet/>
      <dgm:spPr/>
      <dgm:t>
        <a:bodyPr/>
        <a:lstStyle/>
        <a:p>
          <a:endParaRPr lang="en-US"/>
        </a:p>
      </dgm:t>
    </dgm:pt>
    <dgm:pt modelId="{981B6936-D2D0-4A94-96E8-162F9DC53893}" type="sibTrans" cxnId="{CF18291B-1A03-4281-99E9-7FBBCFF9609F}">
      <dgm:prSet/>
      <dgm:spPr/>
      <dgm:t>
        <a:bodyPr/>
        <a:lstStyle/>
        <a:p>
          <a:endParaRPr lang="en-US"/>
        </a:p>
      </dgm:t>
    </dgm:pt>
    <dgm:pt modelId="{74B1801B-A42B-4A17-AF15-7CDBD756011C}">
      <dgm:prSet/>
      <dgm:spPr/>
      <dgm:t>
        <a:bodyPr/>
        <a:lstStyle/>
        <a:p>
          <a:r>
            <a:rPr lang="en-US" dirty="0"/>
            <a:t>Ridge</a:t>
          </a:r>
        </a:p>
      </dgm:t>
    </dgm:pt>
    <dgm:pt modelId="{247CD6E7-600C-4B72-B7F3-110585AD65D3}" type="parTrans" cxnId="{9BC8E0F6-D917-4E8F-8F2F-EA1598BEDFD5}">
      <dgm:prSet/>
      <dgm:spPr/>
      <dgm:t>
        <a:bodyPr/>
        <a:lstStyle/>
        <a:p>
          <a:endParaRPr lang="en-US"/>
        </a:p>
      </dgm:t>
    </dgm:pt>
    <dgm:pt modelId="{7EA2F792-17B9-4A56-92C1-610659BF913A}" type="sibTrans" cxnId="{9BC8E0F6-D917-4E8F-8F2F-EA1598BEDFD5}">
      <dgm:prSet/>
      <dgm:spPr/>
      <dgm:t>
        <a:bodyPr/>
        <a:lstStyle/>
        <a:p>
          <a:endParaRPr lang="en-US"/>
        </a:p>
      </dgm:t>
    </dgm:pt>
    <dgm:pt modelId="{96EAD032-97DC-41CE-99CD-97D330DF343F}">
      <dgm:prSet phldrT="[Text]"/>
      <dgm:spPr>
        <a:solidFill>
          <a:schemeClr val="accent4">
            <a:lumMod val="75000"/>
          </a:schemeClr>
        </a:solidFill>
      </dgm:spPr>
      <dgm:t>
        <a:bodyPr/>
        <a:lstStyle/>
        <a:p>
          <a:r>
            <a:rPr lang="en-US" dirty="0"/>
            <a:t>All neighboring states have values worse than the current. The greedy approach means we won’t be moving to a worse state. This terminates the process even though there may have been a better solution. As a workaround, we use backtracking.</a:t>
          </a:r>
        </a:p>
      </dgm:t>
    </dgm:pt>
    <dgm:pt modelId="{9F573EA7-A07A-4B08-97A7-52897DED77CF}" type="parTrans" cxnId="{18FCEC43-A1A8-4C6C-BD8E-A76A48C4E47F}">
      <dgm:prSet/>
      <dgm:spPr/>
      <dgm:t>
        <a:bodyPr/>
        <a:lstStyle/>
        <a:p>
          <a:endParaRPr lang="en-US"/>
        </a:p>
      </dgm:t>
    </dgm:pt>
    <dgm:pt modelId="{42313A2D-2D17-4B4D-9632-59C36D724020}" type="sibTrans" cxnId="{18FCEC43-A1A8-4C6C-BD8E-A76A48C4E47F}">
      <dgm:prSet/>
      <dgm:spPr/>
      <dgm:t>
        <a:bodyPr/>
        <a:lstStyle/>
        <a:p>
          <a:endParaRPr lang="en-US"/>
        </a:p>
      </dgm:t>
    </dgm:pt>
    <dgm:pt modelId="{F9590D22-E4BB-44D5-AB4C-1C9921F50C6D}">
      <dgm:prSet/>
      <dgm:spPr>
        <a:solidFill>
          <a:srgbClr val="C00000"/>
        </a:solidFill>
      </dgm:spPr>
      <dgm:t>
        <a:bodyPr/>
        <a:lstStyle/>
        <a:p>
          <a:r>
            <a:rPr lang="en-US" dirty="0"/>
            <a:t>All neighbors to it have the same value. This makes it impossible to choose a direction. To avoid this, we randomly make a big jump.</a:t>
          </a:r>
        </a:p>
      </dgm:t>
    </dgm:pt>
    <dgm:pt modelId="{0FD5D985-D1BB-4E01-A2B7-CD866689A99D}" type="parTrans" cxnId="{FEF30735-6C76-4CBA-BEE6-FE4A48897AEE}">
      <dgm:prSet/>
      <dgm:spPr/>
      <dgm:t>
        <a:bodyPr/>
        <a:lstStyle/>
        <a:p>
          <a:endParaRPr lang="en-US"/>
        </a:p>
      </dgm:t>
    </dgm:pt>
    <dgm:pt modelId="{51945222-423C-48BF-9FAD-CC44F98CD33B}" type="sibTrans" cxnId="{FEF30735-6C76-4CBA-BEE6-FE4A48897AEE}">
      <dgm:prSet/>
      <dgm:spPr/>
      <dgm:t>
        <a:bodyPr/>
        <a:lstStyle/>
        <a:p>
          <a:endParaRPr lang="en-US"/>
        </a:p>
      </dgm:t>
    </dgm:pt>
    <dgm:pt modelId="{C3DBBDCC-616B-498A-A76F-0972A5E3205F}">
      <dgm:prSet/>
      <dgm:spPr>
        <a:solidFill>
          <a:srgbClr val="3898B2"/>
        </a:solidFill>
      </dgm:spPr>
      <dgm:t>
        <a:bodyPr/>
        <a:lstStyle/>
        <a:p>
          <a:r>
            <a:rPr lang="en-US" dirty="0"/>
            <a:t>At a ridge, movement in all possible directions is downward. This makes it look like a peak and terminates the process. To avoid this, we may use two or more rules before testing.</a:t>
          </a:r>
        </a:p>
      </dgm:t>
    </dgm:pt>
    <dgm:pt modelId="{BDE146F0-912E-48D9-A9F9-438591D7A684}" type="parTrans" cxnId="{A9ADA8D7-543F-407C-9555-323D2DA44F39}">
      <dgm:prSet/>
      <dgm:spPr/>
      <dgm:t>
        <a:bodyPr/>
        <a:lstStyle/>
        <a:p>
          <a:endParaRPr lang="en-US"/>
        </a:p>
      </dgm:t>
    </dgm:pt>
    <dgm:pt modelId="{AFD2B89E-8DA1-4C7E-A0E0-BC10B8148C24}" type="sibTrans" cxnId="{A9ADA8D7-543F-407C-9555-323D2DA44F39}">
      <dgm:prSet/>
      <dgm:spPr/>
      <dgm:t>
        <a:bodyPr/>
        <a:lstStyle/>
        <a:p>
          <a:endParaRPr lang="en-US"/>
        </a:p>
      </dgm:t>
    </dgm:pt>
    <dgm:pt modelId="{97F8BC3F-5A5D-4C1A-8868-AADA36AE4F3A}" type="pres">
      <dgm:prSet presAssocID="{16C3F2A5-C29F-4E56-975B-7721920C38A2}" presName="Name0" presStyleCnt="0">
        <dgm:presLayoutVars>
          <dgm:dir/>
          <dgm:animLvl val="lvl"/>
          <dgm:resizeHandles val="exact"/>
        </dgm:presLayoutVars>
      </dgm:prSet>
      <dgm:spPr/>
      <dgm:t>
        <a:bodyPr/>
        <a:lstStyle/>
        <a:p>
          <a:endParaRPr lang="en-MY"/>
        </a:p>
      </dgm:t>
    </dgm:pt>
    <dgm:pt modelId="{A716633E-EFAF-40FE-9CF5-C2DEE2FA6123}" type="pres">
      <dgm:prSet presAssocID="{FC65C7AE-C705-45DA-8293-D5AEA8026DC5}" presName="linNode" presStyleCnt="0"/>
      <dgm:spPr/>
    </dgm:pt>
    <dgm:pt modelId="{1CC59B3C-8FF1-4F47-87A0-9D2820F68BBD}" type="pres">
      <dgm:prSet presAssocID="{FC65C7AE-C705-45DA-8293-D5AEA8026DC5}" presName="parTx" presStyleLbl="revTx" presStyleIdx="0" presStyleCnt="3">
        <dgm:presLayoutVars>
          <dgm:chMax val="1"/>
          <dgm:bulletEnabled val="1"/>
        </dgm:presLayoutVars>
      </dgm:prSet>
      <dgm:spPr/>
      <dgm:t>
        <a:bodyPr/>
        <a:lstStyle/>
        <a:p>
          <a:endParaRPr lang="en-MY"/>
        </a:p>
      </dgm:t>
    </dgm:pt>
    <dgm:pt modelId="{500A0FAC-6022-4F13-8F90-00A3D5EB2C89}" type="pres">
      <dgm:prSet presAssocID="{FC65C7AE-C705-45DA-8293-D5AEA8026DC5}" presName="bracket" presStyleLbl="parChTrans1D1" presStyleIdx="0" presStyleCnt="3"/>
      <dgm:spPr>
        <a:ln>
          <a:solidFill>
            <a:schemeClr val="tx1"/>
          </a:solidFill>
        </a:ln>
      </dgm:spPr>
    </dgm:pt>
    <dgm:pt modelId="{DCD7ED1C-C0B3-425D-8A7E-81A07C5F3986}" type="pres">
      <dgm:prSet presAssocID="{FC65C7AE-C705-45DA-8293-D5AEA8026DC5}" presName="spH" presStyleCnt="0"/>
      <dgm:spPr/>
    </dgm:pt>
    <dgm:pt modelId="{18C3A45D-3D3A-40D1-8491-3A54CA102C31}" type="pres">
      <dgm:prSet presAssocID="{FC65C7AE-C705-45DA-8293-D5AEA8026DC5}" presName="desTx" presStyleLbl="node1" presStyleIdx="0" presStyleCnt="3">
        <dgm:presLayoutVars>
          <dgm:bulletEnabled val="1"/>
        </dgm:presLayoutVars>
      </dgm:prSet>
      <dgm:spPr/>
      <dgm:t>
        <a:bodyPr/>
        <a:lstStyle/>
        <a:p>
          <a:endParaRPr lang="en-MY"/>
        </a:p>
      </dgm:t>
    </dgm:pt>
    <dgm:pt modelId="{0EC4407B-2578-4326-A737-3261617EBC9F}" type="pres">
      <dgm:prSet presAssocID="{7DEDC8B2-86A1-4B00-A781-2BB5326C5EDF}" presName="spV" presStyleCnt="0"/>
      <dgm:spPr/>
    </dgm:pt>
    <dgm:pt modelId="{08BFA197-0C13-4F25-A31D-DB3C1F7E980D}" type="pres">
      <dgm:prSet presAssocID="{189C7E86-C16F-43F0-952F-B7590C5AC387}" presName="linNode" presStyleCnt="0"/>
      <dgm:spPr/>
    </dgm:pt>
    <dgm:pt modelId="{168E289F-3EAB-4437-B94A-5DF8F00F2DD8}" type="pres">
      <dgm:prSet presAssocID="{189C7E86-C16F-43F0-952F-B7590C5AC387}" presName="parTx" presStyleLbl="revTx" presStyleIdx="1" presStyleCnt="3">
        <dgm:presLayoutVars>
          <dgm:chMax val="1"/>
          <dgm:bulletEnabled val="1"/>
        </dgm:presLayoutVars>
      </dgm:prSet>
      <dgm:spPr/>
      <dgm:t>
        <a:bodyPr/>
        <a:lstStyle/>
        <a:p>
          <a:endParaRPr lang="en-MY"/>
        </a:p>
      </dgm:t>
    </dgm:pt>
    <dgm:pt modelId="{E63C813A-443F-41C2-88DD-19CB85C9B7A7}" type="pres">
      <dgm:prSet presAssocID="{189C7E86-C16F-43F0-952F-B7590C5AC387}" presName="bracket" presStyleLbl="parChTrans1D1" presStyleIdx="1" presStyleCnt="3"/>
      <dgm:spPr>
        <a:ln>
          <a:solidFill>
            <a:schemeClr val="tx1"/>
          </a:solidFill>
        </a:ln>
      </dgm:spPr>
    </dgm:pt>
    <dgm:pt modelId="{8FD47615-5BFD-4BE2-94F8-FABB704D02F1}" type="pres">
      <dgm:prSet presAssocID="{189C7E86-C16F-43F0-952F-B7590C5AC387}" presName="spH" presStyleCnt="0"/>
      <dgm:spPr/>
    </dgm:pt>
    <dgm:pt modelId="{AD4F8E2F-A1FB-4A2A-85F2-B4D42EAC71C3}" type="pres">
      <dgm:prSet presAssocID="{189C7E86-C16F-43F0-952F-B7590C5AC387}" presName="desTx" presStyleLbl="node1" presStyleIdx="1" presStyleCnt="3">
        <dgm:presLayoutVars>
          <dgm:bulletEnabled val="1"/>
        </dgm:presLayoutVars>
      </dgm:prSet>
      <dgm:spPr/>
      <dgm:t>
        <a:bodyPr/>
        <a:lstStyle/>
        <a:p>
          <a:endParaRPr lang="en-MY"/>
        </a:p>
      </dgm:t>
    </dgm:pt>
    <dgm:pt modelId="{3DD5253E-F91C-40BE-9260-60E342BB3188}" type="pres">
      <dgm:prSet presAssocID="{981B6936-D2D0-4A94-96E8-162F9DC53893}" presName="spV" presStyleCnt="0"/>
      <dgm:spPr/>
    </dgm:pt>
    <dgm:pt modelId="{A6D9C036-8583-4D52-B728-B44C9FB5648F}" type="pres">
      <dgm:prSet presAssocID="{74B1801B-A42B-4A17-AF15-7CDBD756011C}" presName="linNode" presStyleCnt="0"/>
      <dgm:spPr/>
    </dgm:pt>
    <dgm:pt modelId="{118385A8-F5DB-4487-9C6E-7709839748DA}" type="pres">
      <dgm:prSet presAssocID="{74B1801B-A42B-4A17-AF15-7CDBD756011C}" presName="parTx" presStyleLbl="revTx" presStyleIdx="2" presStyleCnt="3">
        <dgm:presLayoutVars>
          <dgm:chMax val="1"/>
          <dgm:bulletEnabled val="1"/>
        </dgm:presLayoutVars>
      </dgm:prSet>
      <dgm:spPr/>
      <dgm:t>
        <a:bodyPr/>
        <a:lstStyle/>
        <a:p>
          <a:endParaRPr lang="en-MY"/>
        </a:p>
      </dgm:t>
    </dgm:pt>
    <dgm:pt modelId="{A07B6779-9599-4BD9-8BF6-159EA16511B2}" type="pres">
      <dgm:prSet presAssocID="{74B1801B-A42B-4A17-AF15-7CDBD756011C}" presName="bracket" presStyleLbl="parChTrans1D1" presStyleIdx="2" presStyleCnt="3"/>
      <dgm:spPr>
        <a:ln>
          <a:solidFill>
            <a:schemeClr val="tx1"/>
          </a:solidFill>
        </a:ln>
      </dgm:spPr>
    </dgm:pt>
    <dgm:pt modelId="{C3F594BF-40AA-4D60-8D97-6EC990C800BD}" type="pres">
      <dgm:prSet presAssocID="{74B1801B-A42B-4A17-AF15-7CDBD756011C}" presName="spH" presStyleCnt="0"/>
      <dgm:spPr/>
    </dgm:pt>
    <dgm:pt modelId="{0F39EB14-E65F-4AB4-A893-54C8AF0F80C0}" type="pres">
      <dgm:prSet presAssocID="{74B1801B-A42B-4A17-AF15-7CDBD756011C}" presName="desTx" presStyleLbl="node1" presStyleIdx="2" presStyleCnt="3">
        <dgm:presLayoutVars>
          <dgm:bulletEnabled val="1"/>
        </dgm:presLayoutVars>
      </dgm:prSet>
      <dgm:spPr/>
      <dgm:t>
        <a:bodyPr/>
        <a:lstStyle/>
        <a:p>
          <a:endParaRPr lang="en-MY"/>
        </a:p>
      </dgm:t>
    </dgm:pt>
  </dgm:ptLst>
  <dgm:cxnLst>
    <dgm:cxn modelId="{CF18291B-1A03-4281-99E9-7FBBCFF9609F}" srcId="{16C3F2A5-C29F-4E56-975B-7721920C38A2}" destId="{189C7E86-C16F-43F0-952F-B7590C5AC387}" srcOrd="1" destOrd="0" parTransId="{C2709500-77AA-489A-9FBB-438F73E7C116}" sibTransId="{981B6936-D2D0-4A94-96E8-162F9DC53893}"/>
    <dgm:cxn modelId="{BB4C0812-4895-47AA-9092-BA97B5B43B82}" type="presOf" srcId="{C3DBBDCC-616B-498A-A76F-0972A5E3205F}" destId="{0F39EB14-E65F-4AB4-A893-54C8AF0F80C0}" srcOrd="0" destOrd="0" presId="urn:diagrams.loki3.com/BracketList"/>
    <dgm:cxn modelId="{91F9267D-3FD1-40EB-A1B7-212DA255BCEF}" type="presOf" srcId="{F9590D22-E4BB-44D5-AB4C-1C9921F50C6D}" destId="{AD4F8E2F-A1FB-4A2A-85F2-B4D42EAC71C3}" srcOrd="0" destOrd="0" presId="urn:diagrams.loki3.com/BracketList"/>
    <dgm:cxn modelId="{BEFD95DA-055B-49E2-A070-CEC9BD8C7436}" type="presOf" srcId="{74B1801B-A42B-4A17-AF15-7CDBD756011C}" destId="{118385A8-F5DB-4487-9C6E-7709839748DA}" srcOrd="0" destOrd="0" presId="urn:diagrams.loki3.com/BracketList"/>
    <dgm:cxn modelId="{444BB26F-985D-4CF7-BACF-F3F7A0E6DA9E}" type="presOf" srcId="{16C3F2A5-C29F-4E56-975B-7721920C38A2}" destId="{97F8BC3F-5A5D-4C1A-8868-AADA36AE4F3A}" srcOrd="0" destOrd="0" presId="urn:diagrams.loki3.com/BracketList"/>
    <dgm:cxn modelId="{18FCEC43-A1A8-4C6C-BD8E-A76A48C4E47F}" srcId="{FC65C7AE-C705-45DA-8293-D5AEA8026DC5}" destId="{96EAD032-97DC-41CE-99CD-97D330DF343F}" srcOrd="0" destOrd="0" parTransId="{9F573EA7-A07A-4B08-97A7-52897DED77CF}" sibTransId="{42313A2D-2D17-4B4D-9632-59C36D724020}"/>
    <dgm:cxn modelId="{9BC8E0F6-D917-4E8F-8F2F-EA1598BEDFD5}" srcId="{16C3F2A5-C29F-4E56-975B-7721920C38A2}" destId="{74B1801B-A42B-4A17-AF15-7CDBD756011C}" srcOrd="2" destOrd="0" parTransId="{247CD6E7-600C-4B72-B7F3-110585AD65D3}" sibTransId="{7EA2F792-17B9-4A56-92C1-610659BF913A}"/>
    <dgm:cxn modelId="{6DE1FBB3-98E9-440E-A3A0-E06F6530B874}" type="presOf" srcId="{96EAD032-97DC-41CE-99CD-97D330DF343F}" destId="{18C3A45D-3D3A-40D1-8491-3A54CA102C31}" srcOrd="0" destOrd="0" presId="urn:diagrams.loki3.com/BracketList"/>
    <dgm:cxn modelId="{A9ADA8D7-543F-407C-9555-323D2DA44F39}" srcId="{74B1801B-A42B-4A17-AF15-7CDBD756011C}" destId="{C3DBBDCC-616B-498A-A76F-0972A5E3205F}" srcOrd="0" destOrd="0" parTransId="{BDE146F0-912E-48D9-A9F9-438591D7A684}" sibTransId="{AFD2B89E-8DA1-4C7E-A0E0-BC10B8148C24}"/>
    <dgm:cxn modelId="{FEF30735-6C76-4CBA-BEE6-FE4A48897AEE}" srcId="{189C7E86-C16F-43F0-952F-B7590C5AC387}" destId="{F9590D22-E4BB-44D5-AB4C-1C9921F50C6D}" srcOrd="0" destOrd="0" parTransId="{0FD5D985-D1BB-4E01-A2B7-CD866689A99D}" sibTransId="{51945222-423C-48BF-9FAD-CC44F98CD33B}"/>
    <dgm:cxn modelId="{752801CC-C791-4020-9AE6-749ECDBA62AE}" type="presOf" srcId="{FC65C7AE-C705-45DA-8293-D5AEA8026DC5}" destId="{1CC59B3C-8FF1-4F47-87A0-9D2820F68BBD}" srcOrd="0" destOrd="0" presId="urn:diagrams.loki3.com/BracketList"/>
    <dgm:cxn modelId="{D737D252-CB76-43E6-8B58-D0D327219464}" type="presOf" srcId="{189C7E86-C16F-43F0-952F-B7590C5AC387}" destId="{168E289F-3EAB-4437-B94A-5DF8F00F2DD8}" srcOrd="0" destOrd="0" presId="urn:diagrams.loki3.com/BracketList"/>
    <dgm:cxn modelId="{7E67C6A4-A747-43CE-A6F4-3CD9765BDB0E}" srcId="{16C3F2A5-C29F-4E56-975B-7721920C38A2}" destId="{FC65C7AE-C705-45DA-8293-D5AEA8026DC5}" srcOrd="0" destOrd="0" parTransId="{11E54C01-98B3-471B-9A16-6D7F0A1EF36E}" sibTransId="{7DEDC8B2-86A1-4B00-A781-2BB5326C5EDF}"/>
    <dgm:cxn modelId="{6E327D2C-FE9A-40E8-A478-7316A49CC085}" type="presParOf" srcId="{97F8BC3F-5A5D-4C1A-8868-AADA36AE4F3A}" destId="{A716633E-EFAF-40FE-9CF5-C2DEE2FA6123}" srcOrd="0" destOrd="0" presId="urn:diagrams.loki3.com/BracketList"/>
    <dgm:cxn modelId="{4FC51BCE-581B-48CC-A444-A61B6A38F2EA}" type="presParOf" srcId="{A716633E-EFAF-40FE-9CF5-C2DEE2FA6123}" destId="{1CC59B3C-8FF1-4F47-87A0-9D2820F68BBD}" srcOrd="0" destOrd="0" presId="urn:diagrams.loki3.com/BracketList"/>
    <dgm:cxn modelId="{30274616-4539-4EE7-9F02-23BE34F67AE5}" type="presParOf" srcId="{A716633E-EFAF-40FE-9CF5-C2DEE2FA6123}" destId="{500A0FAC-6022-4F13-8F90-00A3D5EB2C89}" srcOrd="1" destOrd="0" presId="urn:diagrams.loki3.com/BracketList"/>
    <dgm:cxn modelId="{BA1EDB67-D0E3-49FD-8E50-1305225898D6}" type="presParOf" srcId="{A716633E-EFAF-40FE-9CF5-C2DEE2FA6123}" destId="{DCD7ED1C-C0B3-425D-8A7E-81A07C5F3986}" srcOrd="2" destOrd="0" presId="urn:diagrams.loki3.com/BracketList"/>
    <dgm:cxn modelId="{06DB126D-CC86-44EE-A861-BA5AA1B54C4E}" type="presParOf" srcId="{A716633E-EFAF-40FE-9CF5-C2DEE2FA6123}" destId="{18C3A45D-3D3A-40D1-8491-3A54CA102C31}" srcOrd="3" destOrd="0" presId="urn:diagrams.loki3.com/BracketList"/>
    <dgm:cxn modelId="{24A1FF2A-86F8-4537-96D7-7C42672E9470}" type="presParOf" srcId="{97F8BC3F-5A5D-4C1A-8868-AADA36AE4F3A}" destId="{0EC4407B-2578-4326-A737-3261617EBC9F}" srcOrd="1" destOrd="0" presId="urn:diagrams.loki3.com/BracketList"/>
    <dgm:cxn modelId="{3CFA50F0-5DC8-46EF-B9DB-1DCBACC43700}" type="presParOf" srcId="{97F8BC3F-5A5D-4C1A-8868-AADA36AE4F3A}" destId="{08BFA197-0C13-4F25-A31D-DB3C1F7E980D}" srcOrd="2" destOrd="0" presId="urn:diagrams.loki3.com/BracketList"/>
    <dgm:cxn modelId="{9EBCF4CA-8699-4C99-A2F6-6D2A1E3D6021}" type="presParOf" srcId="{08BFA197-0C13-4F25-A31D-DB3C1F7E980D}" destId="{168E289F-3EAB-4437-B94A-5DF8F00F2DD8}" srcOrd="0" destOrd="0" presId="urn:diagrams.loki3.com/BracketList"/>
    <dgm:cxn modelId="{D02C618F-4BA3-46C5-BC5F-6756C9C8C02A}" type="presParOf" srcId="{08BFA197-0C13-4F25-A31D-DB3C1F7E980D}" destId="{E63C813A-443F-41C2-88DD-19CB85C9B7A7}" srcOrd="1" destOrd="0" presId="urn:diagrams.loki3.com/BracketList"/>
    <dgm:cxn modelId="{DD1C79DE-02C8-41B6-A7D0-B8F16139E5D0}" type="presParOf" srcId="{08BFA197-0C13-4F25-A31D-DB3C1F7E980D}" destId="{8FD47615-5BFD-4BE2-94F8-FABB704D02F1}" srcOrd="2" destOrd="0" presId="urn:diagrams.loki3.com/BracketList"/>
    <dgm:cxn modelId="{80C42E7F-69DD-4B4C-BCD2-4AB3CB1B972F}" type="presParOf" srcId="{08BFA197-0C13-4F25-A31D-DB3C1F7E980D}" destId="{AD4F8E2F-A1FB-4A2A-85F2-B4D42EAC71C3}" srcOrd="3" destOrd="0" presId="urn:diagrams.loki3.com/BracketList"/>
    <dgm:cxn modelId="{E665E0A5-6378-4DCA-8491-EA5E6EDCE5F3}" type="presParOf" srcId="{97F8BC3F-5A5D-4C1A-8868-AADA36AE4F3A}" destId="{3DD5253E-F91C-40BE-9260-60E342BB3188}" srcOrd="3" destOrd="0" presId="urn:diagrams.loki3.com/BracketList"/>
    <dgm:cxn modelId="{D73E79A7-5D77-45B2-B52A-83E943BF0584}" type="presParOf" srcId="{97F8BC3F-5A5D-4C1A-8868-AADA36AE4F3A}" destId="{A6D9C036-8583-4D52-B728-B44C9FB5648F}" srcOrd="4" destOrd="0" presId="urn:diagrams.loki3.com/BracketList"/>
    <dgm:cxn modelId="{7B5FE818-71ED-4619-96C9-AB87EBF44475}" type="presParOf" srcId="{A6D9C036-8583-4D52-B728-B44C9FB5648F}" destId="{118385A8-F5DB-4487-9C6E-7709839748DA}" srcOrd="0" destOrd="0" presId="urn:diagrams.loki3.com/BracketList"/>
    <dgm:cxn modelId="{F3A65B2E-7178-46E3-9A3E-BB303A1A51E4}" type="presParOf" srcId="{A6D9C036-8583-4D52-B728-B44C9FB5648F}" destId="{A07B6779-9599-4BD9-8BF6-159EA16511B2}" srcOrd="1" destOrd="0" presId="urn:diagrams.loki3.com/BracketList"/>
    <dgm:cxn modelId="{2E05D6D6-3CE4-4C71-9ED0-B42F6FE40533}" type="presParOf" srcId="{A6D9C036-8583-4D52-B728-B44C9FB5648F}" destId="{C3F594BF-40AA-4D60-8D97-6EC990C800BD}" srcOrd="2" destOrd="0" presId="urn:diagrams.loki3.com/BracketList"/>
    <dgm:cxn modelId="{D5B9AC11-90F8-4D9F-AD74-07ABA8E3A11D}" type="presParOf" srcId="{A6D9C036-8583-4D52-B728-B44C9FB5648F}" destId="{0F39EB14-E65F-4AB4-A893-54C8AF0F80C0}" srcOrd="3" destOrd="0" presId="urn:diagrams.loki3.com/Bracket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90A8C8-14F3-4D3B-A3B1-9DD6684D7762}">
      <dsp:nvSpPr>
        <dsp:cNvPr id="0" name=""/>
        <dsp:cNvSpPr/>
      </dsp:nvSpPr>
      <dsp:spPr>
        <a:xfrm>
          <a:off x="3058005" y="2878572"/>
          <a:ext cx="645805" cy="1734124"/>
        </a:xfrm>
        <a:custGeom>
          <a:avLst/>
          <a:gdLst/>
          <a:ahLst/>
          <a:cxnLst/>
          <a:rect l="0" t="0" r="0" b="0"/>
          <a:pathLst>
            <a:path>
              <a:moveTo>
                <a:pt x="0" y="0"/>
              </a:moveTo>
              <a:lnTo>
                <a:pt x="552232" y="0"/>
              </a:lnTo>
              <a:lnTo>
                <a:pt x="552232" y="1734124"/>
              </a:lnTo>
              <a:lnTo>
                <a:pt x="645805" y="1734124"/>
              </a:lnTo>
            </a:path>
          </a:pathLst>
        </a:custGeom>
        <a:noFill/>
        <a:ln w="25400" cap="flat" cmpd="sng" algn="ctr">
          <a:solidFill>
            <a:srgbClr val="0070C0"/>
          </a:solidFill>
          <a:prstDash val="solid"/>
        </a:ln>
        <a:effectLst/>
      </dsp:spPr>
      <dsp:style>
        <a:lnRef idx="2">
          <a:scrgbClr r="0" g="0" b="0"/>
        </a:lnRef>
        <a:fillRef idx="0">
          <a:scrgbClr r="0" g="0" b="0"/>
        </a:fillRef>
        <a:effectRef idx="0">
          <a:scrgbClr r="0" g="0" b="0"/>
        </a:effectRef>
        <a:fontRef idx="minor"/>
      </dsp:style>
    </dsp:sp>
    <dsp:sp modelId="{1AFCA5C4-74DF-4CE0-8510-C367C043EFBB}">
      <dsp:nvSpPr>
        <dsp:cNvPr id="0" name=""/>
        <dsp:cNvSpPr/>
      </dsp:nvSpPr>
      <dsp:spPr>
        <a:xfrm>
          <a:off x="3058005" y="2878572"/>
          <a:ext cx="645805" cy="1242480"/>
        </a:xfrm>
        <a:custGeom>
          <a:avLst/>
          <a:gdLst/>
          <a:ahLst/>
          <a:cxnLst/>
          <a:rect l="0" t="0" r="0" b="0"/>
          <a:pathLst>
            <a:path>
              <a:moveTo>
                <a:pt x="0" y="0"/>
              </a:moveTo>
              <a:lnTo>
                <a:pt x="552232" y="0"/>
              </a:lnTo>
              <a:lnTo>
                <a:pt x="552232" y="1242480"/>
              </a:lnTo>
              <a:lnTo>
                <a:pt x="645805" y="1242480"/>
              </a:lnTo>
            </a:path>
          </a:pathLst>
        </a:custGeom>
        <a:noFill/>
        <a:ln w="25400" cap="flat" cmpd="sng" algn="ctr">
          <a:solidFill>
            <a:srgbClr val="0070C0"/>
          </a:solidFill>
          <a:prstDash val="solid"/>
        </a:ln>
        <a:effectLst/>
      </dsp:spPr>
      <dsp:style>
        <a:lnRef idx="2">
          <a:scrgbClr r="0" g="0" b="0"/>
        </a:lnRef>
        <a:fillRef idx="0">
          <a:scrgbClr r="0" g="0" b="0"/>
        </a:fillRef>
        <a:effectRef idx="0">
          <a:scrgbClr r="0" g="0" b="0"/>
        </a:effectRef>
        <a:fontRef idx="minor"/>
      </dsp:style>
    </dsp:sp>
    <dsp:sp modelId="{95D4BD0A-9F17-48A0-A502-0D69AC4276DA}">
      <dsp:nvSpPr>
        <dsp:cNvPr id="0" name=""/>
        <dsp:cNvSpPr/>
      </dsp:nvSpPr>
      <dsp:spPr>
        <a:xfrm>
          <a:off x="3058005" y="2878572"/>
          <a:ext cx="645805" cy="750836"/>
        </a:xfrm>
        <a:custGeom>
          <a:avLst/>
          <a:gdLst/>
          <a:ahLst/>
          <a:cxnLst/>
          <a:rect l="0" t="0" r="0" b="0"/>
          <a:pathLst>
            <a:path>
              <a:moveTo>
                <a:pt x="0" y="0"/>
              </a:moveTo>
              <a:lnTo>
                <a:pt x="552232" y="0"/>
              </a:lnTo>
              <a:lnTo>
                <a:pt x="552232" y="750836"/>
              </a:lnTo>
              <a:lnTo>
                <a:pt x="645805" y="750836"/>
              </a:lnTo>
            </a:path>
          </a:pathLst>
        </a:custGeom>
        <a:noFill/>
        <a:ln w="25400" cap="flat" cmpd="sng" algn="ctr">
          <a:solidFill>
            <a:srgbClr val="0070C0"/>
          </a:solidFill>
          <a:prstDash val="solid"/>
        </a:ln>
        <a:effectLst/>
      </dsp:spPr>
      <dsp:style>
        <a:lnRef idx="2">
          <a:scrgbClr r="0" g="0" b="0"/>
        </a:lnRef>
        <a:fillRef idx="0">
          <a:scrgbClr r="0" g="0" b="0"/>
        </a:fillRef>
        <a:effectRef idx="0">
          <a:scrgbClr r="0" g="0" b="0"/>
        </a:effectRef>
        <a:fontRef idx="minor"/>
      </dsp:style>
    </dsp:sp>
    <dsp:sp modelId="{9F7A9429-7D77-48C0-8BFB-B05B2ABC7F1F}">
      <dsp:nvSpPr>
        <dsp:cNvPr id="0" name=""/>
        <dsp:cNvSpPr/>
      </dsp:nvSpPr>
      <dsp:spPr>
        <a:xfrm>
          <a:off x="3058005" y="2878572"/>
          <a:ext cx="645805" cy="259192"/>
        </a:xfrm>
        <a:custGeom>
          <a:avLst/>
          <a:gdLst/>
          <a:ahLst/>
          <a:cxnLst/>
          <a:rect l="0" t="0" r="0" b="0"/>
          <a:pathLst>
            <a:path>
              <a:moveTo>
                <a:pt x="0" y="0"/>
              </a:moveTo>
              <a:lnTo>
                <a:pt x="552232" y="0"/>
              </a:lnTo>
              <a:lnTo>
                <a:pt x="552232" y="259192"/>
              </a:lnTo>
              <a:lnTo>
                <a:pt x="645805" y="259192"/>
              </a:lnTo>
            </a:path>
          </a:pathLst>
        </a:custGeom>
        <a:noFill/>
        <a:ln w="25400" cap="flat" cmpd="sng" algn="ctr">
          <a:solidFill>
            <a:srgbClr val="0070C0"/>
          </a:solidFill>
          <a:prstDash val="solid"/>
        </a:ln>
        <a:effectLst/>
      </dsp:spPr>
      <dsp:style>
        <a:lnRef idx="2">
          <a:scrgbClr r="0" g="0" b="0"/>
        </a:lnRef>
        <a:fillRef idx="0">
          <a:scrgbClr r="0" g="0" b="0"/>
        </a:fillRef>
        <a:effectRef idx="0">
          <a:scrgbClr r="0" g="0" b="0"/>
        </a:effectRef>
        <a:fontRef idx="minor"/>
      </dsp:style>
    </dsp:sp>
    <dsp:sp modelId="{5D9BABDC-F947-4D91-854C-142A09183F31}">
      <dsp:nvSpPr>
        <dsp:cNvPr id="0" name=""/>
        <dsp:cNvSpPr/>
      </dsp:nvSpPr>
      <dsp:spPr>
        <a:xfrm>
          <a:off x="3058005" y="2646121"/>
          <a:ext cx="645805" cy="232451"/>
        </a:xfrm>
        <a:custGeom>
          <a:avLst/>
          <a:gdLst/>
          <a:ahLst/>
          <a:cxnLst/>
          <a:rect l="0" t="0" r="0" b="0"/>
          <a:pathLst>
            <a:path>
              <a:moveTo>
                <a:pt x="0" y="232451"/>
              </a:moveTo>
              <a:lnTo>
                <a:pt x="552232" y="232451"/>
              </a:lnTo>
              <a:lnTo>
                <a:pt x="552232" y="0"/>
              </a:lnTo>
              <a:lnTo>
                <a:pt x="645805" y="0"/>
              </a:lnTo>
            </a:path>
          </a:pathLst>
        </a:custGeom>
        <a:noFill/>
        <a:ln w="25400" cap="flat" cmpd="sng" algn="ctr">
          <a:solidFill>
            <a:srgbClr val="0070C0"/>
          </a:solidFill>
          <a:prstDash val="solid"/>
        </a:ln>
        <a:effectLst/>
      </dsp:spPr>
      <dsp:style>
        <a:lnRef idx="2">
          <a:scrgbClr r="0" g="0" b="0"/>
        </a:lnRef>
        <a:fillRef idx="0">
          <a:scrgbClr r="0" g="0" b="0"/>
        </a:fillRef>
        <a:effectRef idx="0">
          <a:scrgbClr r="0" g="0" b="0"/>
        </a:effectRef>
        <a:fontRef idx="minor"/>
      </dsp:style>
    </dsp:sp>
    <dsp:sp modelId="{B0E40E3E-49AF-485F-81CA-2AA7177F7553}">
      <dsp:nvSpPr>
        <dsp:cNvPr id="0" name=""/>
        <dsp:cNvSpPr/>
      </dsp:nvSpPr>
      <dsp:spPr>
        <a:xfrm>
          <a:off x="3058005" y="2154478"/>
          <a:ext cx="645805" cy="724094"/>
        </a:xfrm>
        <a:custGeom>
          <a:avLst/>
          <a:gdLst/>
          <a:ahLst/>
          <a:cxnLst/>
          <a:rect l="0" t="0" r="0" b="0"/>
          <a:pathLst>
            <a:path>
              <a:moveTo>
                <a:pt x="0" y="724094"/>
              </a:moveTo>
              <a:lnTo>
                <a:pt x="552232" y="724094"/>
              </a:lnTo>
              <a:lnTo>
                <a:pt x="552232" y="0"/>
              </a:lnTo>
              <a:lnTo>
                <a:pt x="645805" y="0"/>
              </a:lnTo>
            </a:path>
          </a:pathLst>
        </a:custGeom>
        <a:noFill/>
        <a:ln w="25400" cap="flat" cmpd="sng" algn="ctr">
          <a:solidFill>
            <a:srgbClr val="0070C0"/>
          </a:solidFill>
          <a:prstDash val="solid"/>
        </a:ln>
        <a:effectLst/>
      </dsp:spPr>
      <dsp:style>
        <a:lnRef idx="2">
          <a:scrgbClr r="0" g="0" b="0"/>
        </a:lnRef>
        <a:fillRef idx="0">
          <a:scrgbClr r="0" g="0" b="0"/>
        </a:fillRef>
        <a:effectRef idx="0">
          <a:scrgbClr r="0" g="0" b="0"/>
        </a:effectRef>
        <a:fontRef idx="minor"/>
      </dsp:style>
    </dsp:sp>
    <dsp:sp modelId="{1EF04D05-1169-4455-9256-7D7DE6B44276}">
      <dsp:nvSpPr>
        <dsp:cNvPr id="0" name=""/>
        <dsp:cNvSpPr/>
      </dsp:nvSpPr>
      <dsp:spPr>
        <a:xfrm>
          <a:off x="3058005" y="1662834"/>
          <a:ext cx="645805" cy="1215738"/>
        </a:xfrm>
        <a:custGeom>
          <a:avLst/>
          <a:gdLst/>
          <a:ahLst/>
          <a:cxnLst/>
          <a:rect l="0" t="0" r="0" b="0"/>
          <a:pathLst>
            <a:path>
              <a:moveTo>
                <a:pt x="0" y="1215738"/>
              </a:moveTo>
              <a:lnTo>
                <a:pt x="552232" y="1215738"/>
              </a:lnTo>
              <a:lnTo>
                <a:pt x="552232" y="0"/>
              </a:lnTo>
              <a:lnTo>
                <a:pt x="645805" y="0"/>
              </a:lnTo>
            </a:path>
          </a:pathLst>
        </a:custGeom>
        <a:noFill/>
        <a:ln w="25400" cap="flat" cmpd="sng" algn="ctr">
          <a:solidFill>
            <a:srgbClr val="0070C0"/>
          </a:solidFill>
          <a:prstDash val="solid"/>
        </a:ln>
        <a:effectLst/>
      </dsp:spPr>
      <dsp:style>
        <a:lnRef idx="2">
          <a:scrgbClr r="0" g="0" b="0"/>
        </a:lnRef>
        <a:fillRef idx="0">
          <a:scrgbClr r="0" g="0" b="0"/>
        </a:fillRef>
        <a:effectRef idx="0">
          <a:scrgbClr r="0" g="0" b="0"/>
        </a:effectRef>
        <a:fontRef idx="minor"/>
      </dsp:style>
    </dsp:sp>
    <dsp:sp modelId="{309D5CF7-7DFF-4203-9E07-2D9D7CB50D0F}">
      <dsp:nvSpPr>
        <dsp:cNvPr id="0" name=""/>
        <dsp:cNvSpPr/>
      </dsp:nvSpPr>
      <dsp:spPr>
        <a:xfrm>
          <a:off x="3058005" y="1171190"/>
          <a:ext cx="645805" cy="1707382"/>
        </a:xfrm>
        <a:custGeom>
          <a:avLst/>
          <a:gdLst/>
          <a:ahLst/>
          <a:cxnLst/>
          <a:rect l="0" t="0" r="0" b="0"/>
          <a:pathLst>
            <a:path>
              <a:moveTo>
                <a:pt x="0" y="1707382"/>
              </a:moveTo>
              <a:lnTo>
                <a:pt x="552232" y="1707382"/>
              </a:lnTo>
              <a:lnTo>
                <a:pt x="552232" y="0"/>
              </a:lnTo>
              <a:lnTo>
                <a:pt x="645805" y="0"/>
              </a:lnTo>
            </a:path>
          </a:pathLst>
        </a:custGeom>
        <a:noFill/>
        <a:ln w="25400" cap="flat" cmpd="sng" algn="ctr">
          <a:solidFill>
            <a:srgbClr val="0070C0"/>
          </a:solidFill>
          <a:prstDash val="solid"/>
        </a:ln>
        <a:effectLst/>
      </dsp:spPr>
      <dsp:style>
        <a:lnRef idx="2">
          <a:scrgbClr r="0" g="0" b="0"/>
        </a:lnRef>
        <a:fillRef idx="0">
          <a:scrgbClr r="0" g="0" b="0"/>
        </a:fillRef>
        <a:effectRef idx="0">
          <a:scrgbClr r="0" g="0" b="0"/>
        </a:effectRef>
        <a:fontRef idx="minor"/>
      </dsp:style>
    </dsp:sp>
    <dsp:sp modelId="{211EC912-801B-46B9-B3EF-653A9A91E2D1}">
      <dsp:nvSpPr>
        <dsp:cNvPr id="0" name=""/>
        <dsp:cNvSpPr/>
      </dsp:nvSpPr>
      <dsp:spPr>
        <a:xfrm>
          <a:off x="1305825" y="1662834"/>
          <a:ext cx="387524" cy="1215738"/>
        </a:xfrm>
        <a:custGeom>
          <a:avLst/>
          <a:gdLst/>
          <a:ahLst/>
          <a:cxnLst/>
          <a:rect l="0" t="0" r="0" b="0"/>
          <a:pathLst>
            <a:path>
              <a:moveTo>
                <a:pt x="0" y="0"/>
              </a:moveTo>
              <a:lnTo>
                <a:pt x="293951" y="0"/>
              </a:lnTo>
              <a:lnTo>
                <a:pt x="293951" y="1215738"/>
              </a:lnTo>
              <a:lnTo>
                <a:pt x="387524" y="1215738"/>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CF72642-ABE9-4C2F-A0C5-A46970231C2B}">
      <dsp:nvSpPr>
        <dsp:cNvPr id="0" name=""/>
        <dsp:cNvSpPr/>
      </dsp:nvSpPr>
      <dsp:spPr>
        <a:xfrm>
          <a:off x="3058005" y="420353"/>
          <a:ext cx="645805" cy="259192"/>
        </a:xfrm>
        <a:custGeom>
          <a:avLst/>
          <a:gdLst/>
          <a:ahLst/>
          <a:cxnLst/>
          <a:rect l="0" t="0" r="0" b="0"/>
          <a:pathLst>
            <a:path>
              <a:moveTo>
                <a:pt x="0" y="0"/>
              </a:moveTo>
              <a:lnTo>
                <a:pt x="552232" y="0"/>
              </a:lnTo>
              <a:lnTo>
                <a:pt x="552232" y="259192"/>
              </a:lnTo>
              <a:lnTo>
                <a:pt x="645805" y="259192"/>
              </a:lnTo>
            </a:path>
          </a:pathLst>
        </a:custGeom>
        <a:noFill/>
        <a:ln w="25400" cap="flat" cmpd="sng" algn="ctr">
          <a:solidFill>
            <a:srgbClr val="C00000"/>
          </a:solidFill>
          <a:prstDash val="solid"/>
        </a:ln>
        <a:effectLst/>
      </dsp:spPr>
      <dsp:style>
        <a:lnRef idx="2">
          <a:scrgbClr r="0" g="0" b="0"/>
        </a:lnRef>
        <a:fillRef idx="0">
          <a:scrgbClr r="0" g="0" b="0"/>
        </a:fillRef>
        <a:effectRef idx="0">
          <a:scrgbClr r="0" g="0" b="0"/>
        </a:effectRef>
        <a:fontRef idx="minor"/>
      </dsp:style>
    </dsp:sp>
    <dsp:sp modelId="{0925E64C-0390-4E27-8938-C506A3C573A6}">
      <dsp:nvSpPr>
        <dsp:cNvPr id="0" name=""/>
        <dsp:cNvSpPr/>
      </dsp:nvSpPr>
      <dsp:spPr>
        <a:xfrm>
          <a:off x="3058005" y="187902"/>
          <a:ext cx="645805" cy="232451"/>
        </a:xfrm>
        <a:custGeom>
          <a:avLst/>
          <a:gdLst/>
          <a:ahLst/>
          <a:cxnLst/>
          <a:rect l="0" t="0" r="0" b="0"/>
          <a:pathLst>
            <a:path>
              <a:moveTo>
                <a:pt x="0" y="232451"/>
              </a:moveTo>
              <a:lnTo>
                <a:pt x="552232" y="232451"/>
              </a:lnTo>
              <a:lnTo>
                <a:pt x="552232" y="0"/>
              </a:lnTo>
              <a:lnTo>
                <a:pt x="645805" y="0"/>
              </a:lnTo>
            </a:path>
          </a:pathLst>
        </a:custGeom>
        <a:noFill/>
        <a:ln w="25400" cap="flat" cmpd="sng" algn="ctr">
          <a:solidFill>
            <a:srgbClr val="C00000"/>
          </a:solidFill>
          <a:prstDash val="solid"/>
        </a:ln>
        <a:effectLst/>
      </dsp:spPr>
      <dsp:style>
        <a:lnRef idx="2">
          <a:scrgbClr r="0" g="0" b="0"/>
        </a:lnRef>
        <a:fillRef idx="0">
          <a:scrgbClr r="0" g="0" b="0"/>
        </a:fillRef>
        <a:effectRef idx="0">
          <a:scrgbClr r="0" g="0" b="0"/>
        </a:effectRef>
        <a:fontRef idx="minor"/>
      </dsp:style>
    </dsp:sp>
    <dsp:sp modelId="{82C6EFC4-3A38-40E3-85F3-53F2C73FAC8A}">
      <dsp:nvSpPr>
        <dsp:cNvPr id="0" name=""/>
        <dsp:cNvSpPr/>
      </dsp:nvSpPr>
      <dsp:spPr>
        <a:xfrm>
          <a:off x="1305825" y="420353"/>
          <a:ext cx="387524" cy="1242480"/>
        </a:xfrm>
        <a:custGeom>
          <a:avLst/>
          <a:gdLst/>
          <a:ahLst/>
          <a:cxnLst/>
          <a:rect l="0" t="0" r="0" b="0"/>
          <a:pathLst>
            <a:path>
              <a:moveTo>
                <a:pt x="0" y="1242480"/>
              </a:moveTo>
              <a:lnTo>
                <a:pt x="293951" y="1242480"/>
              </a:lnTo>
              <a:lnTo>
                <a:pt x="293951" y="0"/>
              </a:lnTo>
              <a:lnTo>
                <a:pt x="387524" y="0"/>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1FF92F5-E335-4D51-9A0D-BB248A7A86D5}">
      <dsp:nvSpPr>
        <dsp:cNvPr id="0" name=""/>
        <dsp:cNvSpPr/>
      </dsp:nvSpPr>
      <dsp:spPr>
        <a:xfrm>
          <a:off x="0" y="1366884"/>
          <a:ext cx="1305825" cy="591899"/>
        </a:xfrm>
        <a:prstGeom prst="rect">
          <a:avLst/>
        </a:prstGeom>
        <a:solidFill>
          <a:schemeClr val="tx1">
            <a:lumMod val="50000"/>
            <a:lumOff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dirty="0"/>
            <a:t>Heuristic Search</a:t>
          </a:r>
        </a:p>
      </dsp:txBody>
      <dsp:txXfrm>
        <a:off x="0" y="1366884"/>
        <a:ext cx="1305825" cy="591899"/>
      </dsp:txXfrm>
    </dsp:sp>
    <dsp:sp modelId="{3106EF98-1AC0-436D-AED6-97C5B318B675}">
      <dsp:nvSpPr>
        <dsp:cNvPr id="0" name=""/>
        <dsp:cNvSpPr/>
      </dsp:nvSpPr>
      <dsp:spPr>
        <a:xfrm>
          <a:off x="1693350" y="124403"/>
          <a:ext cx="1364655" cy="591899"/>
        </a:xfrm>
        <a:prstGeom prst="rect">
          <a:avLst/>
        </a:prstGeom>
        <a:solidFill>
          <a:srgbClr val="C0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dirty="0"/>
            <a:t>Direct Techniques</a:t>
          </a:r>
        </a:p>
      </dsp:txBody>
      <dsp:txXfrm>
        <a:off x="1693350" y="124403"/>
        <a:ext cx="1364655" cy="591899"/>
      </dsp:txXfrm>
    </dsp:sp>
    <dsp:sp modelId="{8D04E4BE-6C4B-457F-80AD-2E73E88729CF}">
      <dsp:nvSpPr>
        <dsp:cNvPr id="0" name=""/>
        <dsp:cNvSpPr/>
      </dsp:nvSpPr>
      <dsp:spPr>
        <a:xfrm>
          <a:off x="3703811" y="563"/>
          <a:ext cx="3409551" cy="374677"/>
        </a:xfrm>
        <a:prstGeom prst="rect">
          <a:avLst/>
        </a:prstGeom>
        <a:solidFill>
          <a:schemeClr val="accent2">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a:t> Breadth First Search (BFS)</a:t>
          </a:r>
        </a:p>
      </dsp:txBody>
      <dsp:txXfrm>
        <a:off x="3703811" y="563"/>
        <a:ext cx="3409551" cy="374677"/>
      </dsp:txXfrm>
    </dsp:sp>
    <dsp:sp modelId="{78147397-01CC-4C4B-9766-1522350A995E}">
      <dsp:nvSpPr>
        <dsp:cNvPr id="0" name=""/>
        <dsp:cNvSpPr/>
      </dsp:nvSpPr>
      <dsp:spPr>
        <a:xfrm>
          <a:off x="3703811" y="492207"/>
          <a:ext cx="3409551" cy="374677"/>
        </a:xfrm>
        <a:prstGeom prst="rect">
          <a:avLst/>
        </a:prstGeom>
        <a:solidFill>
          <a:schemeClr val="accent2">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a:t>Depth First Search (DFS)</a:t>
          </a:r>
        </a:p>
      </dsp:txBody>
      <dsp:txXfrm>
        <a:off x="3703811" y="492207"/>
        <a:ext cx="3409551" cy="374677"/>
      </dsp:txXfrm>
    </dsp:sp>
    <dsp:sp modelId="{D79D08BD-DB0B-48D2-98E1-596D2BBF4B7B}">
      <dsp:nvSpPr>
        <dsp:cNvPr id="0" name=""/>
        <dsp:cNvSpPr/>
      </dsp:nvSpPr>
      <dsp:spPr>
        <a:xfrm>
          <a:off x="1693350" y="2582623"/>
          <a:ext cx="1364655" cy="591899"/>
        </a:xfrm>
        <a:prstGeom prst="rect">
          <a:avLst/>
        </a:prstGeom>
        <a:solidFill>
          <a:srgbClr val="00B0F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dirty="0"/>
            <a:t>Weak Techniques</a:t>
          </a:r>
        </a:p>
      </dsp:txBody>
      <dsp:txXfrm>
        <a:off x="1693350" y="2582623"/>
        <a:ext cx="1364655" cy="591899"/>
      </dsp:txXfrm>
    </dsp:sp>
    <dsp:sp modelId="{31FAF52C-F2EC-4D85-B74C-057F47A2E94E}">
      <dsp:nvSpPr>
        <dsp:cNvPr id="0" name=""/>
        <dsp:cNvSpPr/>
      </dsp:nvSpPr>
      <dsp:spPr>
        <a:xfrm>
          <a:off x="3703811" y="983851"/>
          <a:ext cx="3409551" cy="374677"/>
        </a:xfrm>
        <a:prstGeom prst="rect">
          <a:avLst/>
        </a:prstGeom>
        <a:solidFill>
          <a:schemeClr val="accent5">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a:t>Best-First Search</a:t>
          </a:r>
        </a:p>
      </dsp:txBody>
      <dsp:txXfrm>
        <a:off x="3703811" y="983851"/>
        <a:ext cx="3409551" cy="374677"/>
      </dsp:txXfrm>
    </dsp:sp>
    <dsp:sp modelId="{4FD4E125-973D-4653-B2A9-0A79DB454A9F}">
      <dsp:nvSpPr>
        <dsp:cNvPr id="0" name=""/>
        <dsp:cNvSpPr/>
      </dsp:nvSpPr>
      <dsp:spPr>
        <a:xfrm>
          <a:off x="3703811" y="1475495"/>
          <a:ext cx="3409551" cy="374677"/>
        </a:xfrm>
        <a:prstGeom prst="rect">
          <a:avLst/>
        </a:prstGeom>
        <a:solidFill>
          <a:schemeClr val="accent5">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a:t>A* Search</a:t>
          </a:r>
        </a:p>
      </dsp:txBody>
      <dsp:txXfrm>
        <a:off x="3703811" y="1475495"/>
        <a:ext cx="3409551" cy="374677"/>
      </dsp:txXfrm>
    </dsp:sp>
    <dsp:sp modelId="{75EC77F9-DBB5-4D1D-B8FD-9323513AD359}">
      <dsp:nvSpPr>
        <dsp:cNvPr id="0" name=""/>
        <dsp:cNvSpPr/>
      </dsp:nvSpPr>
      <dsp:spPr>
        <a:xfrm>
          <a:off x="3703811" y="1967139"/>
          <a:ext cx="3409551" cy="374677"/>
        </a:xfrm>
        <a:prstGeom prst="rect">
          <a:avLst/>
        </a:prstGeom>
        <a:solidFill>
          <a:schemeClr val="accent5">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a:t>Bidirectional Search</a:t>
          </a:r>
        </a:p>
      </dsp:txBody>
      <dsp:txXfrm>
        <a:off x="3703811" y="1967139"/>
        <a:ext cx="3409551" cy="374677"/>
      </dsp:txXfrm>
    </dsp:sp>
    <dsp:sp modelId="{1BCE7F61-A1FB-46DA-9EED-566C48D33B00}">
      <dsp:nvSpPr>
        <dsp:cNvPr id="0" name=""/>
        <dsp:cNvSpPr/>
      </dsp:nvSpPr>
      <dsp:spPr>
        <a:xfrm>
          <a:off x="3703811" y="2458783"/>
          <a:ext cx="3409551" cy="374677"/>
        </a:xfrm>
        <a:prstGeom prst="rect">
          <a:avLst/>
        </a:prstGeom>
        <a:solidFill>
          <a:schemeClr val="accent5">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a:t>Tabu Search</a:t>
          </a:r>
        </a:p>
      </dsp:txBody>
      <dsp:txXfrm>
        <a:off x="3703811" y="2458783"/>
        <a:ext cx="3409551" cy="374677"/>
      </dsp:txXfrm>
    </dsp:sp>
    <dsp:sp modelId="{574F9D71-5DEA-4CA0-A9A5-0209441EA980}">
      <dsp:nvSpPr>
        <dsp:cNvPr id="0" name=""/>
        <dsp:cNvSpPr/>
      </dsp:nvSpPr>
      <dsp:spPr>
        <a:xfrm>
          <a:off x="3703811" y="2950427"/>
          <a:ext cx="3409551" cy="374677"/>
        </a:xfrm>
        <a:prstGeom prst="rect">
          <a:avLst/>
        </a:prstGeom>
        <a:solidFill>
          <a:schemeClr val="accent5">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a:t>Beam Search</a:t>
          </a:r>
        </a:p>
      </dsp:txBody>
      <dsp:txXfrm>
        <a:off x="3703811" y="2950427"/>
        <a:ext cx="3409551" cy="374677"/>
      </dsp:txXfrm>
    </dsp:sp>
    <dsp:sp modelId="{8DE65CD2-6624-4A0E-A587-BEC5DCD7B3F4}">
      <dsp:nvSpPr>
        <dsp:cNvPr id="0" name=""/>
        <dsp:cNvSpPr/>
      </dsp:nvSpPr>
      <dsp:spPr>
        <a:xfrm>
          <a:off x="3703811" y="3442071"/>
          <a:ext cx="3409551" cy="374677"/>
        </a:xfrm>
        <a:prstGeom prst="rect">
          <a:avLst/>
        </a:prstGeom>
        <a:solidFill>
          <a:schemeClr val="accent5">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a:t>Simulated Annealing</a:t>
          </a:r>
        </a:p>
      </dsp:txBody>
      <dsp:txXfrm>
        <a:off x="3703811" y="3442071"/>
        <a:ext cx="3409551" cy="374677"/>
      </dsp:txXfrm>
    </dsp:sp>
    <dsp:sp modelId="{32458F58-41C9-403E-B76D-513C05767858}">
      <dsp:nvSpPr>
        <dsp:cNvPr id="0" name=""/>
        <dsp:cNvSpPr/>
      </dsp:nvSpPr>
      <dsp:spPr>
        <a:xfrm>
          <a:off x="3703811" y="3933714"/>
          <a:ext cx="3409551" cy="374677"/>
        </a:xfrm>
        <a:prstGeom prst="rect">
          <a:avLst/>
        </a:prstGeom>
        <a:solidFill>
          <a:schemeClr val="accent5">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a:t>Hill Climbing</a:t>
          </a:r>
        </a:p>
      </dsp:txBody>
      <dsp:txXfrm>
        <a:off x="3703811" y="3933714"/>
        <a:ext cx="3409551" cy="374677"/>
      </dsp:txXfrm>
    </dsp:sp>
    <dsp:sp modelId="{C6647AB8-A97D-43B6-867B-B6C0DFBAD8B0}">
      <dsp:nvSpPr>
        <dsp:cNvPr id="0" name=""/>
        <dsp:cNvSpPr/>
      </dsp:nvSpPr>
      <dsp:spPr>
        <a:xfrm>
          <a:off x="3703811" y="4425358"/>
          <a:ext cx="3409551" cy="374677"/>
        </a:xfrm>
        <a:prstGeom prst="rect">
          <a:avLst/>
        </a:prstGeom>
        <a:solidFill>
          <a:schemeClr val="accent5">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a:t>Constraint Satisfaction Problems</a:t>
          </a:r>
        </a:p>
      </dsp:txBody>
      <dsp:txXfrm>
        <a:off x="3703811" y="4425358"/>
        <a:ext cx="3409551" cy="37467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3CC960-2F4A-4340-BECF-381EB1E69979}">
      <dsp:nvSpPr>
        <dsp:cNvPr id="0" name=""/>
        <dsp:cNvSpPr/>
      </dsp:nvSpPr>
      <dsp:spPr>
        <a:xfrm>
          <a:off x="1071" y="280766"/>
          <a:ext cx="4044096" cy="489600"/>
        </a:xfrm>
        <a:prstGeom prst="rect">
          <a:avLst/>
        </a:prstGeom>
        <a:solidFill>
          <a:schemeClr val="accent4">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lvl="0" algn="ctr" defTabSz="755650">
            <a:lnSpc>
              <a:spcPct val="90000"/>
            </a:lnSpc>
            <a:spcBef>
              <a:spcPct val="0"/>
            </a:spcBef>
            <a:spcAft>
              <a:spcPct val="35000"/>
            </a:spcAft>
          </a:pPr>
          <a:r>
            <a:rPr lang="en-US" sz="1700" kern="1200" dirty="0"/>
            <a:t>Direct Heuristic Search Techniques </a:t>
          </a:r>
        </a:p>
      </dsp:txBody>
      <dsp:txXfrm>
        <a:off x="1071" y="280766"/>
        <a:ext cx="4044096" cy="489600"/>
      </dsp:txXfrm>
    </dsp:sp>
    <dsp:sp modelId="{7C71EDA8-23AF-4F1F-9007-38319E5F0384}">
      <dsp:nvSpPr>
        <dsp:cNvPr id="0" name=""/>
        <dsp:cNvSpPr/>
      </dsp:nvSpPr>
      <dsp:spPr>
        <a:xfrm>
          <a:off x="1071" y="770366"/>
          <a:ext cx="4044096" cy="3444667"/>
        </a:xfrm>
        <a:prstGeom prst="rect">
          <a:avLst/>
        </a:prstGeom>
        <a:solidFill>
          <a:schemeClr val="accent4">
            <a:tint val="40000"/>
            <a:alpha val="90000"/>
            <a:hueOff val="0"/>
            <a:satOff val="0"/>
            <a:lumOff val="0"/>
            <a:alphaOff val="0"/>
          </a:schemeClr>
        </a:solidFill>
        <a:ln w="2540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dirty="0"/>
            <a:t>Other names for these are Brute Force Search, Blind Search, Uninformed Search, and Blind Control Strategy. </a:t>
          </a:r>
        </a:p>
        <a:p>
          <a:pPr marL="171450" lvl="1" indent="-171450" algn="l" defTabSz="755650">
            <a:lnSpc>
              <a:spcPct val="90000"/>
            </a:lnSpc>
            <a:spcBef>
              <a:spcPct val="0"/>
            </a:spcBef>
            <a:spcAft>
              <a:spcPct val="15000"/>
            </a:spcAft>
            <a:buChar char="••"/>
          </a:pPr>
          <a:r>
            <a:rPr lang="en-US" sz="1700" kern="1200" dirty="0"/>
            <a:t>These aren’t always possible since they demand much time or memory. They search the entire state space for a solution and use an arbitrary ordering of operations.</a:t>
          </a:r>
        </a:p>
        <a:p>
          <a:pPr marL="171450" lvl="1" indent="-171450" algn="l" defTabSz="755650">
            <a:lnSpc>
              <a:spcPct val="90000"/>
            </a:lnSpc>
            <a:spcBef>
              <a:spcPct val="0"/>
            </a:spcBef>
            <a:spcAft>
              <a:spcPct val="15000"/>
            </a:spcAft>
            <a:buChar char="••"/>
          </a:pPr>
          <a:r>
            <a:rPr lang="en-US" sz="1700" kern="1200" dirty="0"/>
            <a:t> Examples of these are Breadth First Search (BFS) and Depth First Search (DFS).</a:t>
          </a:r>
        </a:p>
      </dsp:txBody>
      <dsp:txXfrm>
        <a:off x="1071" y="770366"/>
        <a:ext cx="4044096" cy="3444667"/>
      </dsp:txXfrm>
    </dsp:sp>
    <dsp:sp modelId="{D808794E-E9E4-4E9F-9106-F7458F4D029B}">
      <dsp:nvSpPr>
        <dsp:cNvPr id="0" name=""/>
        <dsp:cNvSpPr/>
      </dsp:nvSpPr>
      <dsp:spPr>
        <a:xfrm>
          <a:off x="4584361" y="280766"/>
          <a:ext cx="4101366" cy="489600"/>
        </a:xfrm>
        <a:prstGeom prst="rect">
          <a:avLst/>
        </a:prstGeom>
        <a:solidFill>
          <a:schemeClr val="accent4">
            <a:hueOff val="-4464770"/>
            <a:satOff val="26899"/>
            <a:lumOff val="2156"/>
            <a:alphaOff val="0"/>
          </a:schemeClr>
        </a:solidFill>
        <a:ln w="25400" cap="flat" cmpd="sng" algn="ctr">
          <a:solidFill>
            <a:schemeClr val="accent4">
              <a:hueOff val="-4464770"/>
              <a:satOff val="26899"/>
              <a:lumOff val="2156"/>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lvl="0" algn="ctr" defTabSz="755650">
            <a:lnSpc>
              <a:spcPct val="90000"/>
            </a:lnSpc>
            <a:spcBef>
              <a:spcPct val="0"/>
            </a:spcBef>
            <a:spcAft>
              <a:spcPct val="35000"/>
            </a:spcAft>
          </a:pPr>
          <a:r>
            <a:rPr lang="en-US" sz="1700" kern="1200" dirty="0"/>
            <a:t>Weak Heuristic Search Techniques </a:t>
          </a:r>
        </a:p>
      </dsp:txBody>
      <dsp:txXfrm>
        <a:off x="4584361" y="280766"/>
        <a:ext cx="4101366" cy="489600"/>
      </dsp:txXfrm>
    </dsp:sp>
    <dsp:sp modelId="{3CD26E65-E7AA-46DB-AF69-FB4008A6043C}">
      <dsp:nvSpPr>
        <dsp:cNvPr id="0" name=""/>
        <dsp:cNvSpPr/>
      </dsp:nvSpPr>
      <dsp:spPr>
        <a:xfrm>
          <a:off x="4584361" y="770366"/>
          <a:ext cx="4101366" cy="3444667"/>
        </a:xfrm>
        <a:prstGeom prst="rect">
          <a:avLst/>
        </a:prstGeom>
        <a:solidFill>
          <a:schemeClr val="accent4">
            <a:tint val="40000"/>
            <a:alpha val="90000"/>
            <a:hueOff val="-3945710"/>
            <a:satOff val="22157"/>
            <a:lumOff val="1408"/>
            <a:alphaOff val="0"/>
          </a:schemeClr>
        </a:solidFill>
        <a:ln w="25400" cap="flat" cmpd="sng" algn="ctr">
          <a:solidFill>
            <a:schemeClr val="accent4">
              <a:tint val="40000"/>
              <a:alpha val="90000"/>
              <a:hueOff val="-3945710"/>
              <a:satOff val="22157"/>
              <a:lumOff val="140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dirty="0"/>
            <a:t>Other names for these are Informed Search, Heuristic Search, and Heuristic Control Strategy</a:t>
          </a:r>
        </a:p>
        <a:p>
          <a:pPr marL="171450" lvl="1" indent="-171450" algn="l" defTabSz="755650">
            <a:lnSpc>
              <a:spcPct val="90000"/>
            </a:lnSpc>
            <a:spcBef>
              <a:spcPct val="0"/>
            </a:spcBef>
            <a:spcAft>
              <a:spcPct val="15000"/>
            </a:spcAft>
            <a:buChar char="••"/>
          </a:pPr>
          <a:r>
            <a:rPr lang="en-US" sz="1700" kern="1200" dirty="0"/>
            <a:t>These are effective if applied correctly to the right types of tasks and usually demand domain-specific information. </a:t>
          </a:r>
        </a:p>
        <a:p>
          <a:pPr marL="171450" lvl="1" indent="-171450" algn="l" defTabSz="755650">
            <a:lnSpc>
              <a:spcPct val="90000"/>
            </a:lnSpc>
            <a:spcBef>
              <a:spcPct val="0"/>
            </a:spcBef>
            <a:spcAft>
              <a:spcPct val="15000"/>
            </a:spcAft>
            <a:buChar char="••"/>
          </a:pPr>
          <a:r>
            <a:rPr lang="en-US" sz="1700" kern="1200" dirty="0"/>
            <a:t>This extra information is needed to compute preference among child nodes to explore and expand. Each node has a heuristic function associated with it. </a:t>
          </a:r>
        </a:p>
        <a:p>
          <a:pPr marL="171450" lvl="1" indent="-171450" algn="l" defTabSz="755650">
            <a:lnSpc>
              <a:spcPct val="90000"/>
            </a:lnSpc>
            <a:spcBef>
              <a:spcPct val="0"/>
            </a:spcBef>
            <a:spcAft>
              <a:spcPct val="15000"/>
            </a:spcAft>
            <a:buChar char="••"/>
          </a:pPr>
          <a:r>
            <a:rPr lang="en-US" sz="1700" kern="1200" dirty="0"/>
            <a:t>Examples are Best First Search (BFS) and A*.</a:t>
          </a:r>
        </a:p>
      </dsp:txBody>
      <dsp:txXfrm>
        <a:off x="4584361" y="770366"/>
        <a:ext cx="4101366" cy="344466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A051A1-84F6-4121-97F9-D8727151DDB9}">
      <dsp:nvSpPr>
        <dsp:cNvPr id="0" name=""/>
        <dsp:cNvSpPr/>
      </dsp:nvSpPr>
      <dsp:spPr>
        <a:xfrm>
          <a:off x="5039" y="358730"/>
          <a:ext cx="1652327" cy="6626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50800" rIns="142240" bIns="50800" numCol="1" spcCol="1270" anchor="ctr" anchorCtr="0">
          <a:noAutofit/>
        </a:bodyPr>
        <a:lstStyle/>
        <a:p>
          <a:pPr lvl="0" algn="r" defTabSz="889000">
            <a:lnSpc>
              <a:spcPct val="90000"/>
            </a:lnSpc>
            <a:spcBef>
              <a:spcPct val="0"/>
            </a:spcBef>
            <a:spcAft>
              <a:spcPct val="35000"/>
            </a:spcAft>
          </a:pPr>
          <a:r>
            <a:rPr lang="en-US" sz="2000" b="1" kern="1200" dirty="0">
              <a:latin typeface="+mn-lt"/>
            </a:rPr>
            <a:t>Simple Hill climbing</a:t>
          </a:r>
          <a:endParaRPr lang="en-US" sz="2000" kern="1200" dirty="0">
            <a:latin typeface="+mn-lt"/>
          </a:endParaRPr>
        </a:p>
      </dsp:txBody>
      <dsp:txXfrm>
        <a:off x="5039" y="358730"/>
        <a:ext cx="1652327" cy="662681"/>
      </dsp:txXfrm>
    </dsp:sp>
    <dsp:sp modelId="{34BD89E2-6E28-46B4-BE0D-35E5E201AD8C}">
      <dsp:nvSpPr>
        <dsp:cNvPr id="0" name=""/>
        <dsp:cNvSpPr/>
      </dsp:nvSpPr>
      <dsp:spPr>
        <a:xfrm>
          <a:off x="1657366" y="37744"/>
          <a:ext cx="330465" cy="1304653"/>
        </a:xfrm>
        <a:prstGeom prst="leftBrace">
          <a:avLst>
            <a:gd name="adj1" fmla="val 35000"/>
            <a:gd name="adj2" fmla="val 50000"/>
          </a:avLst>
        </a:prstGeom>
        <a:noFill/>
        <a:ln w="25400" cap="flat" cmpd="sng" algn="ctr">
          <a:solidFill>
            <a:schemeClr val="tx1"/>
          </a:solidFill>
          <a:prstDash val="solid"/>
        </a:ln>
        <a:effectLst/>
      </dsp:spPr>
      <dsp:style>
        <a:lnRef idx="2">
          <a:scrgbClr r="0" g="0" b="0"/>
        </a:lnRef>
        <a:fillRef idx="0">
          <a:scrgbClr r="0" g="0" b="0"/>
        </a:fillRef>
        <a:effectRef idx="0">
          <a:scrgbClr r="0" g="0" b="0"/>
        </a:effectRef>
        <a:fontRef idx="minor"/>
      </dsp:style>
    </dsp:sp>
    <dsp:sp modelId="{BC8B3959-FEAA-45CC-A539-1DA99FB749AF}">
      <dsp:nvSpPr>
        <dsp:cNvPr id="0" name=""/>
        <dsp:cNvSpPr/>
      </dsp:nvSpPr>
      <dsp:spPr>
        <a:xfrm>
          <a:off x="2120018" y="37744"/>
          <a:ext cx="6485542" cy="1304653"/>
        </a:xfrm>
        <a:prstGeom prst="rect">
          <a:avLst/>
        </a:prstGeom>
        <a:solidFill>
          <a:srgbClr val="C0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228600" lvl="1" indent="-228600" algn="l" defTabSz="933450">
            <a:lnSpc>
              <a:spcPct val="90000"/>
            </a:lnSpc>
            <a:spcBef>
              <a:spcPct val="0"/>
            </a:spcBef>
            <a:spcAft>
              <a:spcPct val="15000"/>
            </a:spcAft>
            <a:buChar char="••"/>
          </a:pPr>
          <a:r>
            <a:rPr lang="en-US" sz="2100" kern="1200" dirty="0">
              <a:latin typeface="Papyrus" panose="03070502060502030205" pitchFamily="66" charset="0"/>
            </a:rPr>
            <a:t>It examines the neighboring nodes one by one and selects the first neighboring node which optimizes the current cost as next node.</a:t>
          </a:r>
        </a:p>
      </dsp:txBody>
      <dsp:txXfrm>
        <a:off x="2120018" y="37744"/>
        <a:ext cx="6485542" cy="1304653"/>
      </dsp:txXfrm>
    </dsp:sp>
    <dsp:sp modelId="{45AFA48C-6286-43FB-86C4-75451DED830A}">
      <dsp:nvSpPr>
        <dsp:cNvPr id="0" name=""/>
        <dsp:cNvSpPr/>
      </dsp:nvSpPr>
      <dsp:spPr>
        <a:xfrm>
          <a:off x="5039" y="1417997"/>
          <a:ext cx="1652327" cy="9615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50800" rIns="142240" bIns="50800" numCol="1" spcCol="1270" anchor="ctr" anchorCtr="0">
          <a:noAutofit/>
        </a:bodyPr>
        <a:lstStyle/>
        <a:p>
          <a:pPr lvl="0" algn="r" defTabSz="889000">
            <a:lnSpc>
              <a:spcPct val="90000"/>
            </a:lnSpc>
            <a:spcBef>
              <a:spcPct val="0"/>
            </a:spcBef>
            <a:spcAft>
              <a:spcPct val="35000"/>
            </a:spcAft>
          </a:pPr>
          <a:r>
            <a:rPr lang="en-US" sz="2000" b="1" kern="1200" dirty="0">
              <a:latin typeface="+mn-lt"/>
            </a:rPr>
            <a:t>Steepest-Ascent Hill climbing</a:t>
          </a:r>
          <a:endParaRPr lang="en-US" sz="2000" kern="1200" dirty="0">
            <a:latin typeface="+mn-lt"/>
          </a:endParaRPr>
        </a:p>
      </dsp:txBody>
      <dsp:txXfrm>
        <a:off x="5039" y="1417997"/>
        <a:ext cx="1652327" cy="961537"/>
      </dsp:txXfrm>
    </dsp:sp>
    <dsp:sp modelId="{BA153E60-5C87-4E1B-BB1E-AD75F31DB710}">
      <dsp:nvSpPr>
        <dsp:cNvPr id="0" name=""/>
        <dsp:cNvSpPr/>
      </dsp:nvSpPr>
      <dsp:spPr>
        <a:xfrm>
          <a:off x="1657366" y="1417997"/>
          <a:ext cx="330465" cy="961537"/>
        </a:xfrm>
        <a:prstGeom prst="leftBrace">
          <a:avLst>
            <a:gd name="adj1" fmla="val 35000"/>
            <a:gd name="adj2" fmla="val 50000"/>
          </a:avLst>
        </a:prstGeom>
        <a:noFill/>
        <a:ln w="25400" cap="flat" cmpd="sng" algn="ctr">
          <a:solidFill>
            <a:schemeClr val="tx1"/>
          </a:solidFill>
          <a:prstDash val="solid"/>
        </a:ln>
        <a:effectLst/>
      </dsp:spPr>
      <dsp:style>
        <a:lnRef idx="2">
          <a:scrgbClr r="0" g="0" b="0"/>
        </a:lnRef>
        <a:fillRef idx="0">
          <a:scrgbClr r="0" g="0" b="0"/>
        </a:fillRef>
        <a:effectRef idx="0">
          <a:scrgbClr r="0" g="0" b="0"/>
        </a:effectRef>
        <a:fontRef idx="minor"/>
      </dsp:style>
    </dsp:sp>
    <dsp:sp modelId="{2808F995-3D59-40D7-9CF6-B930FAEFB771}">
      <dsp:nvSpPr>
        <dsp:cNvPr id="0" name=""/>
        <dsp:cNvSpPr/>
      </dsp:nvSpPr>
      <dsp:spPr>
        <a:xfrm>
          <a:off x="2120018" y="1417997"/>
          <a:ext cx="6485542" cy="961537"/>
        </a:xfrm>
        <a:prstGeom prst="rect">
          <a:avLst/>
        </a:prstGeom>
        <a:solidFill>
          <a:srgbClr val="358BA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228600" lvl="1" indent="-228600" algn="l" defTabSz="933450">
            <a:lnSpc>
              <a:spcPct val="90000"/>
            </a:lnSpc>
            <a:spcBef>
              <a:spcPct val="0"/>
            </a:spcBef>
            <a:spcAft>
              <a:spcPct val="15000"/>
            </a:spcAft>
            <a:buChar char="••"/>
          </a:pPr>
          <a:r>
            <a:rPr lang="en-US" sz="2100" kern="1200" dirty="0">
              <a:latin typeface="Perpetua" panose="02020502060401020303" pitchFamily="18" charset="0"/>
            </a:rPr>
            <a:t>It first examines all the neighboring nodes and then selects the node closest to the solution state as of next node.</a:t>
          </a:r>
        </a:p>
      </dsp:txBody>
      <dsp:txXfrm>
        <a:off x="2120018" y="1417997"/>
        <a:ext cx="6485542" cy="961537"/>
      </dsp:txXfrm>
    </dsp:sp>
    <dsp:sp modelId="{79D47BD9-8271-4086-9FBB-A8DA1D338A34}">
      <dsp:nvSpPr>
        <dsp:cNvPr id="0" name=""/>
        <dsp:cNvSpPr/>
      </dsp:nvSpPr>
      <dsp:spPr>
        <a:xfrm>
          <a:off x="5039" y="2972854"/>
          <a:ext cx="1652327" cy="6626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50800" rIns="142240" bIns="50800" numCol="1" spcCol="1270" anchor="ctr" anchorCtr="0">
          <a:noAutofit/>
        </a:bodyPr>
        <a:lstStyle/>
        <a:p>
          <a:pPr lvl="0" algn="r" defTabSz="889000">
            <a:lnSpc>
              <a:spcPct val="90000"/>
            </a:lnSpc>
            <a:spcBef>
              <a:spcPct val="0"/>
            </a:spcBef>
            <a:spcAft>
              <a:spcPct val="35000"/>
            </a:spcAft>
          </a:pPr>
          <a:r>
            <a:rPr lang="en-US" sz="2000" b="1" kern="1200" dirty="0">
              <a:latin typeface="+mn-lt"/>
            </a:rPr>
            <a:t>Stochastic hill climbing</a:t>
          </a:r>
          <a:endParaRPr lang="en-US" sz="2000" kern="1200" dirty="0">
            <a:latin typeface="+mn-lt"/>
          </a:endParaRPr>
        </a:p>
      </dsp:txBody>
      <dsp:txXfrm>
        <a:off x="5039" y="2972854"/>
        <a:ext cx="1652327" cy="662681"/>
      </dsp:txXfrm>
    </dsp:sp>
    <dsp:sp modelId="{B6367AAC-ADAB-438A-879F-38CF0BF61E1A}">
      <dsp:nvSpPr>
        <dsp:cNvPr id="0" name=""/>
        <dsp:cNvSpPr/>
      </dsp:nvSpPr>
      <dsp:spPr>
        <a:xfrm>
          <a:off x="1657366" y="2455135"/>
          <a:ext cx="330465" cy="1698120"/>
        </a:xfrm>
        <a:prstGeom prst="leftBrace">
          <a:avLst>
            <a:gd name="adj1" fmla="val 35000"/>
            <a:gd name="adj2" fmla="val 50000"/>
          </a:avLst>
        </a:prstGeom>
        <a:noFill/>
        <a:ln w="25400" cap="flat" cmpd="sng" algn="ctr">
          <a:solidFill>
            <a:schemeClr val="tx1"/>
          </a:solidFill>
          <a:prstDash val="solid"/>
        </a:ln>
        <a:effectLst/>
      </dsp:spPr>
      <dsp:style>
        <a:lnRef idx="2">
          <a:scrgbClr r="0" g="0" b="0"/>
        </a:lnRef>
        <a:fillRef idx="0">
          <a:scrgbClr r="0" g="0" b="0"/>
        </a:fillRef>
        <a:effectRef idx="0">
          <a:scrgbClr r="0" g="0" b="0"/>
        </a:effectRef>
        <a:fontRef idx="minor"/>
      </dsp:style>
    </dsp:sp>
    <dsp:sp modelId="{507372E9-D8F8-4C0D-A62B-ADEAD496170C}">
      <dsp:nvSpPr>
        <dsp:cNvPr id="0" name=""/>
        <dsp:cNvSpPr/>
      </dsp:nvSpPr>
      <dsp:spPr>
        <a:xfrm>
          <a:off x="2120018" y="2455135"/>
          <a:ext cx="6485542" cy="1698120"/>
        </a:xfrm>
        <a:prstGeom prst="rect">
          <a:avLst/>
        </a:prstGeom>
        <a:solidFill>
          <a:schemeClr val="accent4">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228600" lvl="1" indent="-228600" algn="l" defTabSz="933450">
            <a:lnSpc>
              <a:spcPct val="90000"/>
            </a:lnSpc>
            <a:spcBef>
              <a:spcPct val="0"/>
            </a:spcBef>
            <a:spcAft>
              <a:spcPct val="15000"/>
            </a:spcAft>
            <a:buChar char="••"/>
          </a:pPr>
          <a:r>
            <a:rPr lang="en-US" sz="2100" b="1" kern="1200" dirty="0">
              <a:latin typeface="Roboto" pitchFamily="2" charset="0"/>
            </a:rPr>
            <a:t> </a:t>
          </a:r>
          <a:r>
            <a:rPr lang="en-US" sz="2100" kern="1200" dirty="0">
              <a:latin typeface="Perpetua" panose="02020502060401020303" pitchFamily="18" charset="0"/>
            </a:rPr>
            <a:t>It does not examine all the neighboring nodes before deciding which node to select .It just selects a neighboring node at random and decides (based on the amount of improvement in that neighbor) whether to move to that neighbor or to examine another.</a:t>
          </a:r>
        </a:p>
      </dsp:txBody>
      <dsp:txXfrm>
        <a:off x="2120018" y="2455135"/>
        <a:ext cx="6485542" cy="169812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C59B3C-8FF1-4F47-87A0-9D2820F68BBD}">
      <dsp:nvSpPr>
        <dsp:cNvPr id="0" name=""/>
        <dsp:cNvSpPr/>
      </dsp:nvSpPr>
      <dsp:spPr>
        <a:xfrm>
          <a:off x="4129" y="687000"/>
          <a:ext cx="2111994" cy="396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50800" rIns="142240" bIns="50800" numCol="1" spcCol="1270" anchor="ctr" anchorCtr="0">
          <a:noAutofit/>
        </a:bodyPr>
        <a:lstStyle/>
        <a:p>
          <a:pPr lvl="0" algn="r" defTabSz="889000">
            <a:lnSpc>
              <a:spcPct val="90000"/>
            </a:lnSpc>
            <a:spcBef>
              <a:spcPct val="0"/>
            </a:spcBef>
            <a:spcAft>
              <a:spcPct val="35000"/>
            </a:spcAft>
          </a:pPr>
          <a:r>
            <a:rPr lang="en-US" sz="2000" kern="1200" dirty="0"/>
            <a:t>Local Maximum</a:t>
          </a:r>
        </a:p>
      </dsp:txBody>
      <dsp:txXfrm>
        <a:off x="4129" y="687000"/>
        <a:ext cx="2111994" cy="396000"/>
      </dsp:txXfrm>
    </dsp:sp>
    <dsp:sp modelId="{500A0FAC-6022-4F13-8F90-00A3D5EB2C89}">
      <dsp:nvSpPr>
        <dsp:cNvPr id="0" name=""/>
        <dsp:cNvSpPr/>
      </dsp:nvSpPr>
      <dsp:spPr>
        <a:xfrm>
          <a:off x="2116123" y="105375"/>
          <a:ext cx="422398" cy="1559250"/>
        </a:xfrm>
        <a:prstGeom prst="leftBrace">
          <a:avLst>
            <a:gd name="adj1" fmla="val 35000"/>
            <a:gd name="adj2" fmla="val 50000"/>
          </a:avLst>
        </a:prstGeom>
        <a:noFill/>
        <a:ln w="25400" cap="flat" cmpd="sng" algn="ctr">
          <a:solidFill>
            <a:schemeClr val="tx1"/>
          </a:solidFill>
          <a:prstDash val="solid"/>
        </a:ln>
        <a:effectLst/>
      </dsp:spPr>
      <dsp:style>
        <a:lnRef idx="2">
          <a:scrgbClr r="0" g="0" b="0"/>
        </a:lnRef>
        <a:fillRef idx="0">
          <a:scrgbClr r="0" g="0" b="0"/>
        </a:fillRef>
        <a:effectRef idx="0">
          <a:scrgbClr r="0" g="0" b="0"/>
        </a:effectRef>
        <a:fontRef idx="minor"/>
      </dsp:style>
    </dsp:sp>
    <dsp:sp modelId="{18C3A45D-3D3A-40D1-8491-3A54CA102C31}">
      <dsp:nvSpPr>
        <dsp:cNvPr id="0" name=""/>
        <dsp:cNvSpPr/>
      </dsp:nvSpPr>
      <dsp:spPr>
        <a:xfrm>
          <a:off x="2707481" y="105375"/>
          <a:ext cx="5744625" cy="1559250"/>
        </a:xfrm>
        <a:prstGeom prst="rect">
          <a:avLst/>
        </a:prstGeom>
        <a:solidFill>
          <a:schemeClr val="accent4">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All neighboring states have values worse than the current. The greedy approach means we won’t be moving to a worse state. This terminates the process even though there may have been a better solution. As a workaround, we use backtracking.</a:t>
          </a:r>
        </a:p>
      </dsp:txBody>
      <dsp:txXfrm>
        <a:off x="2707481" y="105375"/>
        <a:ext cx="5744625" cy="1559250"/>
      </dsp:txXfrm>
    </dsp:sp>
    <dsp:sp modelId="{168E289F-3EAB-4437-B94A-5DF8F00F2DD8}">
      <dsp:nvSpPr>
        <dsp:cNvPr id="0" name=""/>
        <dsp:cNvSpPr/>
      </dsp:nvSpPr>
      <dsp:spPr>
        <a:xfrm>
          <a:off x="4129" y="2033625"/>
          <a:ext cx="2111994" cy="396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50800" rIns="142240" bIns="50800" numCol="1" spcCol="1270" anchor="ctr" anchorCtr="0">
          <a:noAutofit/>
        </a:bodyPr>
        <a:lstStyle/>
        <a:p>
          <a:pPr lvl="0" algn="r" defTabSz="889000">
            <a:lnSpc>
              <a:spcPct val="90000"/>
            </a:lnSpc>
            <a:spcBef>
              <a:spcPct val="0"/>
            </a:spcBef>
            <a:spcAft>
              <a:spcPct val="35000"/>
            </a:spcAft>
          </a:pPr>
          <a:r>
            <a:rPr lang="en-US" sz="2000" kern="1200" dirty="0"/>
            <a:t>Plateau</a:t>
          </a:r>
        </a:p>
      </dsp:txBody>
      <dsp:txXfrm>
        <a:off x="4129" y="2033625"/>
        <a:ext cx="2111994" cy="396000"/>
      </dsp:txXfrm>
    </dsp:sp>
    <dsp:sp modelId="{E63C813A-443F-41C2-88DD-19CB85C9B7A7}">
      <dsp:nvSpPr>
        <dsp:cNvPr id="0" name=""/>
        <dsp:cNvSpPr/>
      </dsp:nvSpPr>
      <dsp:spPr>
        <a:xfrm>
          <a:off x="2116123" y="1736625"/>
          <a:ext cx="422398" cy="990000"/>
        </a:xfrm>
        <a:prstGeom prst="leftBrace">
          <a:avLst>
            <a:gd name="adj1" fmla="val 35000"/>
            <a:gd name="adj2" fmla="val 50000"/>
          </a:avLst>
        </a:prstGeom>
        <a:noFill/>
        <a:ln w="25400" cap="flat" cmpd="sng" algn="ctr">
          <a:solidFill>
            <a:schemeClr val="tx1"/>
          </a:solidFill>
          <a:prstDash val="solid"/>
        </a:ln>
        <a:effectLst/>
      </dsp:spPr>
      <dsp:style>
        <a:lnRef idx="2">
          <a:scrgbClr r="0" g="0" b="0"/>
        </a:lnRef>
        <a:fillRef idx="0">
          <a:scrgbClr r="0" g="0" b="0"/>
        </a:fillRef>
        <a:effectRef idx="0">
          <a:scrgbClr r="0" g="0" b="0"/>
        </a:effectRef>
        <a:fontRef idx="minor"/>
      </dsp:style>
    </dsp:sp>
    <dsp:sp modelId="{AD4F8E2F-A1FB-4A2A-85F2-B4D42EAC71C3}">
      <dsp:nvSpPr>
        <dsp:cNvPr id="0" name=""/>
        <dsp:cNvSpPr/>
      </dsp:nvSpPr>
      <dsp:spPr>
        <a:xfrm>
          <a:off x="2707481" y="1736625"/>
          <a:ext cx="5744625" cy="990000"/>
        </a:xfrm>
        <a:prstGeom prst="rect">
          <a:avLst/>
        </a:prstGeom>
        <a:solidFill>
          <a:srgbClr val="C0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All neighbors to it have the same value. This makes it impossible to choose a direction. To avoid this, we randomly make a big jump.</a:t>
          </a:r>
        </a:p>
      </dsp:txBody>
      <dsp:txXfrm>
        <a:off x="2707481" y="1736625"/>
        <a:ext cx="5744625" cy="990000"/>
      </dsp:txXfrm>
    </dsp:sp>
    <dsp:sp modelId="{118385A8-F5DB-4487-9C6E-7709839748DA}">
      <dsp:nvSpPr>
        <dsp:cNvPr id="0" name=""/>
        <dsp:cNvSpPr/>
      </dsp:nvSpPr>
      <dsp:spPr>
        <a:xfrm>
          <a:off x="4129" y="3244125"/>
          <a:ext cx="2111994" cy="396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50800" rIns="142240" bIns="50800" numCol="1" spcCol="1270" anchor="ctr" anchorCtr="0">
          <a:noAutofit/>
        </a:bodyPr>
        <a:lstStyle/>
        <a:p>
          <a:pPr lvl="0" algn="r" defTabSz="889000">
            <a:lnSpc>
              <a:spcPct val="90000"/>
            </a:lnSpc>
            <a:spcBef>
              <a:spcPct val="0"/>
            </a:spcBef>
            <a:spcAft>
              <a:spcPct val="35000"/>
            </a:spcAft>
          </a:pPr>
          <a:r>
            <a:rPr lang="en-US" sz="2000" kern="1200" dirty="0"/>
            <a:t>Ridge</a:t>
          </a:r>
        </a:p>
      </dsp:txBody>
      <dsp:txXfrm>
        <a:off x="4129" y="3244125"/>
        <a:ext cx="2111994" cy="396000"/>
      </dsp:txXfrm>
    </dsp:sp>
    <dsp:sp modelId="{A07B6779-9599-4BD9-8BF6-159EA16511B2}">
      <dsp:nvSpPr>
        <dsp:cNvPr id="0" name=""/>
        <dsp:cNvSpPr/>
      </dsp:nvSpPr>
      <dsp:spPr>
        <a:xfrm>
          <a:off x="2116123" y="2798625"/>
          <a:ext cx="422398" cy="1287000"/>
        </a:xfrm>
        <a:prstGeom prst="leftBrace">
          <a:avLst>
            <a:gd name="adj1" fmla="val 35000"/>
            <a:gd name="adj2" fmla="val 50000"/>
          </a:avLst>
        </a:prstGeom>
        <a:noFill/>
        <a:ln w="25400" cap="flat" cmpd="sng" algn="ctr">
          <a:solidFill>
            <a:schemeClr val="tx1"/>
          </a:solidFill>
          <a:prstDash val="solid"/>
        </a:ln>
        <a:effectLst/>
      </dsp:spPr>
      <dsp:style>
        <a:lnRef idx="2">
          <a:scrgbClr r="0" g="0" b="0"/>
        </a:lnRef>
        <a:fillRef idx="0">
          <a:scrgbClr r="0" g="0" b="0"/>
        </a:fillRef>
        <a:effectRef idx="0">
          <a:scrgbClr r="0" g="0" b="0"/>
        </a:effectRef>
        <a:fontRef idx="minor"/>
      </dsp:style>
    </dsp:sp>
    <dsp:sp modelId="{0F39EB14-E65F-4AB4-A893-54C8AF0F80C0}">
      <dsp:nvSpPr>
        <dsp:cNvPr id="0" name=""/>
        <dsp:cNvSpPr/>
      </dsp:nvSpPr>
      <dsp:spPr>
        <a:xfrm>
          <a:off x="2707481" y="2798625"/>
          <a:ext cx="5744625" cy="1287000"/>
        </a:xfrm>
        <a:prstGeom prst="rect">
          <a:avLst/>
        </a:prstGeom>
        <a:solidFill>
          <a:srgbClr val="3898B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At a ridge, movement in all possible directions is downward. This makes it look like a peak and terminates the process. To avoid this, we may use two or more rules before testing.</a:t>
          </a:r>
        </a:p>
      </dsp:txBody>
      <dsp:txXfrm>
        <a:off x="2707481" y="2798625"/>
        <a:ext cx="5744625" cy="1287000"/>
      </dsp:txXfrm>
    </dsp:sp>
  </dsp:spTree>
</dsp:drawing>
</file>

<file path=ppt/diagrams/layout1.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layout4.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BED72AD-98F2-48AA-9584-1CD8673FAED1}" type="datetimeFigureOut">
              <a:rPr lang="en-US" smtClean="0"/>
              <a:pPr/>
              <a:t>10/25/2019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818F6A6-5BDF-41D7-9B84-3DCB4D0C04F4}" type="slidenum">
              <a:rPr lang="en-US" smtClean="0"/>
              <a:pPr/>
              <a:t>‹#›</a:t>
            </a:fld>
            <a:endParaRPr lang="en-US"/>
          </a:p>
        </p:txBody>
      </p:sp>
    </p:spTree>
    <p:extLst>
      <p:ext uri="{BB962C8B-B14F-4D97-AF65-F5344CB8AC3E}">
        <p14:creationId xmlns:p14="http://schemas.microsoft.com/office/powerpoint/2010/main" val="33873003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sciencedirect.com/book/9780123725127/heuristic-search#book-description" TargetMode="External"/><Relationship Id="rId2" Type="http://schemas.openxmlformats.org/officeDocument/2006/relationships/slide" Target="../slides/slide1.xml"/><Relationship Id="rId1" Type="http://schemas.openxmlformats.org/officeDocument/2006/relationships/notesMaster" Target="../notesMasters/notesMaster1.xml"/><Relationship Id="rId4" Type="http://schemas.openxmlformats.org/officeDocument/2006/relationships/hyperlink" Target="https://www.sciencedirect.com/topics/computer-science/heuristic-search-algorithm" TargetMode="Externa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data-flair.training/blogs/heuristic-search-ai/"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thewordfinder.com/anagram-solver/"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thewordfinder.com/anagram-solver/"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thewordfinder.com/anagram-solver/"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thewordfinder.com/anagram-solver/"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www.interviewcake.com/concept/java/bfs"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www.geeksforgeeks.org/a-search-algorithm/" TargetMode="External"/><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www.geeksforgeeks.org/a-search-algorithm/" TargetMode="External"/><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hlinkClick r:id="rId3"/>
              </a:rPr>
              <a:t>https://www.sciencedirect.com/book/9780123725127/heuristic-search#book-description</a:t>
            </a:r>
            <a:endParaRPr lang="en-GB" dirty="0"/>
          </a:p>
          <a:p>
            <a:r>
              <a:rPr lang="en-GB" dirty="0">
                <a:hlinkClick r:id="rId4"/>
              </a:rPr>
              <a:t>https://www.sciencedirect.com/topics/computer-science/heuristic-search-algorithm</a:t>
            </a:r>
            <a:endParaRPr lang="en-GB" dirty="0"/>
          </a:p>
          <a:p>
            <a:endParaRPr lang="en-GB" dirty="0"/>
          </a:p>
        </p:txBody>
      </p:sp>
      <p:sp>
        <p:nvSpPr>
          <p:cNvPr id="4" name="Slide Number Placeholder 3"/>
          <p:cNvSpPr>
            <a:spLocks noGrp="1"/>
          </p:cNvSpPr>
          <p:nvPr>
            <p:ph type="sldNum" sz="quarter" idx="10"/>
          </p:nvPr>
        </p:nvSpPr>
        <p:spPr/>
        <p:txBody>
          <a:bodyPr/>
          <a:lstStyle/>
          <a:p>
            <a:fld id="{2818F6A6-5BDF-41D7-9B84-3DCB4D0C04F4}" type="slidenum">
              <a:rPr lang="en-US" smtClean="0"/>
              <a:pPr/>
              <a:t>1</a:t>
            </a:fld>
            <a:endParaRPr lang="en-US"/>
          </a:p>
        </p:txBody>
      </p:sp>
    </p:spTree>
    <p:extLst>
      <p:ext uri="{BB962C8B-B14F-4D97-AF65-F5344CB8AC3E}">
        <p14:creationId xmlns:p14="http://schemas.microsoft.com/office/powerpoint/2010/main" val="19401601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hlinkClick r:id="rId3"/>
              </a:rPr>
              <a:t>https://data-flair.training/blogs/heuristic-search-ai/</a:t>
            </a:r>
            <a:endParaRPr lang="en-MY" dirty="0"/>
          </a:p>
        </p:txBody>
      </p:sp>
      <p:sp>
        <p:nvSpPr>
          <p:cNvPr id="4" name="Slide Number Placeholder 3"/>
          <p:cNvSpPr>
            <a:spLocks noGrp="1"/>
          </p:cNvSpPr>
          <p:nvPr>
            <p:ph type="sldNum" sz="quarter" idx="10"/>
          </p:nvPr>
        </p:nvSpPr>
        <p:spPr/>
        <p:txBody>
          <a:bodyPr/>
          <a:lstStyle/>
          <a:p>
            <a:fld id="{2818F6A6-5BDF-41D7-9B84-3DCB4D0C04F4}" type="slidenum">
              <a:rPr lang="en-US" smtClean="0"/>
              <a:pPr/>
              <a:t>2</a:t>
            </a:fld>
            <a:endParaRPr lang="en-US"/>
          </a:p>
        </p:txBody>
      </p:sp>
    </p:spTree>
    <p:extLst>
      <p:ext uri="{BB962C8B-B14F-4D97-AF65-F5344CB8AC3E}">
        <p14:creationId xmlns:p14="http://schemas.microsoft.com/office/powerpoint/2010/main" val="17004091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hlinkClick r:id="rId3"/>
              </a:rPr>
              <a:t>https://www.thewordfinder.com/anagram-solver/</a:t>
            </a:r>
            <a:endParaRPr lang="en-GB" dirty="0"/>
          </a:p>
        </p:txBody>
      </p:sp>
      <p:sp>
        <p:nvSpPr>
          <p:cNvPr id="4" name="Slide Number Placeholder 3"/>
          <p:cNvSpPr>
            <a:spLocks noGrp="1"/>
          </p:cNvSpPr>
          <p:nvPr>
            <p:ph type="sldNum" sz="quarter" idx="10"/>
          </p:nvPr>
        </p:nvSpPr>
        <p:spPr/>
        <p:txBody>
          <a:bodyPr/>
          <a:lstStyle/>
          <a:p>
            <a:fld id="{2818F6A6-5BDF-41D7-9B84-3DCB4D0C04F4}" type="slidenum">
              <a:rPr lang="en-US" smtClean="0"/>
              <a:pPr/>
              <a:t>11</a:t>
            </a:fld>
            <a:endParaRPr lang="en-US"/>
          </a:p>
        </p:txBody>
      </p:sp>
    </p:spTree>
    <p:extLst>
      <p:ext uri="{BB962C8B-B14F-4D97-AF65-F5344CB8AC3E}">
        <p14:creationId xmlns:p14="http://schemas.microsoft.com/office/powerpoint/2010/main" val="38773666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hlinkClick r:id="rId3"/>
              </a:rPr>
              <a:t>https://www.thewordfinder.com/anagram-solver/</a:t>
            </a:r>
            <a:endParaRPr lang="en-GB" dirty="0"/>
          </a:p>
        </p:txBody>
      </p:sp>
      <p:sp>
        <p:nvSpPr>
          <p:cNvPr id="4" name="Slide Number Placeholder 3"/>
          <p:cNvSpPr>
            <a:spLocks noGrp="1"/>
          </p:cNvSpPr>
          <p:nvPr>
            <p:ph type="sldNum" sz="quarter" idx="10"/>
          </p:nvPr>
        </p:nvSpPr>
        <p:spPr/>
        <p:txBody>
          <a:bodyPr/>
          <a:lstStyle/>
          <a:p>
            <a:fld id="{2818F6A6-5BDF-41D7-9B84-3DCB4D0C04F4}" type="slidenum">
              <a:rPr lang="en-US" smtClean="0"/>
              <a:pPr/>
              <a:t>12</a:t>
            </a:fld>
            <a:endParaRPr lang="en-US"/>
          </a:p>
        </p:txBody>
      </p:sp>
    </p:spTree>
    <p:extLst>
      <p:ext uri="{BB962C8B-B14F-4D97-AF65-F5344CB8AC3E}">
        <p14:creationId xmlns:p14="http://schemas.microsoft.com/office/powerpoint/2010/main" val="28309105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hlinkClick r:id="rId3"/>
              </a:rPr>
              <a:t>https://www.thewordfinder.com/anagram-solver/</a:t>
            </a:r>
            <a:endParaRPr lang="en-GB" dirty="0"/>
          </a:p>
        </p:txBody>
      </p:sp>
      <p:sp>
        <p:nvSpPr>
          <p:cNvPr id="4" name="Slide Number Placeholder 3"/>
          <p:cNvSpPr>
            <a:spLocks noGrp="1"/>
          </p:cNvSpPr>
          <p:nvPr>
            <p:ph type="sldNum" sz="quarter" idx="10"/>
          </p:nvPr>
        </p:nvSpPr>
        <p:spPr/>
        <p:txBody>
          <a:bodyPr/>
          <a:lstStyle/>
          <a:p>
            <a:fld id="{2818F6A6-5BDF-41D7-9B84-3DCB4D0C04F4}" type="slidenum">
              <a:rPr lang="en-US" smtClean="0"/>
              <a:pPr/>
              <a:t>13</a:t>
            </a:fld>
            <a:endParaRPr lang="en-US"/>
          </a:p>
        </p:txBody>
      </p:sp>
    </p:spTree>
    <p:extLst>
      <p:ext uri="{BB962C8B-B14F-4D97-AF65-F5344CB8AC3E}">
        <p14:creationId xmlns:p14="http://schemas.microsoft.com/office/powerpoint/2010/main" val="37689936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hlinkClick r:id="rId3"/>
              </a:rPr>
              <a:t>https://www.thewordfinder.com/anagram-solver/</a:t>
            </a:r>
            <a:endParaRPr lang="en-GB" dirty="0"/>
          </a:p>
        </p:txBody>
      </p:sp>
      <p:sp>
        <p:nvSpPr>
          <p:cNvPr id="4" name="Slide Number Placeholder 3"/>
          <p:cNvSpPr>
            <a:spLocks noGrp="1"/>
          </p:cNvSpPr>
          <p:nvPr>
            <p:ph type="sldNum" sz="quarter" idx="10"/>
          </p:nvPr>
        </p:nvSpPr>
        <p:spPr/>
        <p:txBody>
          <a:bodyPr/>
          <a:lstStyle/>
          <a:p>
            <a:fld id="{2818F6A6-5BDF-41D7-9B84-3DCB4D0C04F4}" type="slidenum">
              <a:rPr lang="en-US" smtClean="0"/>
              <a:pPr/>
              <a:t>14</a:t>
            </a:fld>
            <a:endParaRPr lang="en-US"/>
          </a:p>
        </p:txBody>
      </p:sp>
    </p:spTree>
    <p:extLst>
      <p:ext uri="{BB962C8B-B14F-4D97-AF65-F5344CB8AC3E}">
        <p14:creationId xmlns:p14="http://schemas.microsoft.com/office/powerpoint/2010/main" val="9428945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hlinkClick r:id="rId3"/>
              </a:rPr>
              <a:t>https://www.interviewcake.com/concept/java/bfs</a:t>
            </a:r>
            <a:endParaRPr lang="en-GB" dirty="0"/>
          </a:p>
        </p:txBody>
      </p:sp>
      <p:sp>
        <p:nvSpPr>
          <p:cNvPr id="4" name="Slide Number Placeholder 3"/>
          <p:cNvSpPr>
            <a:spLocks noGrp="1"/>
          </p:cNvSpPr>
          <p:nvPr>
            <p:ph type="sldNum" sz="quarter" idx="10"/>
          </p:nvPr>
        </p:nvSpPr>
        <p:spPr/>
        <p:txBody>
          <a:bodyPr/>
          <a:lstStyle/>
          <a:p>
            <a:fld id="{2818F6A6-5BDF-41D7-9B84-3DCB4D0C04F4}" type="slidenum">
              <a:rPr lang="en-US" smtClean="0"/>
              <a:pPr/>
              <a:t>16</a:t>
            </a:fld>
            <a:endParaRPr lang="en-US"/>
          </a:p>
        </p:txBody>
      </p:sp>
    </p:spTree>
    <p:extLst>
      <p:ext uri="{BB962C8B-B14F-4D97-AF65-F5344CB8AC3E}">
        <p14:creationId xmlns:p14="http://schemas.microsoft.com/office/powerpoint/2010/main" val="3230365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hlinkClick r:id="rId3"/>
              </a:rPr>
              <a:t>https://www.geeksforgeeks.org/a-search-algorithm/</a:t>
            </a:r>
            <a:endParaRPr lang="en-GB" dirty="0"/>
          </a:p>
        </p:txBody>
      </p:sp>
      <p:sp>
        <p:nvSpPr>
          <p:cNvPr id="4" name="Slide Number Placeholder 3"/>
          <p:cNvSpPr>
            <a:spLocks noGrp="1"/>
          </p:cNvSpPr>
          <p:nvPr>
            <p:ph type="sldNum" sz="quarter" idx="10"/>
          </p:nvPr>
        </p:nvSpPr>
        <p:spPr/>
        <p:txBody>
          <a:bodyPr/>
          <a:lstStyle/>
          <a:p>
            <a:fld id="{2818F6A6-5BDF-41D7-9B84-3DCB4D0C04F4}" type="slidenum">
              <a:rPr lang="en-US" smtClean="0"/>
              <a:pPr/>
              <a:t>30</a:t>
            </a:fld>
            <a:endParaRPr lang="en-US"/>
          </a:p>
        </p:txBody>
      </p:sp>
    </p:spTree>
    <p:extLst>
      <p:ext uri="{BB962C8B-B14F-4D97-AF65-F5344CB8AC3E}">
        <p14:creationId xmlns:p14="http://schemas.microsoft.com/office/powerpoint/2010/main" val="7486284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hlinkClick r:id="rId3"/>
              </a:rPr>
              <a:t>https://www.geeksforgeeks.org/a-search-algorithm/</a:t>
            </a:r>
            <a:endParaRPr lang="en-GB"/>
          </a:p>
        </p:txBody>
      </p:sp>
      <p:sp>
        <p:nvSpPr>
          <p:cNvPr id="4" name="Slide Number Placeholder 3"/>
          <p:cNvSpPr>
            <a:spLocks noGrp="1"/>
          </p:cNvSpPr>
          <p:nvPr>
            <p:ph type="sldNum" sz="quarter" idx="10"/>
          </p:nvPr>
        </p:nvSpPr>
        <p:spPr/>
        <p:txBody>
          <a:bodyPr/>
          <a:lstStyle/>
          <a:p>
            <a:fld id="{2818F6A6-5BDF-41D7-9B84-3DCB4D0C04F4}" type="slidenum">
              <a:rPr lang="en-US" smtClean="0"/>
              <a:pPr/>
              <a:t>31</a:t>
            </a:fld>
            <a:endParaRPr lang="en-US"/>
          </a:p>
        </p:txBody>
      </p:sp>
    </p:spTree>
    <p:extLst>
      <p:ext uri="{BB962C8B-B14F-4D97-AF65-F5344CB8AC3E}">
        <p14:creationId xmlns:p14="http://schemas.microsoft.com/office/powerpoint/2010/main" val="36641099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Calculate f(f5) = 3 + 2 = 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Calculate f(i7) = 4 + 4 = 8</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Since f(f5) has a lower value of 5 than i7, thus next is move is to f5</a:t>
            </a:r>
          </a:p>
          <a:p>
            <a:endParaRPr lang="en-MY" dirty="0"/>
          </a:p>
        </p:txBody>
      </p:sp>
      <p:sp>
        <p:nvSpPr>
          <p:cNvPr id="4" name="Slide Number Placeholder 3"/>
          <p:cNvSpPr>
            <a:spLocks noGrp="1"/>
          </p:cNvSpPr>
          <p:nvPr>
            <p:ph type="sldNum" sz="quarter" idx="5"/>
          </p:nvPr>
        </p:nvSpPr>
        <p:spPr/>
        <p:txBody>
          <a:bodyPr/>
          <a:lstStyle/>
          <a:p>
            <a:fld id="{2818F6A6-5BDF-41D7-9B84-3DCB4D0C04F4}" type="slidenum">
              <a:rPr lang="en-US" smtClean="0"/>
              <a:pPr/>
              <a:t>40</a:t>
            </a:fld>
            <a:endParaRPr lang="en-US"/>
          </a:p>
        </p:txBody>
      </p:sp>
    </p:spTree>
    <p:extLst>
      <p:ext uri="{BB962C8B-B14F-4D97-AF65-F5344CB8AC3E}">
        <p14:creationId xmlns:p14="http://schemas.microsoft.com/office/powerpoint/2010/main" val="28319701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r>
              <a:rPr lang="en-US"/>
              <a:t>2019</a:t>
            </a:r>
          </a:p>
        </p:txBody>
      </p:sp>
      <p:sp>
        <p:nvSpPr>
          <p:cNvPr id="5" name="Footer Placeholder 4"/>
          <p:cNvSpPr>
            <a:spLocks noGrp="1"/>
          </p:cNvSpPr>
          <p:nvPr>
            <p:ph type="ftr" sz="quarter" idx="11"/>
          </p:nvPr>
        </p:nvSpPr>
        <p:spPr/>
        <p:txBody>
          <a:bodyPr/>
          <a:lstStyle/>
          <a:p>
            <a:r>
              <a:rPr lang="en-US"/>
              <a:t>SCSJ 3353: Artificial Intelligence</a:t>
            </a:r>
          </a:p>
        </p:txBody>
      </p:sp>
      <p:sp>
        <p:nvSpPr>
          <p:cNvPr id="6" name="Slide Number Placeholder 5"/>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2019</a:t>
            </a:r>
          </a:p>
        </p:txBody>
      </p:sp>
      <p:sp>
        <p:nvSpPr>
          <p:cNvPr id="5" name="Footer Placeholder 4"/>
          <p:cNvSpPr>
            <a:spLocks noGrp="1"/>
          </p:cNvSpPr>
          <p:nvPr>
            <p:ph type="ftr" sz="quarter" idx="11"/>
          </p:nvPr>
        </p:nvSpPr>
        <p:spPr/>
        <p:txBody>
          <a:bodyPr/>
          <a:lstStyle/>
          <a:p>
            <a:r>
              <a:rPr lang="en-US"/>
              <a:t>SCSJ 3353: Artificial Intelligence</a:t>
            </a:r>
          </a:p>
        </p:txBody>
      </p:sp>
      <p:sp>
        <p:nvSpPr>
          <p:cNvPr id="6" name="Slide Number Placeholder 5"/>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2019</a:t>
            </a:r>
          </a:p>
        </p:txBody>
      </p:sp>
      <p:sp>
        <p:nvSpPr>
          <p:cNvPr id="5" name="Footer Placeholder 4"/>
          <p:cNvSpPr>
            <a:spLocks noGrp="1"/>
          </p:cNvSpPr>
          <p:nvPr>
            <p:ph type="ftr" sz="quarter" idx="11"/>
          </p:nvPr>
        </p:nvSpPr>
        <p:spPr/>
        <p:txBody>
          <a:bodyPr/>
          <a:lstStyle/>
          <a:p>
            <a:r>
              <a:rPr lang="en-US"/>
              <a:t>SCSJ 3353: Artificial Intelligence</a:t>
            </a:r>
          </a:p>
        </p:txBody>
      </p:sp>
      <p:sp>
        <p:nvSpPr>
          <p:cNvPr id="6" name="Slide Number Placeholder 5"/>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2019</a:t>
            </a:r>
          </a:p>
        </p:txBody>
      </p:sp>
      <p:sp>
        <p:nvSpPr>
          <p:cNvPr id="6" name="Footer Placeholder 5"/>
          <p:cNvSpPr>
            <a:spLocks noGrp="1"/>
          </p:cNvSpPr>
          <p:nvPr>
            <p:ph type="ftr" sz="quarter" idx="11"/>
          </p:nvPr>
        </p:nvSpPr>
        <p:spPr/>
        <p:txBody>
          <a:bodyPr/>
          <a:lstStyle/>
          <a:p>
            <a:r>
              <a:rPr lang="en-US"/>
              <a:t>SCSJ 3353: Artificial Intelligence</a:t>
            </a:r>
          </a:p>
        </p:txBody>
      </p:sp>
      <p:sp>
        <p:nvSpPr>
          <p:cNvPr id="7" name="Slide Number Placeholder 6"/>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2019</a:t>
            </a:r>
          </a:p>
        </p:txBody>
      </p:sp>
      <p:sp>
        <p:nvSpPr>
          <p:cNvPr id="8" name="Footer Placeholder 7"/>
          <p:cNvSpPr>
            <a:spLocks noGrp="1"/>
          </p:cNvSpPr>
          <p:nvPr>
            <p:ph type="ftr" sz="quarter" idx="11"/>
          </p:nvPr>
        </p:nvSpPr>
        <p:spPr/>
        <p:txBody>
          <a:bodyPr/>
          <a:lstStyle/>
          <a:p>
            <a:r>
              <a:rPr lang="en-US"/>
              <a:t>SCSJ 3353: Artificial Intelligence</a:t>
            </a:r>
          </a:p>
        </p:txBody>
      </p:sp>
      <p:sp>
        <p:nvSpPr>
          <p:cNvPr id="9" name="Slide Number Placeholder 8"/>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2019</a:t>
            </a:r>
          </a:p>
        </p:txBody>
      </p:sp>
      <p:sp>
        <p:nvSpPr>
          <p:cNvPr id="4" name="Footer Placeholder 3"/>
          <p:cNvSpPr>
            <a:spLocks noGrp="1"/>
          </p:cNvSpPr>
          <p:nvPr>
            <p:ph type="ftr" sz="quarter" idx="11"/>
          </p:nvPr>
        </p:nvSpPr>
        <p:spPr/>
        <p:txBody>
          <a:bodyPr/>
          <a:lstStyle/>
          <a:p>
            <a:r>
              <a:rPr lang="en-US"/>
              <a:t>SCSJ 3353: Artificial Intelligence</a:t>
            </a:r>
          </a:p>
        </p:txBody>
      </p:sp>
      <p:sp>
        <p:nvSpPr>
          <p:cNvPr id="5" name="Slide Number Placeholder 4"/>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2019</a:t>
            </a:r>
          </a:p>
        </p:txBody>
      </p:sp>
      <p:sp>
        <p:nvSpPr>
          <p:cNvPr id="3" name="Footer Placeholder 2"/>
          <p:cNvSpPr>
            <a:spLocks noGrp="1"/>
          </p:cNvSpPr>
          <p:nvPr>
            <p:ph type="ftr" sz="quarter" idx="11"/>
          </p:nvPr>
        </p:nvSpPr>
        <p:spPr/>
        <p:txBody>
          <a:bodyPr/>
          <a:lstStyle/>
          <a:p>
            <a:r>
              <a:rPr lang="en-US"/>
              <a:t>SCSJ 3353: Artificial Intelligence</a:t>
            </a:r>
          </a:p>
        </p:txBody>
      </p:sp>
      <p:sp>
        <p:nvSpPr>
          <p:cNvPr id="4" name="Slide Number Placeholder 3"/>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2019</a:t>
            </a:r>
          </a:p>
        </p:txBody>
      </p:sp>
      <p:sp>
        <p:nvSpPr>
          <p:cNvPr id="6" name="Footer Placeholder 5"/>
          <p:cNvSpPr>
            <a:spLocks noGrp="1"/>
          </p:cNvSpPr>
          <p:nvPr>
            <p:ph type="ftr" sz="quarter" idx="11"/>
          </p:nvPr>
        </p:nvSpPr>
        <p:spPr/>
        <p:txBody>
          <a:bodyPr/>
          <a:lstStyle/>
          <a:p>
            <a:r>
              <a:rPr lang="en-US"/>
              <a:t>SCSJ 3353: Artificial Intelligence</a:t>
            </a:r>
          </a:p>
        </p:txBody>
      </p:sp>
      <p:sp>
        <p:nvSpPr>
          <p:cNvPr id="7" name="Slide Number Placeholder 6"/>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2019</a:t>
            </a:r>
          </a:p>
        </p:txBody>
      </p:sp>
      <p:sp>
        <p:nvSpPr>
          <p:cNvPr id="6" name="Footer Placeholder 5"/>
          <p:cNvSpPr>
            <a:spLocks noGrp="1"/>
          </p:cNvSpPr>
          <p:nvPr>
            <p:ph type="ftr" sz="quarter" idx="11"/>
          </p:nvPr>
        </p:nvSpPr>
        <p:spPr/>
        <p:txBody>
          <a:bodyPr/>
          <a:lstStyle/>
          <a:p>
            <a:r>
              <a:rPr lang="en-US"/>
              <a:t>SCSJ 3353: Artificial Intelligence</a:t>
            </a:r>
          </a:p>
        </p:txBody>
      </p:sp>
      <p:sp>
        <p:nvSpPr>
          <p:cNvPr id="7" name="Slide Number Placeholder 6"/>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2019</a:t>
            </a:r>
          </a:p>
        </p:txBody>
      </p:sp>
      <p:sp>
        <p:nvSpPr>
          <p:cNvPr id="5" name="Footer Placeholder 4"/>
          <p:cNvSpPr>
            <a:spLocks noGrp="1"/>
          </p:cNvSpPr>
          <p:nvPr>
            <p:ph type="ftr" sz="quarter" idx="11"/>
          </p:nvPr>
        </p:nvSpPr>
        <p:spPr/>
        <p:txBody>
          <a:bodyPr/>
          <a:lstStyle/>
          <a:p>
            <a:r>
              <a:rPr lang="en-US"/>
              <a:t>SCSJ 3353: Artificial Intelligence</a:t>
            </a:r>
          </a:p>
        </p:txBody>
      </p:sp>
      <p:sp>
        <p:nvSpPr>
          <p:cNvPr id="6" name="Slide Number Placeholder 5"/>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2019</a:t>
            </a:r>
          </a:p>
        </p:txBody>
      </p:sp>
      <p:sp>
        <p:nvSpPr>
          <p:cNvPr id="5" name="Footer Placeholder 4"/>
          <p:cNvSpPr>
            <a:spLocks noGrp="1"/>
          </p:cNvSpPr>
          <p:nvPr>
            <p:ph type="ftr" sz="quarter" idx="11"/>
          </p:nvPr>
        </p:nvSpPr>
        <p:spPr/>
        <p:txBody>
          <a:bodyPr/>
          <a:lstStyle/>
          <a:p>
            <a:r>
              <a:rPr lang="en-US"/>
              <a:t>SCSJ 3353: Artificial Intelligence</a:t>
            </a:r>
          </a:p>
        </p:txBody>
      </p:sp>
      <p:sp>
        <p:nvSpPr>
          <p:cNvPr id="6" name="Slide Number Placeholder 5"/>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theme" Target="../theme/theme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10"/>
          <p:cNvPicPr>
            <a:picLocks noChangeAspect="1" noChangeArrowheads="1"/>
          </p:cNvPicPr>
          <p:nvPr userDrawn="1"/>
        </p:nvPicPr>
        <p:blipFill>
          <a:blip r:embed="rId13" cstate="print"/>
          <a:srcRect/>
          <a:stretch>
            <a:fillRect/>
          </a:stretch>
        </p:blipFill>
        <p:spPr bwMode="auto">
          <a:xfrm>
            <a:off x="-747" y="6487366"/>
            <a:ext cx="9131300" cy="357187"/>
          </a:xfrm>
          <a:prstGeom prst="rect">
            <a:avLst/>
          </a:prstGeom>
          <a:noFill/>
          <a:ln w="9525">
            <a:noFill/>
            <a:miter lim="800000"/>
            <a:headEnd/>
            <a:tailEnd/>
          </a:ln>
        </p:spPr>
      </p:pic>
      <p:sp>
        <p:nvSpPr>
          <p:cNvPr id="9" name="Rectangle 19"/>
          <p:cNvSpPr>
            <a:spLocks noChangeArrowheads="1"/>
          </p:cNvSpPr>
          <p:nvPr userDrawn="1"/>
        </p:nvSpPr>
        <p:spPr bwMode="auto">
          <a:xfrm>
            <a:off x="0" y="0"/>
            <a:ext cx="9144000" cy="1417638"/>
          </a:xfrm>
          <a:prstGeom prst="rect">
            <a:avLst/>
          </a:prstGeom>
          <a:solidFill>
            <a:srgbClr val="FFE1AD"/>
          </a:solidFill>
          <a:ln w="9525">
            <a:noFill/>
            <a:miter lim="800000"/>
            <a:headEnd/>
            <a:tailEnd/>
          </a:ln>
          <a:effectLst/>
        </p:spPr>
        <p:txBody>
          <a:bodyPr wrap="none" anchor="ctr"/>
          <a:lstStyle/>
          <a:p>
            <a:pPr>
              <a:defRPr/>
            </a:pPr>
            <a:endParaRPr lang="en-US">
              <a:ea typeface="ＭＳ Ｐゴシック" pitchFamily="-112" charset="-128"/>
            </a:endParaRPr>
          </a:p>
        </p:txBody>
      </p:sp>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pic>
        <p:nvPicPr>
          <p:cNvPr id="10" name="Picture 20" descr="header_UTM"/>
          <p:cNvPicPr>
            <a:picLocks noChangeAspect="1" noChangeArrowheads="1"/>
          </p:cNvPicPr>
          <p:nvPr userDrawn="1"/>
        </p:nvPicPr>
        <p:blipFill>
          <a:blip r:embed="rId14" cstate="print"/>
          <a:srcRect/>
          <a:stretch>
            <a:fillRect/>
          </a:stretch>
        </p:blipFill>
        <p:spPr bwMode="auto">
          <a:xfrm>
            <a:off x="63500" y="106363"/>
            <a:ext cx="1195388" cy="395287"/>
          </a:xfrm>
          <a:prstGeom prst="rect">
            <a:avLst/>
          </a:prstGeom>
          <a:noFill/>
          <a:ln w="9525">
            <a:noFill/>
            <a:miter lim="800000"/>
            <a:headEnd/>
            <a:tailEnd/>
          </a:ln>
        </p:spPr>
      </p:pic>
      <p:pic>
        <p:nvPicPr>
          <p:cNvPr id="11" name="Picture 22" descr="header_url"/>
          <p:cNvPicPr>
            <a:picLocks noChangeAspect="1" noChangeArrowheads="1"/>
          </p:cNvPicPr>
          <p:nvPr userDrawn="1"/>
        </p:nvPicPr>
        <p:blipFill>
          <a:blip r:embed="rId15" cstate="print"/>
          <a:srcRect/>
          <a:stretch>
            <a:fillRect/>
          </a:stretch>
        </p:blipFill>
        <p:spPr bwMode="auto">
          <a:xfrm>
            <a:off x="0" y="1169894"/>
            <a:ext cx="2376488" cy="255588"/>
          </a:xfrm>
          <a:prstGeom prst="rect">
            <a:avLst/>
          </a:prstGeom>
          <a:noFill/>
          <a:ln w="9525">
            <a:noFill/>
            <a:miter lim="800000"/>
            <a:headEnd/>
            <a:tailEnd/>
          </a:ln>
        </p:spPr>
      </p:pic>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598396"/>
            <a:ext cx="2133600" cy="365125"/>
          </a:xfrm>
          <a:prstGeom prst="rect">
            <a:avLst/>
          </a:prstGeom>
        </p:spPr>
        <p:txBody>
          <a:bodyPr vert="horz" lIns="91440" tIns="45720" rIns="91440" bIns="45720" rtlCol="0" anchor="ctr"/>
          <a:lstStyle>
            <a:lvl1pPr algn="l">
              <a:defRPr sz="1100">
                <a:solidFill>
                  <a:sysClr val="windowText" lastClr="000000"/>
                </a:solidFill>
              </a:defRPr>
            </a:lvl1pPr>
          </a:lstStyle>
          <a:p>
            <a:r>
              <a:rPr lang="en-US"/>
              <a:t>2019</a:t>
            </a:r>
            <a:endParaRPr lang="en-US" dirty="0"/>
          </a:p>
        </p:txBody>
      </p:sp>
      <p:sp>
        <p:nvSpPr>
          <p:cNvPr id="5" name="Footer Placeholder 4"/>
          <p:cNvSpPr>
            <a:spLocks noGrp="1"/>
          </p:cNvSpPr>
          <p:nvPr>
            <p:ph type="ftr" sz="quarter" idx="3"/>
          </p:nvPr>
        </p:nvSpPr>
        <p:spPr>
          <a:xfrm>
            <a:off x="2469777" y="6620436"/>
            <a:ext cx="4191000" cy="304800"/>
          </a:xfrm>
          <a:prstGeom prst="rect">
            <a:avLst/>
          </a:prstGeom>
        </p:spPr>
        <p:txBody>
          <a:bodyPr vert="horz" lIns="91440" tIns="45720" rIns="91440" bIns="45720" rtlCol="0" anchor="ctr"/>
          <a:lstStyle>
            <a:lvl1pPr algn="ctr">
              <a:defRPr sz="1100">
                <a:solidFill>
                  <a:sysClr val="windowText" lastClr="000000"/>
                </a:solidFill>
              </a:defRPr>
            </a:lvl1pPr>
          </a:lstStyle>
          <a:p>
            <a:r>
              <a:rPr lang="en-US"/>
              <a:t>SCSJ 3353: Artificial Intelligence</a:t>
            </a:r>
          </a:p>
        </p:txBody>
      </p:sp>
      <p:sp>
        <p:nvSpPr>
          <p:cNvPr id="6" name="Slide Number Placeholder 5"/>
          <p:cNvSpPr>
            <a:spLocks noGrp="1"/>
          </p:cNvSpPr>
          <p:nvPr>
            <p:ph type="sldNum" sz="quarter" idx="4"/>
          </p:nvPr>
        </p:nvSpPr>
        <p:spPr>
          <a:xfrm>
            <a:off x="6553200" y="6598396"/>
            <a:ext cx="2133600" cy="365125"/>
          </a:xfrm>
          <a:prstGeom prst="rect">
            <a:avLst/>
          </a:prstGeom>
        </p:spPr>
        <p:txBody>
          <a:bodyPr vert="horz" lIns="91440" tIns="45720" rIns="91440" bIns="45720" rtlCol="0" anchor="ctr"/>
          <a:lstStyle>
            <a:lvl1pPr algn="r">
              <a:defRPr sz="1100">
                <a:solidFill>
                  <a:sysClr val="windowText" lastClr="000000"/>
                </a:solidFill>
              </a:defRPr>
            </a:lvl1pPr>
          </a:lstStyle>
          <a:p>
            <a:fld id="{0362C787-829C-4B6B-B21B-90D8981190F3}" type="slidenum">
              <a:rPr lang="en-US" smtClean="0"/>
              <a:pPr/>
              <a:t>‹#›</a:t>
            </a:fld>
            <a:endParaRPr lang="en-US"/>
          </a:p>
        </p:txBody>
      </p:sp>
      <p:pic>
        <p:nvPicPr>
          <p:cNvPr id="12" name="Picture 3" descr="A close up of a logo&#10;&#10;Description automatically generated">
            <a:extLst>
              <a:ext uri="{FF2B5EF4-FFF2-40B4-BE49-F238E27FC236}">
                <a16:creationId xmlns:a16="http://schemas.microsoft.com/office/drawing/2014/main" xmlns="" id="{5A3AE759-D010-43EB-8C5F-B95307ECC8E4}"/>
              </a:ext>
            </a:extLst>
          </p:cNvPr>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7630160" y="6021985"/>
            <a:ext cx="1392237"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Content Placeholder 2"/>
          <p:cNvSpPr txBox="1">
            <a:spLocks/>
          </p:cNvSpPr>
          <p:nvPr userDrawn="1"/>
        </p:nvSpPr>
        <p:spPr>
          <a:xfrm>
            <a:off x="457200" y="1600200"/>
            <a:ext cx="8229600" cy="4525963"/>
          </a:xfrm>
          <a:prstGeom prst="rect">
            <a:avLst/>
          </a:prstGeom>
        </p:spPr>
        <p:txBody>
          <a:bodyPr/>
          <a:lstStyle/>
          <a:p>
            <a:pPr marL="342900" marR="0" lvl="0" indent="-342900" algn="ctr" defTabSz="914400" rtl="0" eaLnBrk="0" fontAlgn="base" latinLnBrk="0" hangingPunct="0">
              <a:lnSpc>
                <a:spcPct val="100000"/>
              </a:lnSpc>
              <a:spcBef>
                <a:spcPct val="20000"/>
              </a:spcBef>
              <a:spcAft>
                <a:spcPct val="0"/>
              </a:spcAft>
              <a:buClrTx/>
              <a:buSzTx/>
              <a:buFont typeface="Arial" pitchFamily="34" charset="0"/>
              <a:buNone/>
              <a:tabLst/>
              <a:defRPr/>
            </a:pPr>
            <a:endParaRPr kumimoji="0" lang="en-US" sz="5400" b="0" i="0" u="none" strike="noStrike" kern="1200" cap="none" spc="0" normalizeH="0" baseline="0" noProof="0">
              <a:ln>
                <a:noFill/>
              </a:ln>
              <a:solidFill>
                <a:schemeClr val="tx1"/>
              </a:solidFill>
              <a:effectLst/>
              <a:uLnTx/>
              <a:uFillTx/>
              <a:latin typeface="+mn-lt"/>
              <a:ea typeface="+mn-ea"/>
              <a:cs typeface="+mn-cs"/>
            </a:endParaRPr>
          </a:p>
          <a:p>
            <a:pPr marL="342900" marR="0" lvl="0" indent="-342900" algn="ctr" defTabSz="914400" rtl="0" eaLnBrk="0" fontAlgn="base" latinLnBrk="0" hangingPunct="0">
              <a:lnSpc>
                <a:spcPct val="100000"/>
              </a:lnSpc>
              <a:spcBef>
                <a:spcPct val="20000"/>
              </a:spcBef>
              <a:spcAft>
                <a:spcPct val="0"/>
              </a:spcAft>
              <a:buClrTx/>
              <a:buSzTx/>
              <a:buFont typeface="Arial" pitchFamily="34" charset="0"/>
              <a:buNone/>
              <a:tabLst/>
              <a:defRPr/>
            </a:pPr>
            <a:r>
              <a:rPr kumimoji="0" lang="en-US" sz="5400" b="1" i="0" u="none" strike="noStrike" kern="1200" cap="none" spc="0" normalizeH="0" baseline="0" noProof="0">
                <a:ln>
                  <a:noFill/>
                </a:ln>
                <a:solidFill>
                  <a:schemeClr val="tx1"/>
                </a:solidFill>
                <a:effectLst/>
                <a:uLnTx/>
                <a:uFillTx/>
                <a:latin typeface="+mn-lt"/>
                <a:ea typeface="+mn-ea"/>
                <a:cs typeface="+mn-cs"/>
              </a:rPr>
              <a:t>Terima Kasih</a:t>
            </a:r>
          </a:p>
          <a:p>
            <a:pPr marL="342900" marR="0" lvl="0" indent="-342900" algn="ctr" defTabSz="914400" rtl="0" eaLnBrk="0" fontAlgn="base" latinLnBrk="0" hangingPunct="0">
              <a:lnSpc>
                <a:spcPct val="100000"/>
              </a:lnSpc>
              <a:spcBef>
                <a:spcPct val="20000"/>
              </a:spcBef>
              <a:spcAft>
                <a:spcPct val="0"/>
              </a:spcAft>
              <a:buClrTx/>
              <a:buSzTx/>
              <a:buFont typeface="Arial" pitchFamily="34" charset="0"/>
              <a:buNone/>
              <a:tabLst/>
              <a:defRPr/>
            </a:pPr>
            <a:r>
              <a:rPr kumimoji="0" lang="en-US" sz="2800" b="0" i="0" u="none" strike="noStrike" kern="1200" cap="none" spc="0" normalizeH="0" baseline="0" noProof="0">
                <a:ln>
                  <a:noFill/>
                </a:ln>
                <a:solidFill>
                  <a:srgbClr val="C00000"/>
                </a:solidFill>
                <a:effectLst/>
                <a:uLnTx/>
                <a:uFillTx/>
                <a:latin typeface="+mn-lt"/>
                <a:ea typeface="+mn-ea"/>
                <a:cs typeface="+mn-cs"/>
              </a:rPr>
              <a:t>atas keprihatinan anda</a:t>
            </a:r>
          </a:p>
          <a:p>
            <a:pPr marL="342900" marR="0" lvl="0" indent="-342900" algn="ctr" defTabSz="914400" rtl="0" eaLnBrk="0" fontAlgn="base" latinLnBrk="0" hangingPunct="0">
              <a:lnSpc>
                <a:spcPct val="100000"/>
              </a:lnSpc>
              <a:spcBef>
                <a:spcPct val="20000"/>
              </a:spcBef>
              <a:spcAft>
                <a:spcPct val="0"/>
              </a:spcAft>
              <a:buClrTx/>
              <a:buSzTx/>
              <a:buFont typeface="Arial" pitchFamily="34" charset="0"/>
              <a:buNone/>
              <a:tabLst/>
              <a:defRPr/>
            </a:pPr>
            <a:endParaRPr kumimoji="0" lang="en-US" sz="2800" b="0" i="0" u="none" strike="noStrike" kern="1200" cap="none" spc="0" normalizeH="0" baseline="0" noProof="0">
              <a:ln>
                <a:noFill/>
              </a:ln>
              <a:solidFill>
                <a:srgbClr val="C00000"/>
              </a:solidFill>
              <a:effectLst/>
              <a:uLnTx/>
              <a:uFillTx/>
              <a:latin typeface="+mn-lt"/>
              <a:ea typeface="+mn-ea"/>
              <a:cs typeface="+mn-cs"/>
            </a:endParaRPr>
          </a:p>
          <a:p>
            <a:pPr marL="342900" marR="0" lvl="0" indent="-342900" algn="ctr" defTabSz="914400" rtl="0" eaLnBrk="0" fontAlgn="base" latinLnBrk="0" hangingPunct="0">
              <a:lnSpc>
                <a:spcPct val="100000"/>
              </a:lnSpc>
              <a:spcBef>
                <a:spcPct val="20000"/>
              </a:spcBef>
              <a:spcAft>
                <a:spcPct val="0"/>
              </a:spcAft>
              <a:buClrTx/>
              <a:buSzTx/>
              <a:buFont typeface="Arial" pitchFamily="34" charset="0"/>
              <a:buNone/>
              <a:tabLst/>
              <a:defRPr/>
            </a:pPr>
            <a:r>
              <a:rPr kumimoji="0" lang="en-US" sz="3600" b="1" i="0" u="none" strike="noStrike" kern="1200" cap="none" spc="0" normalizeH="0" baseline="0" noProof="0">
                <a:ln>
                  <a:noFill/>
                </a:ln>
                <a:solidFill>
                  <a:srgbClr val="002060"/>
                </a:solidFill>
                <a:effectLst/>
                <a:uLnTx/>
                <a:uFillTx/>
                <a:latin typeface="Baskerville Old Face" pitchFamily="18" charset="0"/>
                <a:ea typeface="+mn-ea"/>
                <a:cs typeface="+mn-cs"/>
              </a:rPr>
              <a:t>“I Care, You Care, We Care”</a:t>
            </a:r>
            <a:endParaRPr kumimoji="0" lang="en-US" sz="3600" b="1" i="0" u="none" strike="noStrike" kern="1200" cap="none" spc="0" normalizeH="0" baseline="0" noProof="0" dirty="0">
              <a:ln>
                <a:noFill/>
              </a:ln>
              <a:solidFill>
                <a:srgbClr val="002060"/>
              </a:solidFill>
              <a:effectLst/>
              <a:uLnTx/>
              <a:uFillTx/>
              <a:latin typeface="Baskerville Old Face" pitchFamily="18" charset="0"/>
              <a:ea typeface="+mn-ea"/>
              <a:cs typeface="+mn-cs"/>
            </a:endParaRPr>
          </a:p>
        </p:txBody>
      </p:sp>
      <p:pic>
        <p:nvPicPr>
          <p:cNvPr id="13" name="Picture 10"/>
          <p:cNvPicPr>
            <a:picLocks noChangeAspect="1" noChangeArrowheads="1"/>
          </p:cNvPicPr>
          <p:nvPr userDrawn="1"/>
        </p:nvPicPr>
        <p:blipFill>
          <a:blip r:embed="rId2" cstate="print"/>
          <a:srcRect/>
          <a:stretch>
            <a:fillRect/>
          </a:stretch>
        </p:blipFill>
        <p:spPr bwMode="auto">
          <a:xfrm>
            <a:off x="-747" y="6487366"/>
            <a:ext cx="9131300" cy="357187"/>
          </a:xfrm>
          <a:prstGeom prst="rect">
            <a:avLst/>
          </a:prstGeom>
          <a:noFill/>
          <a:ln w="9525">
            <a:noFill/>
            <a:miter lim="800000"/>
            <a:headEnd/>
            <a:tailEnd/>
          </a:ln>
        </p:spPr>
      </p:pic>
      <p:sp>
        <p:nvSpPr>
          <p:cNvPr id="14" name="Date Placeholder 3"/>
          <p:cNvSpPr>
            <a:spLocks noGrp="1"/>
          </p:cNvSpPr>
          <p:nvPr>
            <p:ph type="dt" sz="half" idx="2"/>
          </p:nvPr>
        </p:nvSpPr>
        <p:spPr>
          <a:xfrm>
            <a:off x="0" y="6600451"/>
            <a:ext cx="1547664"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solidFill>
                <a:latin typeface="+mn-lt"/>
              </a:defRPr>
            </a:lvl1pPr>
          </a:lstStyle>
          <a:p>
            <a:pPr>
              <a:defRPr/>
            </a:pPr>
            <a:r>
              <a:rPr lang="en-US"/>
              <a:t>2019</a:t>
            </a:r>
            <a:endParaRPr lang="en-US" dirty="0"/>
          </a:p>
        </p:txBody>
      </p:sp>
      <p:sp>
        <p:nvSpPr>
          <p:cNvPr id="15" name="Slide Number Placeholder 5"/>
          <p:cNvSpPr>
            <a:spLocks noGrp="1"/>
          </p:cNvSpPr>
          <p:nvPr>
            <p:ph type="sldNum" sz="quarter" idx="4"/>
          </p:nvPr>
        </p:nvSpPr>
        <p:spPr>
          <a:xfrm>
            <a:off x="8316416" y="6600451"/>
            <a:ext cx="4572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solidFill>
                <a:latin typeface="+mn-lt"/>
              </a:defRPr>
            </a:lvl1pPr>
          </a:lstStyle>
          <a:p>
            <a:pPr>
              <a:defRPr/>
            </a:pPr>
            <a:fld id="{C038A795-CA2C-4B96-A1E0-C7053193AEE8}" type="slidenum">
              <a:rPr lang="en-US"/>
              <a:pPr>
                <a:defRPr/>
              </a:pPr>
              <a:t>‹#›</a:t>
            </a:fld>
            <a:endParaRPr lang="en-US"/>
          </a:p>
        </p:txBody>
      </p:sp>
      <p:sp>
        <p:nvSpPr>
          <p:cNvPr id="16" name="Rectangle 19"/>
          <p:cNvSpPr>
            <a:spLocks noChangeArrowheads="1"/>
          </p:cNvSpPr>
          <p:nvPr userDrawn="1"/>
        </p:nvSpPr>
        <p:spPr bwMode="auto">
          <a:xfrm>
            <a:off x="0" y="0"/>
            <a:ext cx="9144000" cy="1417638"/>
          </a:xfrm>
          <a:prstGeom prst="rect">
            <a:avLst/>
          </a:prstGeom>
          <a:solidFill>
            <a:srgbClr val="FFE1AD"/>
          </a:solidFill>
          <a:ln w="9525">
            <a:noFill/>
            <a:miter lim="800000"/>
            <a:headEnd/>
            <a:tailEnd/>
          </a:ln>
          <a:effectLst/>
        </p:spPr>
        <p:txBody>
          <a:bodyPr wrap="none" anchor="ctr"/>
          <a:lstStyle/>
          <a:p>
            <a:pPr>
              <a:defRPr/>
            </a:pPr>
            <a:endParaRPr lang="en-US">
              <a:ea typeface="ＭＳ Ｐゴシック" pitchFamily="-112" charset="-128"/>
            </a:endParaRPr>
          </a:p>
        </p:txBody>
      </p:sp>
      <p:pic>
        <p:nvPicPr>
          <p:cNvPr id="17" name="Picture 20" descr="header_UTM"/>
          <p:cNvPicPr>
            <a:picLocks noChangeAspect="1" noChangeArrowheads="1"/>
          </p:cNvPicPr>
          <p:nvPr userDrawn="1"/>
        </p:nvPicPr>
        <p:blipFill>
          <a:blip r:embed="rId3" cstate="print"/>
          <a:srcRect/>
          <a:stretch>
            <a:fillRect/>
          </a:stretch>
        </p:blipFill>
        <p:spPr bwMode="auto">
          <a:xfrm>
            <a:off x="63500" y="106363"/>
            <a:ext cx="1195388" cy="395287"/>
          </a:xfrm>
          <a:prstGeom prst="rect">
            <a:avLst/>
          </a:prstGeom>
          <a:noFill/>
          <a:ln w="9525">
            <a:noFill/>
            <a:miter lim="800000"/>
            <a:headEnd/>
            <a:tailEnd/>
          </a:ln>
        </p:spPr>
      </p:pic>
      <p:pic>
        <p:nvPicPr>
          <p:cNvPr id="18" name="Picture 22" descr="header_url"/>
          <p:cNvPicPr>
            <a:picLocks noChangeAspect="1" noChangeArrowheads="1"/>
          </p:cNvPicPr>
          <p:nvPr userDrawn="1"/>
        </p:nvPicPr>
        <p:blipFill>
          <a:blip r:embed="rId4" cstate="print"/>
          <a:srcRect/>
          <a:stretch>
            <a:fillRect/>
          </a:stretch>
        </p:blipFill>
        <p:spPr bwMode="auto">
          <a:xfrm>
            <a:off x="0" y="1009650"/>
            <a:ext cx="2376488" cy="388938"/>
          </a:xfrm>
          <a:prstGeom prst="rect">
            <a:avLst/>
          </a:prstGeom>
          <a:noFill/>
          <a:ln w="9525">
            <a:noFill/>
            <a:miter lim="800000"/>
            <a:headEnd/>
            <a:tailEnd/>
          </a:ln>
        </p:spPr>
      </p:pic>
      <p:pic>
        <p:nvPicPr>
          <p:cNvPr id="19" name="Picture 7"/>
          <p:cNvPicPr>
            <a:picLocks noChangeAspect="1" noChangeArrowheads="1"/>
          </p:cNvPicPr>
          <p:nvPr userDrawn="1"/>
        </p:nvPicPr>
        <p:blipFill>
          <a:blip r:embed="rId5" cstate="print"/>
          <a:srcRect/>
          <a:stretch>
            <a:fillRect/>
          </a:stretch>
        </p:blipFill>
        <p:spPr bwMode="auto">
          <a:xfrm>
            <a:off x="1873008" y="53788"/>
            <a:ext cx="580837" cy="438130"/>
          </a:xfrm>
          <a:prstGeom prst="rect">
            <a:avLst/>
          </a:prstGeom>
          <a:noFill/>
          <a:ln w="9525">
            <a:noFill/>
            <a:miter lim="800000"/>
            <a:headEnd/>
            <a:tailEnd/>
          </a:ln>
        </p:spPr>
      </p:pic>
      <p:pic>
        <p:nvPicPr>
          <p:cNvPr id="20" name="Picture 8" descr="PNG_newlogo"/>
          <p:cNvPicPr>
            <a:picLocks noChangeAspect="1" noChangeArrowheads="1"/>
          </p:cNvPicPr>
          <p:nvPr userDrawn="1"/>
        </p:nvPicPr>
        <p:blipFill>
          <a:blip r:embed="rId6" cstate="print"/>
          <a:srcRect/>
          <a:stretch>
            <a:fillRect/>
          </a:stretch>
        </p:blipFill>
        <p:spPr bwMode="auto">
          <a:xfrm>
            <a:off x="1354633" y="26894"/>
            <a:ext cx="504056" cy="477366"/>
          </a:xfrm>
          <a:prstGeom prst="rect">
            <a:avLst/>
          </a:prstGeom>
          <a:noFill/>
          <a:ln w="9525" algn="in">
            <a:noFill/>
            <a:miter lim="800000"/>
            <a:headEnd/>
            <a:tailEnd/>
          </a:ln>
        </p:spPr>
      </p:pic>
      <p:sp>
        <p:nvSpPr>
          <p:cNvPr id="21" name="Footer Placeholder 4"/>
          <p:cNvSpPr>
            <a:spLocks noGrp="1"/>
          </p:cNvSpPr>
          <p:nvPr>
            <p:ph type="ftr" sz="quarter" idx="3"/>
          </p:nvPr>
        </p:nvSpPr>
        <p:spPr>
          <a:xfrm>
            <a:off x="2281520" y="6647328"/>
            <a:ext cx="4704928" cy="365125"/>
          </a:xfrm>
          <a:prstGeom prst="rect">
            <a:avLst/>
          </a:prstGeom>
        </p:spPr>
        <p:txBody>
          <a:bodyPr/>
          <a:lstStyle>
            <a:lvl1pPr algn="ctr">
              <a:defRPr sz="1100"/>
            </a:lvl1pPr>
          </a:lstStyle>
          <a:p>
            <a:pPr>
              <a:defRPr/>
            </a:pPr>
            <a:r>
              <a:rPr lang="en-US"/>
              <a:t>SCSJ 3353: Artificial Intelligence</a:t>
            </a:r>
            <a:endParaRPr lang="en-US" dirty="0"/>
          </a:p>
        </p:txBody>
      </p:sp>
    </p:spTree>
  </p:cSld>
  <p:clrMap bg1="lt1" tx1="dk1" bg2="lt2" tx2="dk2" accent1="accent1" accent2="accent2" accent3="accent3" accent4="accent4" accent5="accent5" accent6="accent6" hlink="hlink" folHlink="folHlink"/>
  <p:hf hd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thewordfinder.com/anagram-solver/"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130425"/>
            <a:ext cx="9220200" cy="936625"/>
          </a:xfrm>
        </p:spPr>
        <p:txBody>
          <a:bodyPr>
            <a:normAutofit/>
          </a:bodyPr>
          <a:lstStyle/>
          <a:p>
            <a:r>
              <a:rPr lang="en-US" sz="5400" b="1" dirty="0">
                <a:solidFill>
                  <a:srgbClr val="C00000"/>
                </a:solidFill>
                <a:latin typeface="Roboto" pitchFamily="2" charset="0"/>
                <a:ea typeface="Roboto" pitchFamily="2" charset="0"/>
              </a:rPr>
              <a:t>Heuristic </a:t>
            </a:r>
            <a:r>
              <a:rPr lang="en-US" sz="5400" b="1" dirty="0">
                <a:latin typeface="Roboto" pitchFamily="2" charset="0"/>
                <a:ea typeface="Roboto" pitchFamily="2" charset="0"/>
              </a:rPr>
              <a:t>Search Algorithm</a:t>
            </a:r>
          </a:p>
        </p:txBody>
      </p:sp>
      <p:sp>
        <p:nvSpPr>
          <p:cNvPr id="3" name="Subtitle 2"/>
          <p:cNvSpPr>
            <a:spLocks noGrp="1"/>
          </p:cNvSpPr>
          <p:nvPr>
            <p:ph type="subTitle" idx="1"/>
          </p:nvPr>
        </p:nvSpPr>
        <p:spPr>
          <a:xfrm>
            <a:off x="0" y="3886200"/>
            <a:ext cx="9144000" cy="1752600"/>
          </a:xfrm>
          <a:solidFill>
            <a:srgbClr val="FFE1AD"/>
          </a:solidFill>
        </p:spPr>
        <p:txBody>
          <a:bodyPr>
            <a:normAutofit lnSpcReduction="10000"/>
          </a:bodyPr>
          <a:lstStyle/>
          <a:p>
            <a:r>
              <a:rPr lang="en-US" sz="4000" b="1" dirty="0">
                <a:solidFill>
                  <a:srgbClr val="0070C0"/>
                </a:solidFill>
              </a:rPr>
              <a:t>Artificial Intelligence</a:t>
            </a:r>
          </a:p>
          <a:p>
            <a:endParaRPr lang="en-US" sz="1100" b="1" dirty="0">
              <a:solidFill>
                <a:srgbClr val="0070C0"/>
              </a:solidFill>
            </a:endParaRPr>
          </a:p>
          <a:p>
            <a:pPr>
              <a:spcBef>
                <a:spcPts val="0"/>
              </a:spcBef>
            </a:pPr>
            <a:r>
              <a:rPr lang="en-US" sz="2800" i="1" spc="-150" dirty="0"/>
              <a:t>School of Computing</a:t>
            </a:r>
          </a:p>
          <a:p>
            <a:pPr>
              <a:spcBef>
                <a:spcPts val="0"/>
              </a:spcBef>
            </a:pPr>
            <a:r>
              <a:rPr lang="en-US" sz="2800" i="1" spc="-150" dirty="0"/>
              <a:t>Universiti Teknologi Malaysia</a:t>
            </a:r>
          </a:p>
        </p:txBody>
      </p:sp>
      <p:pic>
        <p:nvPicPr>
          <p:cNvPr id="5" name="Picture 2" descr="Image result for artificial intelligence icon"/>
          <p:cNvPicPr>
            <a:picLocks noChangeAspect="1" noChangeArrowheads="1"/>
          </p:cNvPicPr>
          <p:nvPr/>
        </p:nvPicPr>
        <p:blipFill rotWithShape="1">
          <a:blip r:embed="rId3" cstate="print">
            <a:duotone>
              <a:prstClr val="black"/>
              <a:schemeClr val="accent2">
                <a:tint val="45000"/>
                <a:satMod val="400000"/>
              </a:schemeClr>
            </a:duotone>
            <a:extLst>
              <a:ext uri="{BEBA8EAE-BF5A-486C-A8C5-ECC9F3942E4B}">
                <a14:imgProps xmlns:a14="http://schemas.microsoft.com/office/drawing/2010/main">
                  <a14:imgLayer r:embed="rId4">
                    <a14:imgEffect>
                      <a14:backgroundRemoval t="5429" b="69497" l="10000" r="90000">
                        <a14:foregroundMark x1="65976" y1="28727" x2="65976" y2="28727"/>
                        <a14:foregroundMark x1="58293" y1="30997" x2="58293" y2="30997"/>
                        <a14:foregroundMark x1="60732" y1="35933" x2="60732" y2="35933"/>
                        <a14:foregroundMark x1="58293" y1="41165" x2="58293" y2="41165"/>
                        <a14:foregroundMark x1="65122" y1="41757" x2="65122" y2="41757"/>
                        <a14:foregroundMark x1="69634" y1="36130" x2="69634" y2="36130"/>
                        <a14:foregroundMark x1="61220" y1="48963" x2="61220" y2="48963"/>
                        <a14:foregroundMark x1="50854" y1="66732" x2="50854" y2="66732"/>
                        <a14:foregroundMark x1="51098" y1="5429" x2="51098" y2="5429"/>
                      </a14:backgroundRemoval>
                    </a14:imgEffect>
                  </a14:imgLayer>
                </a14:imgProps>
              </a:ext>
              <a:ext uri="{28A0092B-C50C-407E-A947-70E740481C1C}">
                <a14:useLocalDpi xmlns:a14="http://schemas.microsoft.com/office/drawing/2010/main" val="0"/>
              </a:ext>
            </a:extLst>
          </a:blip>
          <a:srcRect l="14092" r="15445" b="29337"/>
          <a:stretch/>
        </p:blipFill>
        <p:spPr bwMode="auto">
          <a:xfrm>
            <a:off x="1" y="3429000"/>
            <a:ext cx="2071412" cy="256625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7257" y="3059668"/>
            <a:ext cx="9144000" cy="461665"/>
          </a:xfrm>
          <a:prstGeom prst="rect">
            <a:avLst/>
          </a:prstGeom>
        </p:spPr>
        <p:txBody>
          <a:bodyPr wrap="square">
            <a:spAutoFit/>
          </a:bodyPr>
          <a:lstStyle/>
          <a:p>
            <a:pPr algn="ctr"/>
            <a:r>
              <a:rPr lang="en-US" sz="2400" i="1" spc="-150" dirty="0">
                <a:latin typeface="Roboto" pitchFamily="2" charset="0"/>
                <a:ea typeface="Roboto" pitchFamily="2" charset="0"/>
              </a:rPr>
              <a:t>(Informed Search)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b="1" dirty="0">
                <a:latin typeface="Roboto" pitchFamily="2" charset="0"/>
                <a:ea typeface="Roboto" pitchFamily="2" charset="0"/>
              </a:rPr>
              <a:t>Outline</a:t>
            </a:r>
          </a:p>
        </p:txBody>
      </p:sp>
      <p:sp>
        <p:nvSpPr>
          <p:cNvPr id="3" name="Content Placeholder 2"/>
          <p:cNvSpPr>
            <a:spLocks noGrp="1"/>
          </p:cNvSpPr>
          <p:nvPr>
            <p:ph idx="1"/>
          </p:nvPr>
        </p:nvSpPr>
        <p:spPr>
          <a:xfrm>
            <a:off x="457200" y="1600200"/>
            <a:ext cx="8534400" cy="4525963"/>
          </a:xfrm>
        </p:spPr>
        <p:txBody>
          <a:bodyPr>
            <a:normAutofit/>
          </a:bodyPr>
          <a:lstStyle/>
          <a:p>
            <a:pPr marL="514350" indent="-514350">
              <a:buFont typeface="+mj-lt"/>
              <a:buAutoNum type="arabicPeriod"/>
            </a:pPr>
            <a:r>
              <a:rPr lang="en-US" dirty="0"/>
              <a:t>What is Heuristic Search?</a:t>
            </a:r>
          </a:p>
          <a:p>
            <a:pPr marL="514350" indent="-514350">
              <a:buFont typeface="+mj-lt"/>
              <a:buAutoNum type="arabicPeriod"/>
            </a:pPr>
            <a:r>
              <a:rPr lang="en-US" dirty="0"/>
              <a:t>Selection of a Search Strategy</a:t>
            </a:r>
          </a:p>
          <a:p>
            <a:pPr lvl="1">
              <a:buFont typeface="Arial" panose="020B0604020202020204" pitchFamily="34" charset="0"/>
              <a:buChar char="•"/>
            </a:pPr>
            <a:r>
              <a:rPr lang="en-MY" dirty="0"/>
              <a:t>Hill climbing Search</a:t>
            </a:r>
          </a:p>
          <a:p>
            <a:pPr lvl="1">
              <a:buFont typeface="Arial" panose="020B0604020202020204" pitchFamily="34" charset="0"/>
              <a:buChar char="•"/>
            </a:pPr>
            <a:r>
              <a:rPr lang="en-MY" dirty="0"/>
              <a:t>Best-first Search</a:t>
            </a:r>
          </a:p>
          <a:p>
            <a:pPr lvl="1">
              <a:buFont typeface="Arial" panose="020B0604020202020204" pitchFamily="34" charset="0"/>
              <a:buChar char="•"/>
            </a:pPr>
            <a:r>
              <a:rPr lang="en-MY" dirty="0"/>
              <a:t>Search with Heuristic</a:t>
            </a:r>
          </a:p>
          <a:p>
            <a:pPr lvl="1">
              <a:buFont typeface="Arial" panose="020B0604020202020204" pitchFamily="34" charset="0"/>
              <a:buChar char="•"/>
            </a:pPr>
            <a:r>
              <a:rPr lang="en-MY" dirty="0"/>
              <a:t>Comparison of all search strategy</a:t>
            </a:r>
          </a:p>
          <a:p>
            <a:pPr marL="514350" indent="-514350">
              <a:buFont typeface="+mj-lt"/>
              <a:buAutoNum type="arabicPeriod"/>
            </a:pPr>
            <a:r>
              <a:rPr lang="en-US" dirty="0"/>
              <a:t>Heuristic Evaluation Function f(n)</a:t>
            </a:r>
          </a:p>
          <a:p>
            <a:pPr marL="514350" indent="-514350">
              <a:buFont typeface="+mj-lt"/>
              <a:buAutoNum type="arabicPeriod"/>
            </a:pPr>
            <a:r>
              <a:rPr lang="en-US" dirty="0"/>
              <a:t>Exercise</a:t>
            </a:r>
          </a:p>
          <a:p>
            <a:endParaRPr lang="en-MY" dirty="0"/>
          </a:p>
          <a:p>
            <a:pPr marL="0" indent="0">
              <a:buNone/>
            </a:pPr>
            <a:endParaRPr lang="en-MY" dirty="0"/>
          </a:p>
          <a:p>
            <a:endParaRPr lang="en-US" dirty="0"/>
          </a:p>
        </p:txBody>
      </p:sp>
      <p:sp>
        <p:nvSpPr>
          <p:cNvPr id="4" name="Date Placeholder 3"/>
          <p:cNvSpPr>
            <a:spLocks noGrp="1"/>
          </p:cNvSpPr>
          <p:nvPr>
            <p:ph type="dt" sz="half" idx="10"/>
          </p:nvPr>
        </p:nvSpPr>
        <p:spPr>
          <a:xfrm>
            <a:off x="228600" y="6437873"/>
            <a:ext cx="2133600" cy="365125"/>
          </a:xfrm>
        </p:spPr>
        <p:txBody>
          <a:bodyPr/>
          <a:lstStyle/>
          <a:p>
            <a:r>
              <a:rPr lang="en-US"/>
              <a:t>2019</a:t>
            </a:r>
            <a:endParaRPr lang="en-US" dirty="0"/>
          </a:p>
        </p:txBody>
      </p:sp>
      <p:sp>
        <p:nvSpPr>
          <p:cNvPr id="5" name="Footer Placeholder 4"/>
          <p:cNvSpPr>
            <a:spLocks noGrp="1"/>
          </p:cNvSpPr>
          <p:nvPr>
            <p:ph type="ftr" sz="quarter" idx="11"/>
          </p:nvPr>
        </p:nvSpPr>
        <p:spPr/>
        <p:txBody>
          <a:bodyPr/>
          <a:lstStyle/>
          <a:p>
            <a:r>
              <a:rPr lang="en-US"/>
              <a:t>SCSJ 3353: Artificial Intelligence</a:t>
            </a:r>
          </a:p>
        </p:txBody>
      </p:sp>
      <p:sp>
        <p:nvSpPr>
          <p:cNvPr id="6" name="Slide Number Placeholder 5"/>
          <p:cNvSpPr>
            <a:spLocks noGrp="1"/>
          </p:cNvSpPr>
          <p:nvPr>
            <p:ph type="sldNum" sz="quarter" idx="12"/>
          </p:nvPr>
        </p:nvSpPr>
        <p:spPr/>
        <p:txBody>
          <a:bodyPr/>
          <a:lstStyle/>
          <a:p>
            <a:fld id="{0362C787-829C-4B6B-B21B-90D8981190F3}"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2019</a:t>
            </a:r>
          </a:p>
        </p:txBody>
      </p:sp>
      <p:sp>
        <p:nvSpPr>
          <p:cNvPr id="3" name="Footer Placeholder 2"/>
          <p:cNvSpPr>
            <a:spLocks noGrp="1"/>
          </p:cNvSpPr>
          <p:nvPr>
            <p:ph type="ftr" sz="quarter" idx="11"/>
          </p:nvPr>
        </p:nvSpPr>
        <p:spPr/>
        <p:txBody>
          <a:bodyPr/>
          <a:lstStyle/>
          <a:p>
            <a:r>
              <a:rPr lang="en-US"/>
              <a:t>SCSJ 3353: Artificial Intelligence</a:t>
            </a:r>
          </a:p>
        </p:txBody>
      </p:sp>
      <p:sp>
        <p:nvSpPr>
          <p:cNvPr id="4" name="Slide Number Placeholder 3"/>
          <p:cNvSpPr>
            <a:spLocks noGrp="1"/>
          </p:cNvSpPr>
          <p:nvPr>
            <p:ph type="sldNum" sz="quarter" idx="12"/>
          </p:nvPr>
        </p:nvSpPr>
        <p:spPr/>
        <p:txBody>
          <a:bodyPr/>
          <a:lstStyle/>
          <a:p>
            <a:fld id="{0362C787-829C-4B6B-B21B-90D8981190F3}" type="slidenum">
              <a:rPr lang="en-US" smtClean="0"/>
              <a:pPr/>
              <a:t>3</a:t>
            </a:fld>
            <a:endParaRPr lang="en-US"/>
          </a:p>
        </p:txBody>
      </p:sp>
      <p:pic>
        <p:nvPicPr>
          <p:cNvPr id="6" name="Picture 2" descr="Image result for artificial intelligence icon"/>
          <p:cNvPicPr>
            <a:picLocks noChangeAspect="1" noChangeArrowheads="1"/>
          </p:cNvPicPr>
          <p:nvPr/>
        </p:nvPicPr>
        <p:blipFill rotWithShape="1">
          <a:blip r:embed="rId2" cstate="print">
            <a:duotone>
              <a:prstClr val="black"/>
              <a:schemeClr val="accent2">
                <a:tint val="45000"/>
                <a:satMod val="400000"/>
              </a:schemeClr>
            </a:duotone>
            <a:extLst>
              <a:ext uri="{BEBA8EAE-BF5A-486C-A8C5-ECC9F3942E4B}">
                <a14:imgProps xmlns:a14="http://schemas.microsoft.com/office/drawing/2010/main">
                  <a14:imgLayer r:embed="rId3">
                    <a14:imgEffect>
                      <a14:backgroundRemoval t="5429" b="69497" l="10000" r="90000">
                        <a14:foregroundMark x1="65976" y1="28727" x2="65976" y2="28727"/>
                        <a14:foregroundMark x1="58293" y1="30997" x2="58293" y2="30997"/>
                        <a14:foregroundMark x1="60732" y1="35933" x2="60732" y2="35933"/>
                        <a14:foregroundMark x1="58293" y1="41165" x2="58293" y2="41165"/>
                        <a14:foregroundMark x1="65122" y1="41757" x2="65122" y2="41757"/>
                        <a14:foregroundMark x1="69634" y1="36130" x2="69634" y2="36130"/>
                        <a14:foregroundMark x1="61220" y1="48963" x2="61220" y2="48963"/>
                        <a14:foregroundMark x1="50854" y1="66732" x2="50854" y2="66732"/>
                        <a14:foregroundMark x1="51098" y1="5429" x2="51098" y2="5429"/>
                      </a14:backgroundRemoval>
                    </a14:imgEffect>
                  </a14:imgLayer>
                </a14:imgProps>
              </a:ext>
              <a:ext uri="{28A0092B-C50C-407E-A947-70E740481C1C}">
                <a14:useLocalDpi xmlns:a14="http://schemas.microsoft.com/office/drawing/2010/main" val="0"/>
              </a:ext>
            </a:extLst>
          </a:blip>
          <a:srcRect l="14092" r="15445" b="29337"/>
          <a:stretch/>
        </p:blipFill>
        <p:spPr bwMode="auto">
          <a:xfrm>
            <a:off x="64826" y="2259238"/>
            <a:ext cx="2071412" cy="2566251"/>
          </a:xfrm>
          <a:prstGeom prst="rect">
            <a:avLst/>
          </a:prstGeom>
          <a:noFill/>
          <a:extLst>
            <a:ext uri="{909E8E84-426E-40DD-AFC4-6F175D3DCCD1}">
              <a14:hiddenFill xmlns:a14="http://schemas.microsoft.com/office/drawing/2010/main">
                <a:solidFill>
                  <a:srgbClr val="FFFFFF"/>
                </a:solidFill>
              </a14:hiddenFill>
            </a:ext>
          </a:extLst>
        </p:spPr>
      </p:pic>
      <p:sp>
        <p:nvSpPr>
          <p:cNvPr id="7" name="Title 1"/>
          <p:cNvSpPr txBox="1">
            <a:spLocks/>
          </p:cNvSpPr>
          <p:nvPr/>
        </p:nvSpPr>
        <p:spPr>
          <a:xfrm>
            <a:off x="1733612" y="2314726"/>
            <a:ext cx="7257988" cy="936625"/>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4000" b="1" dirty="0">
                <a:latin typeface="Roboto" pitchFamily="2" charset="0"/>
                <a:ea typeface="Roboto" pitchFamily="2" charset="0"/>
              </a:rPr>
              <a:t>What is </a:t>
            </a:r>
            <a:r>
              <a:rPr lang="en-US" sz="4000" b="1" dirty="0">
                <a:solidFill>
                  <a:srgbClr val="C00000"/>
                </a:solidFill>
                <a:latin typeface="Roboto" pitchFamily="2" charset="0"/>
                <a:ea typeface="Roboto" pitchFamily="2" charset="0"/>
              </a:rPr>
              <a:t>Heuristic Search</a:t>
            </a:r>
            <a:r>
              <a:rPr lang="en-US" sz="4000" b="1" dirty="0">
                <a:latin typeface="Roboto" pitchFamily="2" charset="0"/>
                <a:ea typeface="Roboto" pitchFamily="2" charset="0"/>
              </a:rPr>
              <a:t>?</a:t>
            </a:r>
          </a:p>
        </p:txBody>
      </p:sp>
      <p:sp>
        <p:nvSpPr>
          <p:cNvPr id="8" name="Rectangle 7"/>
          <p:cNvSpPr/>
          <p:nvPr/>
        </p:nvSpPr>
        <p:spPr>
          <a:xfrm>
            <a:off x="2136238" y="3124200"/>
            <a:ext cx="6217023" cy="830997"/>
          </a:xfrm>
          <a:prstGeom prst="rect">
            <a:avLst/>
          </a:prstGeom>
        </p:spPr>
        <p:txBody>
          <a:bodyPr wrap="square">
            <a:spAutoFit/>
          </a:bodyPr>
          <a:lstStyle/>
          <a:p>
            <a:pPr marL="742950" lvl="1" indent="-285750">
              <a:buFont typeface="Arial" panose="020B0604020202020204" pitchFamily="34" charset="0"/>
              <a:buChar char="•"/>
            </a:pPr>
            <a:r>
              <a:rPr lang="en-US" sz="2400" dirty="0"/>
              <a:t>Definition</a:t>
            </a:r>
          </a:p>
          <a:p>
            <a:pPr marL="742950" lvl="1" indent="-285750">
              <a:buFont typeface="Arial" panose="020B0604020202020204" pitchFamily="34" charset="0"/>
              <a:buChar char="•"/>
            </a:pPr>
            <a:r>
              <a:rPr lang="en-US" sz="2400" dirty="0"/>
              <a:t>Taxonomy of Heuristic Search</a:t>
            </a:r>
          </a:p>
        </p:txBody>
      </p:sp>
    </p:spTree>
    <p:extLst>
      <p:ext uri="{BB962C8B-B14F-4D97-AF65-F5344CB8AC3E}">
        <p14:creationId xmlns:p14="http://schemas.microsoft.com/office/powerpoint/2010/main" val="13928391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1FB70FE3-1C4B-4C01-B4E7-493CA096D2DE}"/>
              </a:ext>
            </a:extLst>
          </p:cNvPr>
          <p:cNvSpPr>
            <a:spLocks noGrp="1"/>
          </p:cNvSpPr>
          <p:nvPr>
            <p:ph type="dt" sz="half" idx="10"/>
          </p:nvPr>
        </p:nvSpPr>
        <p:spPr/>
        <p:txBody>
          <a:bodyPr/>
          <a:lstStyle/>
          <a:p>
            <a:r>
              <a:rPr lang="en-US" sz="800">
                <a:solidFill>
                  <a:srgbClr val="FFE1AD"/>
                </a:solidFill>
              </a:rPr>
              <a:t>2019</a:t>
            </a:r>
            <a:endParaRPr lang="en-US" sz="800" dirty="0">
              <a:solidFill>
                <a:srgbClr val="FFE1AD"/>
              </a:solidFill>
            </a:endParaRPr>
          </a:p>
        </p:txBody>
      </p:sp>
      <p:sp>
        <p:nvSpPr>
          <p:cNvPr id="5" name="Footer Placeholder 4">
            <a:extLst>
              <a:ext uri="{FF2B5EF4-FFF2-40B4-BE49-F238E27FC236}">
                <a16:creationId xmlns:a16="http://schemas.microsoft.com/office/drawing/2014/main" xmlns="" id="{4877CB11-AA22-4894-8F3B-510E3B646473}"/>
              </a:ext>
            </a:extLst>
          </p:cNvPr>
          <p:cNvSpPr>
            <a:spLocks noGrp="1"/>
          </p:cNvSpPr>
          <p:nvPr>
            <p:ph type="ftr" sz="quarter" idx="11"/>
          </p:nvPr>
        </p:nvSpPr>
        <p:spPr/>
        <p:txBody>
          <a:bodyPr/>
          <a:lstStyle/>
          <a:p>
            <a:r>
              <a:rPr lang="en-US" sz="800">
                <a:solidFill>
                  <a:srgbClr val="FFE1AD"/>
                </a:solidFill>
              </a:rPr>
              <a:t>SCSJ 3353: Artificial Intelligence</a:t>
            </a:r>
            <a:endParaRPr lang="en-US" sz="800" dirty="0">
              <a:solidFill>
                <a:srgbClr val="FFE1AD"/>
              </a:solidFill>
            </a:endParaRPr>
          </a:p>
        </p:txBody>
      </p:sp>
      <p:sp>
        <p:nvSpPr>
          <p:cNvPr id="6" name="Slide Number Placeholder 5">
            <a:extLst>
              <a:ext uri="{FF2B5EF4-FFF2-40B4-BE49-F238E27FC236}">
                <a16:creationId xmlns:a16="http://schemas.microsoft.com/office/drawing/2014/main" xmlns="" id="{236EDA3C-DAF8-4E46-A8D7-349C957CDA1C}"/>
              </a:ext>
            </a:extLst>
          </p:cNvPr>
          <p:cNvSpPr>
            <a:spLocks noGrp="1"/>
          </p:cNvSpPr>
          <p:nvPr>
            <p:ph type="sldNum" sz="quarter" idx="12"/>
          </p:nvPr>
        </p:nvSpPr>
        <p:spPr/>
        <p:txBody>
          <a:bodyPr/>
          <a:lstStyle/>
          <a:p>
            <a:fld id="{0362C787-829C-4B6B-B21B-90D8981190F3}" type="slidenum">
              <a:rPr lang="en-US" sz="900" smtClean="0">
                <a:solidFill>
                  <a:srgbClr val="FFE1AD"/>
                </a:solidFill>
              </a:rPr>
              <a:pPr/>
              <a:t>4</a:t>
            </a:fld>
            <a:endParaRPr lang="en-US" sz="900" dirty="0">
              <a:solidFill>
                <a:srgbClr val="FFE1AD"/>
              </a:solidFill>
            </a:endParaRPr>
          </a:p>
        </p:txBody>
      </p:sp>
      <p:sp>
        <p:nvSpPr>
          <p:cNvPr id="10" name="Rectangle 9"/>
          <p:cNvSpPr/>
          <p:nvPr/>
        </p:nvSpPr>
        <p:spPr>
          <a:xfrm>
            <a:off x="1066800" y="304800"/>
            <a:ext cx="8073273" cy="707886"/>
          </a:xfrm>
          <a:prstGeom prst="rect">
            <a:avLst/>
          </a:prstGeom>
        </p:spPr>
        <p:txBody>
          <a:bodyPr wrap="square">
            <a:spAutoFit/>
          </a:bodyPr>
          <a:lstStyle/>
          <a:p>
            <a:pPr algn="ctr"/>
            <a:r>
              <a:rPr lang="en-US" sz="4000" b="1" dirty="0">
                <a:solidFill>
                  <a:srgbClr val="C00000"/>
                </a:solidFill>
                <a:latin typeface="Roboto" pitchFamily="2" charset="0"/>
                <a:ea typeface="Roboto" pitchFamily="2" charset="0"/>
              </a:rPr>
              <a:t>Heuristic Search</a:t>
            </a:r>
            <a:r>
              <a:rPr lang="en-US" sz="4000" b="1" dirty="0">
                <a:latin typeface="Roboto" pitchFamily="2" charset="0"/>
                <a:ea typeface="Roboto" pitchFamily="2" charset="0"/>
              </a:rPr>
              <a:t>: Definition</a:t>
            </a:r>
          </a:p>
        </p:txBody>
      </p:sp>
      <p:pic>
        <p:nvPicPr>
          <p:cNvPr id="8" name="Picture 2" descr="Z:\Shared with PC\smallMaze.png"/>
          <p:cNvPicPr>
            <a:picLocks noChangeAspect="1" noChangeArrowheads="1"/>
          </p:cNvPicPr>
          <p:nvPr/>
        </p:nvPicPr>
        <p:blipFill>
          <a:blip r:embed="rId2" cstate="print"/>
          <a:srcRect/>
          <a:stretch>
            <a:fillRect/>
          </a:stretch>
        </p:blipFill>
        <p:spPr bwMode="auto">
          <a:xfrm>
            <a:off x="400051" y="3481387"/>
            <a:ext cx="4967288" cy="2233613"/>
          </a:xfrm>
          <a:prstGeom prst="rect">
            <a:avLst/>
          </a:prstGeom>
          <a:noFill/>
          <a:ln w="9525">
            <a:noFill/>
            <a:miter lim="800000"/>
            <a:headEnd/>
            <a:tailEnd/>
          </a:ln>
        </p:spPr>
      </p:pic>
      <p:sp>
        <p:nvSpPr>
          <p:cNvPr id="9" name="Rectangle 5"/>
          <p:cNvSpPr txBox="1">
            <a:spLocks noChangeArrowheads="1"/>
          </p:cNvSpPr>
          <p:nvPr/>
        </p:nvSpPr>
        <p:spPr bwMode="auto">
          <a:xfrm>
            <a:off x="76200" y="1495328"/>
            <a:ext cx="6705601" cy="1281113"/>
          </a:xfrm>
          <a:prstGeom prst="rect">
            <a:avLst/>
          </a:prstGeom>
          <a:noFill/>
          <a:ln w="9525">
            <a:noFill/>
            <a:miter lim="800000"/>
            <a:headEnd/>
            <a:tailEnd/>
          </a:ln>
        </p:spPr>
        <p:txBody>
          <a:bodyPr lIns="68574" tIns="34289" rIns="68574" bIns="34289"/>
          <a:lstStyle/>
          <a:p>
            <a:pPr marL="257150" indent="-257150">
              <a:spcBef>
                <a:spcPct val="20000"/>
              </a:spcBef>
              <a:buClr>
                <a:schemeClr val="accent2"/>
              </a:buClr>
              <a:buFont typeface="Wingdings" pitchFamily="2" charset="2"/>
              <a:buChar char="§"/>
              <a:defRPr/>
            </a:pPr>
            <a:r>
              <a:rPr lang="en-US" sz="2400" kern="0" dirty="0">
                <a:solidFill>
                  <a:srgbClr val="C00000"/>
                </a:solidFill>
                <a:latin typeface="Calibri" pitchFamily="34" charset="0"/>
              </a:rPr>
              <a:t>A heuristic is:</a:t>
            </a:r>
          </a:p>
          <a:p>
            <a:pPr marL="600016" lvl="1" indent="-257150">
              <a:spcBef>
                <a:spcPct val="20000"/>
              </a:spcBef>
              <a:buClr>
                <a:schemeClr val="accent2"/>
              </a:buClr>
              <a:buFont typeface="Wingdings" pitchFamily="2" charset="2"/>
              <a:buChar char="§"/>
              <a:defRPr/>
            </a:pPr>
            <a:r>
              <a:rPr lang="en-US" kern="0" dirty="0">
                <a:latin typeface="Calibri" pitchFamily="34" charset="0"/>
              </a:rPr>
              <a:t>A function that </a:t>
            </a:r>
            <a:r>
              <a:rPr lang="en-US" i="1" kern="0" dirty="0">
                <a:latin typeface="Calibri" pitchFamily="34" charset="0"/>
              </a:rPr>
              <a:t>estimates</a:t>
            </a:r>
            <a:r>
              <a:rPr lang="en-US" kern="0" dirty="0">
                <a:latin typeface="Calibri" pitchFamily="34" charset="0"/>
              </a:rPr>
              <a:t> how close a state is to a goal</a:t>
            </a:r>
          </a:p>
          <a:p>
            <a:pPr marL="600016" lvl="1" indent="-257150">
              <a:spcBef>
                <a:spcPct val="20000"/>
              </a:spcBef>
              <a:buClr>
                <a:schemeClr val="accent2"/>
              </a:buClr>
              <a:buFont typeface="Wingdings" pitchFamily="2" charset="2"/>
              <a:buChar char="§"/>
              <a:defRPr/>
            </a:pPr>
            <a:r>
              <a:rPr lang="en-US" kern="0" dirty="0">
                <a:latin typeface="Calibri" pitchFamily="34" charset="0"/>
              </a:rPr>
              <a:t>Designed for a particular search problem</a:t>
            </a:r>
          </a:p>
          <a:p>
            <a:pPr marL="600016" lvl="1" indent="-257150">
              <a:spcBef>
                <a:spcPct val="20000"/>
              </a:spcBef>
              <a:buClr>
                <a:schemeClr val="accent2"/>
              </a:buClr>
              <a:buFont typeface="Wingdings" pitchFamily="2" charset="2"/>
              <a:buChar char="§"/>
              <a:defRPr/>
            </a:pPr>
            <a:r>
              <a:rPr lang="en-US" kern="0" dirty="0">
                <a:latin typeface="Calibri" pitchFamily="34" charset="0"/>
              </a:rPr>
              <a:t>Examples: Manhattan distance, Euclidean distance for path</a:t>
            </a:r>
          </a:p>
        </p:txBody>
      </p:sp>
      <p:grpSp>
        <p:nvGrpSpPr>
          <p:cNvPr id="11" name="Group 18"/>
          <p:cNvGrpSpPr>
            <a:grpSpLocks/>
          </p:cNvGrpSpPr>
          <p:nvPr/>
        </p:nvGrpSpPr>
        <p:grpSpPr bwMode="auto">
          <a:xfrm>
            <a:off x="677470" y="3915965"/>
            <a:ext cx="2269331" cy="1443038"/>
            <a:chOff x="1573306" y="4155142"/>
            <a:chExt cx="3025588" cy="1922929"/>
          </a:xfrm>
        </p:grpSpPr>
        <p:sp>
          <p:nvSpPr>
            <p:cNvPr id="12" name="Freeform 11"/>
            <p:cNvSpPr/>
            <p:nvPr/>
          </p:nvSpPr>
          <p:spPr>
            <a:xfrm>
              <a:off x="1573306" y="4578757"/>
              <a:ext cx="3025588" cy="1499314"/>
            </a:xfrm>
            <a:custGeom>
              <a:avLst/>
              <a:gdLst>
                <a:gd name="connsiteX0" fmla="*/ 3065929 w 3065929"/>
                <a:gd name="connsiteY0" fmla="*/ 13447 h 1479177"/>
                <a:gd name="connsiteX1" fmla="*/ 0 w 3065929"/>
                <a:gd name="connsiteY1" fmla="*/ 0 h 1479177"/>
                <a:gd name="connsiteX2" fmla="*/ 26894 w 3065929"/>
                <a:gd name="connsiteY2" fmla="*/ 1479177 h 1479177"/>
              </a:gdLst>
              <a:ahLst/>
              <a:cxnLst>
                <a:cxn ang="0">
                  <a:pos x="connsiteX0" y="connsiteY0"/>
                </a:cxn>
                <a:cxn ang="0">
                  <a:pos x="connsiteX1" y="connsiteY1"/>
                </a:cxn>
                <a:cxn ang="0">
                  <a:pos x="connsiteX2" y="connsiteY2"/>
                </a:cxn>
              </a:cxnLst>
              <a:rect l="l" t="t" r="r" b="b"/>
              <a:pathLst>
                <a:path w="3065929" h="1479177">
                  <a:moveTo>
                    <a:pt x="3065929" y="13447"/>
                  </a:moveTo>
                  <a:lnTo>
                    <a:pt x="0" y="0"/>
                  </a:lnTo>
                  <a:lnTo>
                    <a:pt x="26894" y="1479177"/>
                  </a:lnTo>
                </a:path>
              </a:pathLst>
            </a:custGeom>
            <a:ln w="57150">
              <a:solidFill>
                <a:srgbClr val="C00000"/>
              </a:solidFill>
              <a:headEnd type="none" w="med" len="med"/>
              <a:tailEnd type="triangle" w="med" len="med"/>
            </a:ln>
          </p:spPr>
          <p:style>
            <a:lnRef idx="1">
              <a:schemeClr val="dk1"/>
            </a:lnRef>
            <a:fillRef idx="0">
              <a:schemeClr val="dk1"/>
            </a:fillRef>
            <a:effectRef idx="0">
              <a:schemeClr val="dk1"/>
            </a:effectRef>
            <a:fontRef idx="minor">
              <a:schemeClr val="tx1"/>
            </a:fontRef>
          </p:style>
          <p:txBody>
            <a:bodyPr anchor="ctr"/>
            <a:lstStyle/>
            <a:p>
              <a:pPr algn="ctr">
                <a:defRPr/>
              </a:pPr>
              <a:endParaRPr lang="en-US" sz="1350"/>
            </a:p>
          </p:txBody>
        </p:sp>
        <p:sp>
          <p:nvSpPr>
            <p:cNvPr id="13" name="TextBox 15"/>
            <p:cNvSpPr txBox="1">
              <a:spLocks noChangeArrowheads="1"/>
            </p:cNvSpPr>
            <p:nvPr/>
          </p:nvSpPr>
          <p:spPr bwMode="auto">
            <a:xfrm>
              <a:off x="2164976" y="4155142"/>
              <a:ext cx="481298" cy="399876"/>
            </a:xfrm>
            <a:prstGeom prst="rect">
              <a:avLst/>
            </a:prstGeom>
            <a:noFill/>
            <a:ln w="9525">
              <a:noFill/>
              <a:miter lim="800000"/>
              <a:headEnd/>
              <a:tailEnd/>
            </a:ln>
          </p:spPr>
          <p:txBody>
            <a:bodyPr wrap="none">
              <a:spAutoFit/>
            </a:bodyPr>
            <a:lstStyle/>
            <a:p>
              <a:r>
                <a:rPr lang="en-US" sz="1350" b="1" dirty="0">
                  <a:solidFill>
                    <a:srgbClr val="C00000"/>
                  </a:solidFill>
                </a:rPr>
                <a:t>10</a:t>
              </a:r>
            </a:p>
          </p:txBody>
        </p:sp>
        <p:sp>
          <p:nvSpPr>
            <p:cNvPr id="14" name="TextBox 16"/>
            <p:cNvSpPr txBox="1">
              <a:spLocks noChangeArrowheads="1"/>
            </p:cNvSpPr>
            <p:nvPr/>
          </p:nvSpPr>
          <p:spPr bwMode="auto">
            <a:xfrm>
              <a:off x="1591236" y="4953001"/>
              <a:ext cx="363754" cy="399876"/>
            </a:xfrm>
            <a:prstGeom prst="rect">
              <a:avLst/>
            </a:prstGeom>
            <a:noFill/>
            <a:ln w="9525">
              <a:noFill/>
              <a:miter lim="800000"/>
              <a:headEnd/>
              <a:tailEnd/>
            </a:ln>
          </p:spPr>
          <p:txBody>
            <a:bodyPr wrap="none">
              <a:spAutoFit/>
            </a:bodyPr>
            <a:lstStyle/>
            <a:p>
              <a:r>
                <a:rPr lang="en-US" sz="1350" b="1" dirty="0">
                  <a:solidFill>
                    <a:srgbClr val="C00000"/>
                  </a:solidFill>
                </a:rPr>
                <a:t>5</a:t>
              </a:r>
            </a:p>
          </p:txBody>
        </p:sp>
      </p:grpSp>
      <p:grpSp>
        <p:nvGrpSpPr>
          <p:cNvPr id="15" name="Group 19"/>
          <p:cNvGrpSpPr>
            <a:grpSpLocks/>
          </p:cNvGrpSpPr>
          <p:nvPr/>
        </p:nvGrpSpPr>
        <p:grpSpPr bwMode="auto">
          <a:xfrm>
            <a:off x="738193" y="4229101"/>
            <a:ext cx="2233607" cy="1129903"/>
            <a:chOff x="1653989" y="4572529"/>
            <a:chExt cx="2978334" cy="1505542"/>
          </a:xfrm>
        </p:grpSpPr>
        <p:cxnSp>
          <p:nvCxnSpPr>
            <p:cNvPr id="16" name="Straight Arrow Connector 15"/>
            <p:cNvCxnSpPr/>
            <p:nvPr/>
          </p:nvCxnSpPr>
          <p:spPr>
            <a:xfrm flipH="1">
              <a:off x="1653989" y="4572529"/>
              <a:ext cx="2978334" cy="1505542"/>
            </a:xfrm>
            <a:prstGeom prst="straightConnector1">
              <a:avLst/>
            </a:prstGeom>
            <a:ln w="57150">
              <a:solidFill>
                <a:srgbClr val="C00000"/>
              </a:solidFill>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17" name="TextBox 17"/>
            <p:cNvSpPr txBox="1">
              <a:spLocks noChangeArrowheads="1"/>
            </p:cNvSpPr>
            <p:nvPr/>
          </p:nvSpPr>
          <p:spPr bwMode="auto">
            <a:xfrm>
              <a:off x="3016625" y="5356413"/>
              <a:ext cx="660908" cy="399845"/>
            </a:xfrm>
            <a:prstGeom prst="rect">
              <a:avLst/>
            </a:prstGeom>
            <a:noFill/>
            <a:ln w="9525">
              <a:noFill/>
              <a:miter lim="800000"/>
              <a:headEnd/>
              <a:tailEnd/>
            </a:ln>
          </p:spPr>
          <p:txBody>
            <a:bodyPr wrap="none">
              <a:spAutoFit/>
            </a:bodyPr>
            <a:lstStyle/>
            <a:p>
              <a:r>
                <a:rPr lang="en-US" sz="1350" b="1" dirty="0">
                  <a:solidFill>
                    <a:srgbClr val="C00000"/>
                  </a:solidFill>
                </a:rPr>
                <a:t>11.2</a:t>
              </a:r>
            </a:p>
          </p:txBody>
        </p:sp>
      </p:grpSp>
      <p:pic>
        <p:nvPicPr>
          <p:cNvPr id="18" name="Picture 4"/>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578600" y="1841150"/>
            <a:ext cx="2392350" cy="1614837"/>
          </a:xfrm>
          <a:prstGeom prst="rect">
            <a:avLst/>
          </a:prstGeom>
          <a:noFill/>
        </p:spPr>
      </p:pic>
      <p:pic>
        <p:nvPicPr>
          <p:cNvPr id="19" name="Picture 5"/>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6594741" y="3662686"/>
            <a:ext cx="2483584" cy="1696318"/>
          </a:xfrm>
          <a:prstGeom prst="rect">
            <a:avLst/>
          </a:prstGeom>
          <a:noFill/>
        </p:spPr>
      </p:pic>
    </p:spTree>
    <p:extLst>
      <p:ext uri="{BB962C8B-B14F-4D97-AF65-F5344CB8AC3E}">
        <p14:creationId xmlns:p14="http://schemas.microsoft.com/office/powerpoint/2010/main" val="3677384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nodeType="clickEffect">
                                  <p:stCondLst>
                                    <p:cond delay="0"/>
                                  </p:stCondLst>
                                  <p:childTnLst>
                                    <p:set>
                                      <p:cBhvr>
                                        <p:cTn id="34" dur="1" fill="hold">
                                          <p:stCondLst>
                                            <p:cond delay="0"/>
                                          </p:stCondLst>
                                        </p:cTn>
                                        <p:tgtEl>
                                          <p:spTgt spid="11"/>
                                        </p:tgtEl>
                                        <p:attrNameLst>
                                          <p:attrName>style.visibility</p:attrName>
                                        </p:attrNameLst>
                                      </p:cBhvr>
                                      <p:to>
                                        <p:strVal val="hidden"/>
                                      </p:to>
                                    </p:set>
                                  </p:childTnLst>
                                </p:cTn>
                              </p:par>
                              <p:par>
                                <p:cTn id="35" presetID="1" presetClass="entr" presetSubtype="0" fill="hold"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1FB70FE3-1C4B-4C01-B4E7-493CA096D2DE}"/>
              </a:ext>
            </a:extLst>
          </p:cNvPr>
          <p:cNvSpPr>
            <a:spLocks noGrp="1"/>
          </p:cNvSpPr>
          <p:nvPr>
            <p:ph type="dt" sz="half" idx="10"/>
          </p:nvPr>
        </p:nvSpPr>
        <p:spPr/>
        <p:txBody>
          <a:bodyPr/>
          <a:lstStyle/>
          <a:p>
            <a:r>
              <a:rPr lang="en-US" sz="800">
                <a:solidFill>
                  <a:srgbClr val="FFE1AD"/>
                </a:solidFill>
              </a:rPr>
              <a:t>2019</a:t>
            </a:r>
            <a:endParaRPr lang="en-US" sz="800" dirty="0">
              <a:solidFill>
                <a:srgbClr val="FFE1AD"/>
              </a:solidFill>
            </a:endParaRPr>
          </a:p>
        </p:txBody>
      </p:sp>
      <p:sp>
        <p:nvSpPr>
          <p:cNvPr id="5" name="Footer Placeholder 4">
            <a:extLst>
              <a:ext uri="{FF2B5EF4-FFF2-40B4-BE49-F238E27FC236}">
                <a16:creationId xmlns:a16="http://schemas.microsoft.com/office/drawing/2014/main" xmlns="" id="{4877CB11-AA22-4894-8F3B-510E3B646473}"/>
              </a:ext>
            </a:extLst>
          </p:cNvPr>
          <p:cNvSpPr>
            <a:spLocks noGrp="1"/>
          </p:cNvSpPr>
          <p:nvPr>
            <p:ph type="ftr" sz="quarter" idx="11"/>
          </p:nvPr>
        </p:nvSpPr>
        <p:spPr/>
        <p:txBody>
          <a:bodyPr/>
          <a:lstStyle/>
          <a:p>
            <a:r>
              <a:rPr lang="en-US" sz="800">
                <a:solidFill>
                  <a:srgbClr val="FFE1AD"/>
                </a:solidFill>
              </a:rPr>
              <a:t>SCSJ 3353: Artificial Intelligence</a:t>
            </a:r>
            <a:endParaRPr lang="en-US" sz="800" dirty="0">
              <a:solidFill>
                <a:srgbClr val="FFE1AD"/>
              </a:solidFill>
            </a:endParaRPr>
          </a:p>
        </p:txBody>
      </p:sp>
      <p:sp>
        <p:nvSpPr>
          <p:cNvPr id="6" name="Slide Number Placeholder 5">
            <a:extLst>
              <a:ext uri="{FF2B5EF4-FFF2-40B4-BE49-F238E27FC236}">
                <a16:creationId xmlns:a16="http://schemas.microsoft.com/office/drawing/2014/main" xmlns="" id="{236EDA3C-DAF8-4E46-A8D7-349C957CDA1C}"/>
              </a:ext>
            </a:extLst>
          </p:cNvPr>
          <p:cNvSpPr>
            <a:spLocks noGrp="1"/>
          </p:cNvSpPr>
          <p:nvPr>
            <p:ph type="sldNum" sz="quarter" idx="12"/>
          </p:nvPr>
        </p:nvSpPr>
        <p:spPr/>
        <p:txBody>
          <a:bodyPr/>
          <a:lstStyle/>
          <a:p>
            <a:fld id="{0362C787-829C-4B6B-B21B-90D8981190F3}" type="slidenum">
              <a:rPr lang="en-US" sz="900" smtClean="0">
                <a:solidFill>
                  <a:srgbClr val="FFE1AD"/>
                </a:solidFill>
              </a:rPr>
              <a:pPr/>
              <a:t>5</a:t>
            </a:fld>
            <a:endParaRPr lang="en-US" sz="900" dirty="0">
              <a:solidFill>
                <a:srgbClr val="FFE1AD"/>
              </a:solidFill>
            </a:endParaRPr>
          </a:p>
        </p:txBody>
      </p:sp>
      <p:sp>
        <p:nvSpPr>
          <p:cNvPr id="7" name="Rectangle 5"/>
          <p:cNvSpPr>
            <a:spLocks noChangeArrowheads="1"/>
          </p:cNvSpPr>
          <p:nvPr/>
        </p:nvSpPr>
        <p:spPr bwMode="auto">
          <a:xfrm>
            <a:off x="228600" y="1676400"/>
            <a:ext cx="8610600" cy="419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Char char="•"/>
              <a:defRPr sz="3200">
                <a:solidFill>
                  <a:schemeClr val="tx1"/>
                </a:solidFill>
                <a:effectLst>
                  <a:outerShdw blurRad="38100" dist="38100" dir="2700000" algn="tl">
                    <a:srgbClr val="000000"/>
                  </a:outerShdw>
                </a:effectLst>
                <a:latin typeface="Garamond" panose="02020404030301010803" pitchFamily="18" charset="0"/>
              </a:defRPr>
            </a:lvl1pPr>
            <a:lvl2pPr marL="742950" indent="-285750">
              <a:spcBef>
                <a:spcPct val="20000"/>
              </a:spcBef>
              <a:buChar char="–"/>
              <a:defRPr sz="2800">
                <a:solidFill>
                  <a:schemeClr val="tx1"/>
                </a:solidFill>
                <a:effectLst>
                  <a:outerShdw blurRad="38100" dist="38100" dir="2700000" algn="tl">
                    <a:srgbClr val="000000"/>
                  </a:outerShdw>
                </a:effectLst>
                <a:latin typeface="Garamond" panose="02020404030301010803" pitchFamily="18" charset="0"/>
              </a:defRPr>
            </a:lvl2pPr>
            <a:lvl3pPr marL="1143000" indent="-228600">
              <a:spcBef>
                <a:spcPct val="20000"/>
              </a:spcBef>
              <a:buClr>
                <a:schemeClr val="tx2"/>
              </a:buClr>
              <a:buChar char="•"/>
              <a:defRPr sz="2400">
                <a:solidFill>
                  <a:schemeClr val="tx1"/>
                </a:solidFill>
                <a:effectLst>
                  <a:outerShdw blurRad="38100" dist="38100" dir="2700000" algn="tl">
                    <a:srgbClr val="000000"/>
                  </a:outerShdw>
                </a:effectLst>
                <a:latin typeface="Garamond" panose="02020404030301010803" pitchFamily="18" charset="0"/>
              </a:defRPr>
            </a:lvl3pPr>
            <a:lvl4pPr marL="1600200" indent="-228600">
              <a:spcBef>
                <a:spcPct val="20000"/>
              </a:spcBef>
              <a:buChar char="–"/>
              <a:defRPr sz="2000">
                <a:solidFill>
                  <a:schemeClr val="tx1"/>
                </a:solidFill>
                <a:effectLst>
                  <a:outerShdw blurRad="38100" dist="38100" dir="2700000" algn="tl">
                    <a:srgbClr val="000000"/>
                  </a:outerShdw>
                </a:effectLst>
                <a:latin typeface="Garamond" panose="02020404030301010803" pitchFamily="18" charset="0"/>
              </a:defRPr>
            </a:lvl4pPr>
            <a:lvl5pPr marL="2057400" indent="-228600">
              <a:spcBef>
                <a:spcPct val="20000"/>
              </a:spcBef>
              <a:buClr>
                <a:schemeClr val="folHlink"/>
              </a:buClr>
              <a:buChar char="•"/>
              <a:defRPr sz="2000">
                <a:solidFill>
                  <a:schemeClr val="tx1"/>
                </a:solidFill>
                <a:effectLst>
                  <a:outerShdw blurRad="38100" dist="38100" dir="2700000" algn="tl">
                    <a:srgbClr val="000000"/>
                  </a:outerShdw>
                </a:effectLst>
                <a:latin typeface="Garamond" panose="02020404030301010803" pitchFamily="18" charset="0"/>
              </a:defRPr>
            </a:lvl5pPr>
            <a:lvl6pPr marL="2514600" indent="-228600" fontAlgn="base">
              <a:spcBef>
                <a:spcPct val="20000"/>
              </a:spcBef>
              <a:spcAft>
                <a:spcPct val="0"/>
              </a:spcAft>
              <a:buClr>
                <a:schemeClr val="folHlink"/>
              </a:buClr>
              <a:buChar char="•"/>
              <a:defRPr sz="2000">
                <a:solidFill>
                  <a:schemeClr val="tx1"/>
                </a:solidFill>
                <a:effectLst>
                  <a:outerShdw blurRad="38100" dist="38100" dir="2700000" algn="tl">
                    <a:srgbClr val="000000"/>
                  </a:outerShdw>
                </a:effectLst>
                <a:latin typeface="Garamond" panose="02020404030301010803" pitchFamily="18" charset="0"/>
              </a:defRPr>
            </a:lvl6pPr>
            <a:lvl7pPr marL="2971800" indent="-228600" fontAlgn="base">
              <a:spcBef>
                <a:spcPct val="20000"/>
              </a:spcBef>
              <a:spcAft>
                <a:spcPct val="0"/>
              </a:spcAft>
              <a:buClr>
                <a:schemeClr val="folHlink"/>
              </a:buClr>
              <a:buChar char="•"/>
              <a:defRPr sz="2000">
                <a:solidFill>
                  <a:schemeClr val="tx1"/>
                </a:solidFill>
                <a:effectLst>
                  <a:outerShdw blurRad="38100" dist="38100" dir="2700000" algn="tl">
                    <a:srgbClr val="000000"/>
                  </a:outerShdw>
                </a:effectLst>
                <a:latin typeface="Garamond" panose="02020404030301010803" pitchFamily="18" charset="0"/>
              </a:defRPr>
            </a:lvl7pPr>
            <a:lvl8pPr marL="3429000" indent="-228600" fontAlgn="base">
              <a:spcBef>
                <a:spcPct val="20000"/>
              </a:spcBef>
              <a:spcAft>
                <a:spcPct val="0"/>
              </a:spcAft>
              <a:buClr>
                <a:schemeClr val="folHlink"/>
              </a:buClr>
              <a:buChar char="•"/>
              <a:defRPr sz="2000">
                <a:solidFill>
                  <a:schemeClr val="tx1"/>
                </a:solidFill>
                <a:effectLst>
                  <a:outerShdw blurRad="38100" dist="38100" dir="2700000" algn="tl">
                    <a:srgbClr val="000000"/>
                  </a:outerShdw>
                </a:effectLst>
                <a:latin typeface="Garamond" panose="02020404030301010803" pitchFamily="18" charset="0"/>
              </a:defRPr>
            </a:lvl8pPr>
            <a:lvl9pPr marL="3886200" indent="-228600" fontAlgn="base">
              <a:spcBef>
                <a:spcPct val="20000"/>
              </a:spcBef>
              <a:spcAft>
                <a:spcPct val="0"/>
              </a:spcAft>
              <a:buClr>
                <a:schemeClr val="folHlink"/>
              </a:buClr>
              <a:buChar char="•"/>
              <a:defRPr sz="2000">
                <a:solidFill>
                  <a:schemeClr val="tx1"/>
                </a:solidFill>
                <a:effectLst>
                  <a:outerShdw blurRad="38100" dist="38100" dir="2700000" algn="tl">
                    <a:srgbClr val="000000"/>
                  </a:outerShdw>
                </a:effectLst>
                <a:latin typeface="Garamond" panose="02020404030301010803" pitchFamily="18" charset="0"/>
              </a:defRPr>
            </a:lvl9pPr>
          </a:lstStyle>
          <a:p>
            <a:pPr marL="514350" indent="-457200" algn="just">
              <a:buClr>
                <a:srgbClr val="C00000"/>
              </a:buClr>
              <a:defRPr/>
            </a:pPr>
            <a:r>
              <a:rPr lang="en-US" altLang="en-US" sz="2000" dirty="0">
                <a:effectLst/>
                <a:latin typeface="+mn-lt"/>
              </a:rPr>
              <a:t>A technique to </a:t>
            </a:r>
            <a:r>
              <a:rPr lang="en-US" altLang="en-US" sz="2000" dirty="0">
                <a:solidFill>
                  <a:srgbClr val="C00000"/>
                </a:solidFill>
                <a:effectLst/>
                <a:latin typeface="+mn-lt"/>
              </a:rPr>
              <a:t>solve a problem faster </a:t>
            </a:r>
            <a:r>
              <a:rPr lang="en-US" altLang="en-US" sz="2000" dirty="0">
                <a:effectLst/>
                <a:latin typeface="+mn-lt"/>
              </a:rPr>
              <a:t>than classic methods, or </a:t>
            </a:r>
            <a:r>
              <a:rPr lang="en-US" altLang="en-US" sz="2000" dirty="0">
                <a:solidFill>
                  <a:srgbClr val="C00000"/>
                </a:solidFill>
                <a:effectLst/>
                <a:latin typeface="+mn-lt"/>
              </a:rPr>
              <a:t>to find an approximate solution </a:t>
            </a:r>
            <a:r>
              <a:rPr lang="en-US" altLang="en-US" sz="2000" dirty="0">
                <a:effectLst/>
                <a:latin typeface="+mn-lt"/>
              </a:rPr>
              <a:t>when classic methods cannot. </a:t>
            </a:r>
          </a:p>
          <a:p>
            <a:pPr marL="514350" indent="-457200" algn="just">
              <a:buClr>
                <a:srgbClr val="C00000"/>
              </a:buClr>
              <a:defRPr/>
            </a:pPr>
            <a:r>
              <a:rPr lang="en-US" altLang="en-US" sz="2000" dirty="0">
                <a:effectLst/>
                <a:latin typeface="+mn-lt"/>
              </a:rPr>
              <a:t>Heuristic is a rule of thumb that probably leads to a solution. Heuristics play a major role in search strategies because of </a:t>
            </a:r>
            <a:r>
              <a:rPr lang="en-US" altLang="en-US" sz="2000" dirty="0">
                <a:solidFill>
                  <a:srgbClr val="C00000"/>
                </a:solidFill>
                <a:effectLst/>
                <a:latin typeface="+mn-lt"/>
              </a:rPr>
              <a:t>exponential nature of the most problems</a:t>
            </a:r>
            <a:r>
              <a:rPr lang="en-US" altLang="en-US" sz="2000" dirty="0">
                <a:effectLst/>
                <a:latin typeface="+mn-lt"/>
              </a:rPr>
              <a:t>. Heuristics help to reduce the number of alternatives from an exponential number to a polynomial number</a:t>
            </a:r>
          </a:p>
          <a:p>
            <a:pPr marL="514350" indent="-457200" algn="just">
              <a:buClr>
                <a:srgbClr val="C00000"/>
              </a:buClr>
              <a:defRPr/>
            </a:pPr>
            <a:r>
              <a:rPr lang="en-US" altLang="en-US" sz="2000" dirty="0">
                <a:effectLst/>
                <a:latin typeface="+mn-lt"/>
              </a:rPr>
              <a:t>This is a kind of a shortcut as we often trade one of optimality, completeness, accuracy, or precision for speed. </a:t>
            </a:r>
          </a:p>
          <a:p>
            <a:pPr marL="514350" indent="-457200" algn="just">
              <a:buClr>
                <a:srgbClr val="C00000"/>
              </a:buClr>
              <a:defRPr/>
            </a:pPr>
            <a:r>
              <a:rPr lang="en-US" altLang="en-US" sz="2000" dirty="0">
                <a:effectLst/>
                <a:latin typeface="+mn-lt"/>
              </a:rPr>
              <a:t>A Heuristic (or a heuristic function) takes a look at search algorithms. At each branching step, it </a:t>
            </a:r>
            <a:r>
              <a:rPr lang="en-US" altLang="en-US" sz="2000" dirty="0">
                <a:solidFill>
                  <a:srgbClr val="C00000"/>
                </a:solidFill>
                <a:effectLst/>
                <a:latin typeface="+mn-lt"/>
              </a:rPr>
              <a:t>evaluates the available information and makes a decision on which branch to follow</a:t>
            </a:r>
            <a:r>
              <a:rPr lang="en-US" altLang="en-US" sz="2000" dirty="0">
                <a:effectLst/>
                <a:latin typeface="+mn-lt"/>
              </a:rPr>
              <a:t>. It does so by ranking alternatives. The Heuristic is any device that is often effective but will not guarantee work in every case.</a:t>
            </a:r>
          </a:p>
        </p:txBody>
      </p:sp>
      <p:sp>
        <p:nvSpPr>
          <p:cNvPr id="10" name="Rectangle 9"/>
          <p:cNvSpPr/>
          <p:nvPr/>
        </p:nvSpPr>
        <p:spPr>
          <a:xfrm>
            <a:off x="1066800" y="304800"/>
            <a:ext cx="8073273" cy="707886"/>
          </a:xfrm>
          <a:prstGeom prst="rect">
            <a:avLst/>
          </a:prstGeom>
        </p:spPr>
        <p:txBody>
          <a:bodyPr wrap="square">
            <a:spAutoFit/>
          </a:bodyPr>
          <a:lstStyle/>
          <a:p>
            <a:pPr algn="ctr"/>
            <a:r>
              <a:rPr lang="en-US" sz="4000" b="1" dirty="0">
                <a:solidFill>
                  <a:srgbClr val="C00000"/>
                </a:solidFill>
                <a:latin typeface="Roboto" pitchFamily="2" charset="0"/>
                <a:ea typeface="Roboto" pitchFamily="2" charset="0"/>
              </a:rPr>
              <a:t>Heuristic Search</a:t>
            </a:r>
            <a:r>
              <a:rPr lang="en-US" sz="4000" b="1" dirty="0">
                <a:latin typeface="Roboto" pitchFamily="2" charset="0"/>
                <a:ea typeface="Roboto" pitchFamily="2" charset="0"/>
              </a:rPr>
              <a:t>: Definition</a:t>
            </a:r>
          </a:p>
        </p:txBody>
      </p:sp>
    </p:spTree>
    <p:extLst>
      <p:ext uri="{BB962C8B-B14F-4D97-AF65-F5344CB8AC3E}">
        <p14:creationId xmlns:p14="http://schemas.microsoft.com/office/powerpoint/2010/main" val="33051439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1FB70FE3-1C4B-4C01-B4E7-493CA096D2DE}"/>
              </a:ext>
            </a:extLst>
          </p:cNvPr>
          <p:cNvSpPr>
            <a:spLocks noGrp="1"/>
          </p:cNvSpPr>
          <p:nvPr>
            <p:ph type="dt" sz="half" idx="10"/>
          </p:nvPr>
        </p:nvSpPr>
        <p:spPr/>
        <p:txBody>
          <a:bodyPr/>
          <a:lstStyle/>
          <a:p>
            <a:r>
              <a:rPr lang="en-US" sz="800">
                <a:solidFill>
                  <a:srgbClr val="FFE1AD"/>
                </a:solidFill>
              </a:rPr>
              <a:t>2019</a:t>
            </a:r>
            <a:endParaRPr lang="en-US" sz="800" dirty="0">
              <a:solidFill>
                <a:srgbClr val="FFE1AD"/>
              </a:solidFill>
            </a:endParaRPr>
          </a:p>
        </p:txBody>
      </p:sp>
      <p:sp>
        <p:nvSpPr>
          <p:cNvPr id="5" name="Footer Placeholder 4">
            <a:extLst>
              <a:ext uri="{FF2B5EF4-FFF2-40B4-BE49-F238E27FC236}">
                <a16:creationId xmlns:a16="http://schemas.microsoft.com/office/drawing/2014/main" xmlns="" id="{4877CB11-AA22-4894-8F3B-510E3B646473}"/>
              </a:ext>
            </a:extLst>
          </p:cNvPr>
          <p:cNvSpPr>
            <a:spLocks noGrp="1"/>
          </p:cNvSpPr>
          <p:nvPr>
            <p:ph type="ftr" sz="quarter" idx="11"/>
          </p:nvPr>
        </p:nvSpPr>
        <p:spPr/>
        <p:txBody>
          <a:bodyPr/>
          <a:lstStyle/>
          <a:p>
            <a:r>
              <a:rPr lang="en-US" sz="800">
                <a:solidFill>
                  <a:srgbClr val="FFE1AD"/>
                </a:solidFill>
              </a:rPr>
              <a:t>SCSJ 3353: Artificial Intelligence</a:t>
            </a:r>
            <a:endParaRPr lang="en-US" sz="800" dirty="0">
              <a:solidFill>
                <a:srgbClr val="FFE1AD"/>
              </a:solidFill>
            </a:endParaRPr>
          </a:p>
        </p:txBody>
      </p:sp>
      <p:sp>
        <p:nvSpPr>
          <p:cNvPr id="6" name="Slide Number Placeholder 5">
            <a:extLst>
              <a:ext uri="{FF2B5EF4-FFF2-40B4-BE49-F238E27FC236}">
                <a16:creationId xmlns:a16="http://schemas.microsoft.com/office/drawing/2014/main" xmlns="" id="{236EDA3C-DAF8-4E46-A8D7-349C957CDA1C}"/>
              </a:ext>
            </a:extLst>
          </p:cNvPr>
          <p:cNvSpPr>
            <a:spLocks noGrp="1"/>
          </p:cNvSpPr>
          <p:nvPr>
            <p:ph type="sldNum" sz="quarter" idx="12"/>
          </p:nvPr>
        </p:nvSpPr>
        <p:spPr/>
        <p:txBody>
          <a:bodyPr/>
          <a:lstStyle/>
          <a:p>
            <a:fld id="{0362C787-829C-4B6B-B21B-90D8981190F3}" type="slidenum">
              <a:rPr lang="en-US" sz="900" smtClean="0">
                <a:solidFill>
                  <a:srgbClr val="FFE1AD"/>
                </a:solidFill>
              </a:rPr>
              <a:pPr/>
              <a:t>6</a:t>
            </a:fld>
            <a:endParaRPr lang="en-US" sz="900" dirty="0">
              <a:solidFill>
                <a:srgbClr val="FFE1AD"/>
              </a:solidFill>
            </a:endParaRPr>
          </a:p>
        </p:txBody>
      </p:sp>
      <p:sp>
        <p:nvSpPr>
          <p:cNvPr id="7" name="Rectangle 5"/>
          <p:cNvSpPr>
            <a:spLocks noChangeArrowheads="1"/>
          </p:cNvSpPr>
          <p:nvPr/>
        </p:nvSpPr>
        <p:spPr bwMode="auto">
          <a:xfrm>
            <a:off x="228600" y="1676400"/>
            <a:ext cx="8610600" cy="419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Char char="•"/>
              <a:defRPr sz="3200">
                <a:solidFill>
                  <a:schemeClr val="tx1"/>
                </a:solidFill>
                <a:effectLst>
                  <a:outerShdw blurRad="38100" dist="38100" dir="2700000" algn="tl">
                    <a:srgbClr val="000000"/>
                  </a:outerShdw>
                </a:effectLst>
                <a:latin typeface="Garamond" panose="02020404030301010803" pitchFamily="18" charset="0"/>
              </a:defRPr>
            </a:lvl1pPr>
            <a:lvl2pPr marL="742950" indent="-285750">
              <a:spcBef>
                <a:spcPct val="20000"/>
              </a:spcBef>
              <a:buChar char="–"/>
              <a:defRPr sz="2800">
                <a:solidFill>
                  <a:schemeClr val="tx1"/>
                </a:solidFill>
                <a:effectLst>
                  <a:outerShdw blurRad="38100" dist="38100" dir="2700000" algn="tl">
                    <a:srgbClr val="000000"/>
                  </a:outerShdw>
                </a:effectLst>
                <a:latin typeface="Garamond" panose="02020404030301010803" pitchFamily="18" charset="0"/>
              </a:defRPr>
            </a:lvl2pPr>
            <a:lvl3pPr marL="1143000" indent="-228600">
              <a:spcBef>
                <a:spcPct val="20000"/>
              </a:spcBef>
              <a:buClr>
                <a:schemeClr val="tx2"/>
              </a:buClr>
              <a:buChar char="•"/>
              <a:defRPr sz="2400">
                <a:solidFill>
                  <a:schemeClr val="tx1"/>
                </a:solidFill>
                <a:effectLst>
                  <a:outerShdw blurRad="38100" dist="38100" dir="2700000" algn="tl">
                    <a:srgbClr val="000000"/>
                  </a:outerShdw>
                </a:effectLst>
                <a:latin typeface="Garamond" panose="02020404030301010803" pitchFamily="18" charset="0"/>
              </a:defRPr>
            </a:lvl3pPr>
            <a:lvl4pPr marL="1600200" indent="-228600">
              <a:spcBef>
                <a:spcPct val="20000"/>
              </a:spcBef>
              <a:buChar char="–"/>
              <a:defRPr sz="2000">
                <a:solidFill>
                  <a:schemeClr val="tx1"/>
                </a:solidFill>
                <a:effectLst>
                  <a:outerShdw blurRad="38100" dist="38100" dir="2700000" algn="tl">
                    <a:srgbClr val="000000"/>
                  </a:outerShdw>
                </a:effectLst>
                <a:latin typeface="Garamond" panose="02020404030301010803" pitchFamily="18" charset="0"/>
              </a:defRPr>
            </a:lvl4pPr>
            <a:lvl5pPr marL="2057400" indent="-228600">
              <a:spcBef>
                <a:spcPct val="20000"/>
              </a:spcBef>
              <a:buClr>
                <a:schemeClr val="folHlink"/>
              </a:buClr>
              <a:buChar char="•"/>
              <a:defRPr sz="2000">
                <a:solidFill>
                  <a:schemeClr val="tx1"/>
                </a:solidFill>
                <a:effectLst>
                  <a:outerShdw blurRad="38100" dist="38100" dir="2700000" algn="tl">
                    <a:srgbClr val="000000"/>
                  </a:outerShdw>
                </a:effectLst>
                <a:latin typeface="Garamond" panose="02020404030301010803" pitchFamily="18" charset="0"/>
              </a:defRPr>
            </a:lvl5pPr>
            <a:lvl6pPr marL="2514600" indent="-228600" fontAlgn="base">
              <a:spcBef>
                <a:spcPct val="20000"/>
              </a:spcBef>
              <a:spcAft>
                <a:spcPct val="0"/>
              </a:spcAft>
              <a:buClr>
                <a:schemeClr val="folHlink"/>
              </a:buClr>
              <a:buChar char="•"/>
              <a:defRPr sz="2000">
                <a:solidFill>
                  <a:schemeClr val="tx1"/>
                </a:solidFill>
                <a:effectLst>
                  <a:outerShdw blurRad="38100" dist="38100" dir="2700000" algn="tl">
                    <a:srgbClr val="000000"/>
                  </a:outerShdw>
                </a:effectLst>
                <a:latin typeface="Garamond" panose="02020404030301010803" pitchFamily="18" charset="0"/>
              </a:defRPr>
            </a:lvl6pPr>
            <a:lvl7pPr marL="2971800" indent="-228600" fontAlgn="base">
              <a:spcBef>
                <a:spcPct val="20000"/>
              </a:spcBef>
              <a:spcAft>
                <a:spcPct val="0"/>
              </a:spcAft>
              <a:buClr>
                <a:schemeClr val="folHlink"/>
              </a:buClr>
              <a:buChar char="•"/>
              <a:defRPr sz="2000">
                <a:solidFill>
                  <a:schemeClr val="tx1"/>
                </a:solidFill>
                <a:effectLst>
                  <a:outerShdw blurRad="38100" dist="38100" dir="2700000" algn="tl">
                    <a:srgbClr val="000000"/>
                  </a:outerShdw>
                </a:effectLst>
                <a:latin typeface="Garamond" panose="02020404030301010803" pitchFamily="18" charset="0"/>
              </a:defRPr>
            </a:lvl7pPr>
            <a:lvl8pPr marL="3429000" indent="-228600" fontAlgn="base">
              <a:spcBef>
                <a:spcPct val="20000"/>
              </a:spcBef>
              <a:spcAft>
                <a:spcPct val="0"/>
              </a:spcAft>
              <a:buClr>
                <a:schemeClr val="folHlink"/>
              </a:buClr>
              <a:buChar char="•"/>
              <a:defRPr sz="2000">
                <a:solidFill>
                  <a:schemeClr val="tx1"/>
                </a:solidFill>
                <a:effectLst>
                  <a:outerShdw blurRad="38100" dist="38100" dir="2700000" algn="tl">
                    <a:srgbClr val="000000"/>
                  </a:outerShdw>
                </a:effectLst>
                <a:latin typeface="Garamond" panose="02020404030301010803" pitchFamily="18" charset="0"/>
              </a:defRPr>
            </a:lvl8pPr>
            <a:lvl9pPr marL="3886200" indent="-228600" fontAlgn="base">
              <a:spcBef>
                <a:spcPct val="20000"/>
              </a:spcBef>
              <a:spcAft>
                <a:spcPct val="0"/>
              </a:spcAft>
              <a:buClr>
                <a:schemeClr val="folHlink"/>
              </a:buClr>
              <a:buChar char="•"/>
              <a:defRPr sz="2000">
                <a:solidFill>
                  <a:schemeClr val="tx1"/>
                </a:solidFill>
                <a:effectLst>
                  <a:outerShdw blurRad="38100" dist="38100" dir="2700000" algn="tl">
                    <a:srgbClr val="000000"/>
                  </a:outerShdw>
                </a:effectLst>
                <a:latin typeface="Garamond" panose="02020404030301010803" pitchFamily="18" charset="0"/>
              </a:defRPr>
            </a:lvl9pPr>
          </a:lstStyle>
          <a:p>
            <a:pPr marL="514350" indent="-457200" algn="just">
              <a:buClr>
                <a:srgbClr val="C00000"/>
              </a:buClr>
              <a:defRPr/>
            </a:pPr>
            <a:r>
              <a:rPr lang="en-US" altLang="en-US" sz="2200" dirty="0">
                <a:effectLst/>
                <a:latin typeface="+mn-lt"/>
              </a:rPr>
              <a:t>(rules of thumb): Weak search method because it is based on experience or intuition.</a:t>
            </a:r>
          </a:p>
          <a:p>
            <a:pPr marL="514350" indent="-457200" algn="just">
              <a:buClr>
                <a:srgbClr val="C00000"/>
              </a:buClr>
              <a:defRPr/>
            </a:pPr>
            <a:r>
              <a:rPr lang="en-US" altLang="en-US" sz="2200" dirty="0">
                <a:effectLst/>
                <a:latin typeface="+mn-lt"/>
              </a:rPr>
              <a:t>Have long been a core concern in AI research</a:t>
            </a:r>
          </a:p>
          <a:p>
            <a:pPr marL="514350" indent="-457200" algn="just">
              <a:buClr>
                <a:srgbClr val="C00000"/>
              </a:buClr>
              <a:defRPr/>
            </a:pPr>
            <a:r>
              <a:rPr lang="en-US" altLang="en-US" sz="2200" dirty="0">
                <a:effectLst/>
                <a:latin typeface="+mn-lt"/>
              </a:rPr>
              <a:t>Used to prune spaces of possible solution</a:t>
            </a:r>
          </a:p>
          <a:p>
            <a:pPr marL="514350" indent="-457200" algn="just">
              <a:buClr>
                <a:srgbClr val="C00000"/>
              </a:buClr>
              <a:defRPr/>
            </a:pPr>
            <a:r>
              <a:rPr lang="en-US" altLang="en-US" sz="2200" dirty="0">
                <a:effectLst/>
                <a:latin typeface="+mn-lt"/>
              </a:rPr>
              <a:t>When to employ Heuristic?</a:t>
            </a:r>
          </a:p>
          <a:p>
            <a:pPr marL="914400" lvl="1" indent="-457200" algn="just">
              <a:buClr>
                <a:srgbClr val="C00000"/>
              </a:buClr>
              <a:buFont typeface="+mj-lt"/>
              <a:buAutoNum type="arabicPeriod"/>
              <a:defRPr/>
            </a:pPr>
            <a:r>
              <a:rPr lang="en-US" altLang="en-US" sz="2200" dirty="0">
                <a:effectLst/>
                <a:latin typeface="+mn-lt"/>
              </a:rPr>
              <a:t>A problem may not have an exact solution.</a:t>
            </a:r>
          </a:p>
          <a:p>
            <a:pPr marL="857250" lvl="2" indent="0" algn="just">
              <a:buClr>
                <a:srgbClr val="C00000"/>
              </a:buClr>
              <a:buNone/>
              <a:defRPr/>
            </a:pPr>
            <a:r>
              <a:rPr lang="en-US" altLang="en-US" sz="2200" i="1" dirty="0">
                <a:effectLst/>
                <a:latin typeface="+mn-lt"/>
              </a:rPr>
              <a:t>e.g. medical diagnosis: doctors use heuristic</a:t>
            </a:r>
          </a:p>
          <a:p>
            <a:pPr marL="914400" lvl="1" indent="-457200" algn="just">
              <a:buClr>
                <a:srgbClr val="C00000"/>
              </a:buClr>
              <a:buFont typeface="+mj-lt"/>
              <a:buAutoNum type="arabicPeriod"/>
              <a:defRPr/>
            </a:pPr>
            <a:r>
              <a:rPr lang="en-US" altLang="en-US" sz="2200" dirty="0">
                <a:effectLst/>
                <a:latin typeface="+mn-lt"/>
              </a:rPr>
              <a:t>A problem may have an exact solution, but the computational cost of finding it may be prohibitive.</a:t>
            </a:r>
          </a:p>
          <a:p>
            <a:pPr marL="857250" lvl="2" indent="0" algn="just">
              <a:buClr>
                <a:srgbClr val="C00000"/>
              </a:buClr>
              <a:buNone/>
              <a:defRPr/>
            </a:pPr>
            <a:r>
              <a:rPr lang="en-US" altLang="en-US" sz="2200" i="1" dirty="0" err="1">
                <a:effectLst/>
                <a:latin typeface="+mn-lt"/>
              </a:rPr>
              <a:t>e.g</a:t>
            </a:r>
            <a:r>
              <a:rPr lang="en-US" altLang="en-US" sz="2200" i="1" dirty="0">
                <a:effectLst/>
                <a:latin typeface="+mn-lt"/>
              </a:rPr>
              <a:t> in chess (exhaustive or brute force search)</a:t>
            </a:r>
          </a:p>
        </p:txBody>
      </p:sp>
      <p:sp>
        <p:nvSpPr>
          <p:cNvPr id="10" name="Rectangle 9"/>
          <p:cNvSpPr/>
          <p:nvPr/>
        </p:nvSpPr>
        <p:spPr>
          <a:xfrm>
            <a:off x="1066800" y="304800"/>
            <a:ext cx="8073273" cy="707886"/>
          </a:xfrm>
          <a:prstGeom prst="rect">
            <a:avLst/>
          </a:prstGeom>
        </p:spPr>
        <p:txBody>
          <a:bodyPr wrap="square">
            <a:spAutoFit/>
          </a:bodyPr>
          <a:lstStyle/>
          <a:p>
            <a:pPr algn="ctr"/>
            <a:r>
              <a:rPr lang="en-US" sz="4000" b="1" dirty="0">
                <a:solidFill>
                  <a:srgbClr val="C00000"/>
                </a:solidFill>
                <a:latin typeface="Roboto" pitchFamily="2" charset="0"/>
                <a:ea typeface="Roboto" pitchFamily="2" charset="0"/>
              </a:rPr>
              <a:t>Heuristic Search</a:t>
            </a:r>
            <a:r>
              <a:rPr lang="en-US" sz="4000" b="1" dirty="0">
                <a:latin typeface="Roboto" pitchFamily="2" charset="0"/>
                <a:ea typeface="Roboto" pitchFamily="2" charset="0"/>
              </a:rPr>
              <a:t>: Definition</a:t>
            </a:r>
          </a:p>
        </p:txBody>
      </p:sp>
    </p:spTree>
    <p:extLst>
      <p:ext uri="{BB962C8B-B14F-4D97-AF65-F5344CB8AC3E}">
        <p14:creationId xmlns:p14="http://schemas.microsoft.com/office/powerpoint/2010/main" val="29525473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1FB70FE3-1C4B-4C01-B4E7-493CA096D2DE}"/>
              </a:ext>
            </a:extLst>
          </p:cNvPr>
          <p:cNvSpPr>
            <a:spLocks noGrp="1"/>
          </p:cNvSpPr>
          <p:nvPr>
            <p:ph type="dt" sz="half" idx="10"/>
          </p:nvPr>
        </p:nvSpPr>
        <p:spPr/>
        <p:txBody>
          <a:bodyPr/>
          <a:lstStyle/>
          <a:p>
            <a:r>
              <a:rPr lang="en-US" sz="800">
                <a:solidFill>
                  <a:srgbClr val="FFE1AD"/>
                </a:solidFill>
              </a:rPr>
              <a:t>2019</a:t>
            </a:r>
            <a:endParaRPr lang="en-US" sz="800" dirty="0">
              <a:solidFill>
                <a:srgbClr val="FFE1AD"/>
              </a:solidFill>
            </a:endParaRPr>
          </a:p>
        </p:txBody>
      </p:sp>
      <p:sp>
        <p:nvSpPr>
          <p:cNvPr id="5" name="Footer Placeholder 4">
            <a:extLst>
              <a:ext uri="{FF2B5EF4-FFF2-40B4-BE49-F238E27FC236}">
                <a16:creationId xmlns:a16="http://schemas.microsoft.com/office/drawing/2014/main" xmlns="" id="{4877CB11-AA22-4894-8F3B-510E3B646473}"/>
              </a:ext>
            </a:extLst>
          </p:cNvPr>
          <p:cNvSpPr>
            <a:spLocks noGrp="1"/>
          </p:cNvSpPr>
          <p:nvPr>
            <p:ph type="ftr" sz="quarter" idx="11"/>
          </p:nvPr>
        </p:nvSpPr>
        <p:spPr/>
        <p:txBody>
          <a:bodyPr/>
          <a:lstStyle/>
          <a:p>
            <a:r>
              <a:rPr lang="en-US" sz="800">
                <a:solidFill>
                  <a:srgbClr val="FFE1AD"/>
                </a:solidFill>
              </a:rPr>
              <a:t>SCSJ 3353: Artificial Intelligence</a:t>
            </a:r>
            <a:endParaRPr lang="en-US" sz="800" dirty="0">
              <a:solidFill>
                <a:srgbClr val="FFE1AD"/>
              </a:solidFill>
            </a:endParaRPr>
          </a:p>
        </p:txBody>
      </p:sp>
      <p:sp>
        <p:nvSpPr>
          <p:cNvPr id="6" name="Slide Number Placeholder 5">
            <a:extLst>
              <a:ext uri="{FF2B5EF4-FFF2-40B4-BE49-F238E27FC236}">
                <a16:creationId xmlns:a16="http://schemas.microsoft.com/office/drawing/2014/main" xmlns="" id="{236EDA3C-DAF8-4E46-A8D7-349C957CDA1C}"/>
              </a:ext>
            </a:extLst>
          </p:cNvPr>
          <p:cNvSpPr>
            <a:spLocks noGrp="1"/>
          </p:cNvSpPr>
          <p:nvPr>
            <p:ph type="sldNum" sz="quarter" idx="12"/>
          </p:nvPr>
        </p:nvSpPr>
        <p:spPr/>
        <p:txBody>
          <a:bodyPr/>
          <a:lstStyle/>
          <a:p>
            <a:fld id="{0362C787-829C-4B6B-B21B-90D8981190F3}" type="slidenum">
              <a:rPr lang="en-US" sz="900" smtClean="0">
                <a:solidFill>
                  <a:srgbClr val="FFE1AD"/>
                </a:solidFill>
              </a:rPr>
              <a:pPr/>
              <a:t>7</a:t>
            </a:fld>
            <a:endParaRPr lang="en-US" sz="900" dirty="0">
              <a:solidFill>
                <a:srgbClr val="FFE1AD"/>
              </a:solidFill>
            </a:endParaRPr>
          </a:p>
        </p:txBody>
      </p:sp>
      <p:sp>
        <p:nvSpPr>
          <p:cNvPr id="10" name="Rectangle 9"/>
          <p:cNvSpPr/>
          <p:nvPr/>
        </p:nvSpPr>
        <p:spPr>
          <a:xfrm>
            <a:off x="1066800" y="304800"/>
            <a:ext cx="8073273" cy="707886"/>
          </a:xfrm>
          <a:prstGeom prst="rect">
            <a:avLst/>
          </a:prstGeom>
        </p:spPr>
        <p:txBody>
          <a:bodyPr wrap="square">
            <a:spAutoFit/>
          </a:bodyPr>
          <a:lstStyle/>
          <a:p>
            <a:pPr algn="ctr"/>
            <a:r>
              <a:rPr lang="en-US" sz="4000" b="1" dirty="0">
                <a:solidFill>
                  <a:srgbClr val="C00000"/>
                </a:solidFill>
                <a:latin typeface="Roboto" pitchFamily="2" charset="0"/>
                <a:ea typeface="Roboto" pitchFamily="2" charset="0"/>
              </a:rPr>
              <a:t>Heuristic Search</a:t>
            </a:r>
            <a:r>
              <a:rPr lang="en-US" sz="4000" b="1" dirty="0">
                <a:latin typeface="Roboto" pitchFamily="2" charset="0"/>
                <a:ea typeface="Roboto" pitchFamily="2" charset="0"/>
              </a:rPr>
              <a:t>: Taxonomy</a:t>
            </a:r>
          </a:p>
        </p:txBody>
      </p:sp>
      <p:graphicFrame>
        <p:nvGraphicFramePr>
          <p:cNvPr id="2" name="Diagram 1"/>
          <p:cNvGraphicFramePr/>
          <p:nvPr>
            <p:extLst>
              <p:ext uri="{D42A27DB-BD31-4B8C-83A1-F6EECF244321}">
                <p14:modId xmlns:p14="http://schemas.microsoft.com/office/powerpoint/2010/main" val="4268669195"/>
              </p:ext>
            </p:extLst>
          </p:nvPr>
        </p:nvGraphicFramePr>
        <p:xfrm>
          <a:off x="457200" y="1524000"/>
          <a:ext cx="7772400" cy="4800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809193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1FB70FE3-1C4B-4C01-B4E7-493CA096D2DE}"/>
              </a:ext>
            </a:extLst>
          </p:cNvPr>
          <p:cNvSpPr>
            <a:spLocks noGrp="1"/>
          </p:cNvSpPr>
          <p:nvPr>
            <p:ph type="dt" sz="half" idx="10"/>
          </p:nvPr>
        </p:nvSpPr>
        <p:spPr/>
        <p:txBody>
          <a:bodyPr/>
          <a:lstStyle/>
          <a:p>
            <a:r>
              <a:rPr lang="en-US" sz="800">
                <a:solidFill>
                  <a:srgbClr val="FFE1AD"/>
                </a:solidFill>
              </a:rPr>
              <a:t>2019</a:t>
            </a:r>
            <a:endParaRPr lang="en-US" sz="800" dirty="0">
              <a:solidFill>
                <a:srgbClr val="FFE1AD"/>
              </a:solidFill>
            </a:endParaRPr>
          </a:p>
        </p:txBody>
      </p:sp>
      <p:sp>
        <p:nvSpPr>
          <p:cNvPr id="5" name="Footer Placeholder 4">
            <a:extLst>
              <a:ext uri="{FF2B5EF4-FFF2-40B4-BE49-F238E27FC236}">
                <a16:creationId xmlns:a16="http://schemas.microsoft.com/office/drawing/2014/main" xmlns="" id="{4877CB11-AA22-4894-8F3B-510E3B646473}"/>
              </a:ext>
            </a:extLst>
          </p:cNvPr>
          <p:cNvSpPr>
            <a:spLocks noGrp="1"/>
          </p:cNvSpPr>
          <p:nvPr>
            <p:ph type="ftr" sz="quarter" idx="11"/>
          </p:nvPr>
        </p:nvSpPr>
        <p:spPr/>
        <p:txBody>
          <a:bodyPr/>
          <a:lstStyle/>
          <a:p>
            <a:r>
              <a:rPr lang="en-US" sz="800">
                <a:solidFill>
                  <a:srgbClr val="FFE1AD"/>
                </a:solidFill>
              </a:rPr>
              <a:t>SCSJ 3353: Artificial Intelligence</a:t>
            </a:r>
            <a:endParaRPr lang="en-US" sz="800" dirty="0">
              <a:solidFill>
                <a:srgbClr val="FFE1AD"/>
              </a:solidFill>
            </a:endParaRPr>
          </a:p>
        </p:txBody>
      </p:sp>
      <p:sp>
        <p:nvSpPr>
          <p:cNvPr id="6" name="Slide Number Placeholder 5">
            <a:extLst>
              <a:ext uri="{FF2B5EF4-FFF2-40B4-BE49-F238E27FC236}">
                <a16:creationId xmlns:a16="http://schemas.microsoft.com/office/drawing/2014/main" xmlns="" id="{236EDA3C-DAF8-4E46-A8D7-349C957CDA1C}"/>
              </a:ext>
            </a:extLst>
          </p:cNvPr>
          <p:cNvSpPr>
            <a:spLocks noGrp="1"/>
          </p:cNvSpPr>
          <p:nvPr>
            <p:ph type="sldNum" sz="quarter" idx="12"/>
          </p:nvPr>
        </p:nvSpPr>
        <p:spPr/>
        <p:txBody>
          <a:bodyPr/>
          <a:lstStyle/>
          <a:p>
            <a:fld id="{0362C787-829C-4B6B-B21B-90D8981190F3}" type="slidenum">
              <a:rPr lang="en-US" sz="900" smtClean="0">
                <a:solidFill>
                  <a:srgbClr val="FFE1AD"/>
                </a:solidFill>
              </a:rPr>
              <a:pPr/>
              <a:t>8</a:t>
            </a:fld>
            <a:endParaRPr lang="en-US" sz="900" dirty="0">
              <a:solidFill>
                <a:srgbClr val="FFE1AD"/>
              </a:solidFill>
            </a:endParaRPr>
          </a:p>
        </p:txBody>
      </p:sp>
      <p:sp>
        <p:nvSpPr>
          <p:cNvPr id="10" name="Rectangle 9"/>
          <p:cNvSpPr/>
          <p:nvPr/>
        </p:nvSpPr>
        <p:spPr>
          <a:xfrm>
            <a:off x="1066800" y="304800"/>
            <a:ext cx="8073273" cy="707886"/>
          </a:xfrm>
          <a:prstGeom prst="rect">
            <a:avLst/>
          </a:prstGeom>
        </p:spPr>
        <p:txBody>
          <a:bodyPr wrap="square">
            <a:spAutoFit/>
          </a:bodyPr>
          <a:lstStyle/>
          <a:p>
            <a:pPr algn="ctr"/>
            <a:r>
              <a:rPr lang="en-US" sz="4000" b="1" dirty="0">
                <a:solidFill>
                  <a:srgbClr val="C00000"/>
                </a:solidFill>
                <a:latin typeface="Roboto" pitchFamily="2" charset="0"/>
                <a:ea typeface="Roboto" pitchFamily="2" charset="0"/>
              </a:rPr>
              <a:t>Heuristic Search</a:t>
            </a:r>
            <a:r>
              <a:rPr lang="en-US" sz="4000" b="1" dirty="0">
                <a:latin typeface="Roboto" pitchFamily="2" charset="0"/>
                <a:ea typeface="Roboto" pitchFamily="2" charset="0"/>
              </a:rPr>
              <a:t>: Taxonomy</a:t>
            </a:r>
          </a:p>
        </p:txBody>
      </p:sp>
      <p:graphicFrame>
        <p:nvGraphicFramePr>
          <p:cNvPr id="8" name="Diagram 7"/>
          <p:cNvGraphicFramePr/>
          <p:nvPr>
            <p:extLst>
              <p:ext uri="{D42A27DB-BD31-4B8C-83A1-F6EECF244321}">
                <p14:modId xmlns:p14="http://schemas.microsoft.com/office/powerpoint/2010/main" val="2475531716"/>
              </p:ext>
            </p:extLst>
          </p:nvPr>
        </p:nvGraphicFramePr>
        <p:xfrm>
          <a:off x="228600" y="1524000"/>
          <a:ext cx="8686800" cy="4495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014447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2019</a:t>
            </a:r>
          </a:p>
        </p:txBody>
      </p:sp>
      <p:sp>
        <p:nvSpPr>
          <p:cNvPr id="3" name="Footer Placeholder 2"/>
          <p:cNvSpPr>
            <a:spLocks noGrp="1"/>
          </p:cNvSpPr>
          <p:nvPr>
            <p:ph type="ftr" sz="quarter" idx="11"/>
          </p:nvPr>
        </p:nvSpPr>
        <p:spPr/>
        <p:txBody>
          <a:bodyPr/>
          <a:lstStyle/>
          <a:p>
            <a:r>
              <a:rPr lang="en-US"/>
              <a:t>SCSJ 3353: Artificial Intelligence</a:t>
            </a:r>
          </a:p>
        </p:txBody>
      </p:sp>
      <p:sp>
        <p:nvSpPr>
          <p:cNvPr id="4" name="Slide Number Placeholder 3"/>
          <p:cNvSpPr>
            <a:spLocks noGrp="1"/>
          </p:cNvSpPr>
          <p:nvPr>
            <p:ph type="sldNum" sz="quarter" idx="12"/>
          </p:nvPr>
        </p:nvSpPr>
        <p:spPr/>
        <p:txBody>
          <a:bodyPr/>
          <a:lstStyle/>
          <a:p>
            <a:fld id="{0362C787-829C-4B6B-B21B-90D8981190F3}" type="slidenum">
              <a:rPr lang="en-US" smtClean="0"/>
              <a:pPr/>
              <a:t>9</a:t>
            </a:fld>
            <a:endParaRPr lang="en-US"/>
          </a:p>
        </p:txBody>
      </p:sp>
      <p:pic>
        <p:nvPicPr>
          <p:cNvPr id="6" name="Picture 2" descr="Image result for artificial intelligence icon"/>
          <p:cNvPicPr>
            <a:picLocks noChangeAspect="1" noChangeArrowheads="1"/>
          </p:cNvPicPr>
          <p:nvPr/>
        </p:nvPicPr>
        <p:blipFill rotWithShape="1">
          <a:blip r:embed="rId2" cstate="print">
            <a:duotone>
              <a:prstClr val="black"/>
              <a:schemeClr val="accent2">
                <a:tint val="45000"/>
                <a:satMod val="400000"/>
              </a:schemeClr>
            </a:duotone>
            <a:extLst>
              <a:ext uri="{BEBA8EAE-BF5A-486C-A8C5-ECC9F3942E4B}">
                <a14:imgProps xmlns:a14="http://schemas.microsoft.com/office/drawing/2010/main">
                  <a14:imgLayer r:embed="rId3">
                    <a14:imgEffect>
                      <a14:backgroundRemoval t="5429" b="69497" l="10000" r="90000">
                        <a14:foregroundMark x1="65976" y1="28727" x2="65976" y2="28727"/>
                        <a14:foregroundMark x1="58293" y1="30997" x2="58293" y2="30997"/>
                        <a14:foregroundMark x1="60732" y1="35933" x2="60732" y2="35933"/>
                        <a14:foregroundMark x1="58293" y1="41165" x2="58293" y2="41165"/>
                        <a14:foregroundMark x1="65122" y1="41757" x2="65122" y2="41757"/>
                        <a14:foregroundMark x1="69634" y1="36130" x2="69634" y2="36130"/>
                        <a14:foregroundMark x1="61220" y1="48963" x2="61220" y2="48963"/>
                        <a14:foregroundMark x1="50854" y1="66732" x2="50854" y2="66732"/>
                        <a14:foregroundMark x1="51098" y1="5429" x2="51098" y2="5429"/>
                      </a14:backgroundRemoval>
                    </a14:imgEffect>
                  </a14:imgLayer>
                </a14:imgProps>
              </a:ext>
              <a:ext uri="{28A0092B-C50C-407E-A947-70E740481C1C}">
                <a14:useLocalDpi xmlns:a14="http://schemas.microsoft.com/office/drawing/2010/main" val="0"/>
              </a:ext>
            </a:extLst>
          </a:blip>
          <a:srcRect l="14092" r="15445" b="29337"/>
          <a:stretch/>
        </p:blipFill>
        <p:spPr bwMode="auto">
          <a:xfrm>
            <a:off x="64826" y="2259238"/>
            <a:ext cx="2071412" cy="2566251"/>
          </a:xfrm>
          <a:prstGeom prst="rect">
            <a:avLst/>
          </a:prstGeom>
          <a:noFill/>
          <a:extLst>
            <a:ext uri="{909E8E84-426E-40DD-AFC4-6F175D3DCCD1}">
              <a14:hiddenFill xmlns:a14="http://schemas.microsoft.com/office/drawing/2010/main">
                <a:solidFill>
                  <a:srgbClr val="FFFFFF"/>
                </a:solidFill>
              </a14:hiddenFill>
            </a:ext>
          </a:extLst>
        </p:spPr>
      </p:pic>
      <p:sp>
        <p:nvSpPr>
          <p:cNvPr id="7" name="Title 1"/>
          <p:cNvSpPr txBox="1">
            <a:spLocks/>
          </p:cNvSpPr>
          <p:nvPr/>
        </p:nvSpPr>
        <p:spPr>
          <a:xfrm>
            <a:off x="2078715" y="2362200"/>
            <a:ext cx="7257988" cy="936625"/>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b="1" dirty="0">
                <a:solidFill>
                  <a:srgbClr val="C00000"/>
                </a:solidFill>
                <a:latin typeface="Roboto" pitchFamily="2" charset="0"/>
                <a:ea typeface="Roboto" pitchFamily="2" charset="0"/>
              </a:rPr>
              <a:t>Direct </a:t>
            </a:r>
            <a:r>
              <a:rPr lang="en-US" b="1" dirty="0">
                <a:latin typeface="Roboto" pitchFamily="2" charset="0"/>
                <a:ea typeface="Roboto" pitchFamily="2" charset="0"/>
              </a:rPr>
              <a:t>Heuristic Search</a:t>
            </a:r>
          </a:p>
        </p:txBody>
      </p:sp>
      <p:sp>
        <p:nvSpPr>
          <p:cNvPr id="8" name="Rectangle 7"/>
          <p:cNvSpPr/>
          <p:nvPr/>
        </p:nvSpPr>
        <p:spPr>
          <a:xfrm>
            <a:off x="2136238" y="3124200"/>
            <a:ext cx="6217023" cy="1938992"/>
          </a:xfrm>
          <a:prstGeom prst="rect">
            <a:avLst/>
          </a:prstGeom>
        </p:spPr>
        <p:txBody>
          <a:bodyPr wrap="square">
            <a:spAutoFit/>
          </a:bodyPr>
          <a:lstStyle/>
          <a:p>
            <a:pPr marL="742950" lvl="1" indent="-285750">
              <a:buFont typeface="Arial" panose="020B0604020202020204" pitchFamily="34" charset="0"/>
              <a:buChar char="•"/>
            </a:pPr>
            <a:r>
              <a:rPr lang="en-US" sz="2400" dirty="0"/>
              <a:t>Introduction</a:t>
            </a:r>
          </a:p>
          <a:p>
            <a:pPr marL="742950" lvl="1" indent="-285750">
              <a:buFont typeface="Arial" panose="020B0604020202020204" pitchFamily="34" charset="0"/>
              <a:buChar char="•"/>
            </a:pPr>
            <a:r>
              <a:rPr lang="en-US" sz="2400" dirty="0"/>
              <a:t>Anagram </a:t>
            </a:r>
          </a:p>
          <a:p>
            <a:pPr marL="742950" lvl="1" indent="-285750">
              <a:buFont typeface="Arial" panose="020B0604020202020204" pitchFamily="34" charset="0"/>
              <a:buChar char="•"/>
            </a:pPr>
            <a:r>
              <a:rPr lang="en-US" sz="2400" dirty="0"/>
              <a:t>Breadth First Search (BFS)</a:t>
            </a:r>
          </a:p>
          <a:p>
            <a:pPr marL="742950" lvl="1" indent="-285750">
              <a:buFont typeface="Arial" panose="020B0604020202020204" pitchFamily="34" charset="0"/>
              <a:buChar char="•"/>
            </a:pPr>
            <a:r>
              <a:rPr lang="en-US" sz="2400" dirty="0"/>
              <a:t>Depth First Search (DFS)</a:t>
            </a:r>
          </a:p>
          <a:p>
            <a:pPr marL="742950" lvl="1" indent="-285750">
              <a:buFont typeface="Arial" panose="020B0604020202020204" pitchFamily="34" charset="0"/>
              <a:buChar char="•"/>
            </a:pPr>
            <a:r>
              <a:rPr lang="en-US" sz="2400" dirty="0"/>
              <a:t>Quiz</a:t>
            </a:r>
          </a:p>
        </p:txBody>
      </p:sp>
    </p:spTree>
    <p:extLst>
      <p:ext uri="{BB962C8B-B14F-4D97-AF65-F5344CB8AC3E}">
        <p14:creationId xmlns:p14="http://schemas.microsoft.com/office/powerpoint/2010/main" val="4957862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1FB70FE3-1C4B-4C01-B4E7-493CA096D2DE}"/>
              </a:ext>
            </a:extLst>
          </p:cNvPr>
          <p:cNvSpPr>
            <a:spLocks noGrp="1"/>
          </p:cNvSpPr>
          <p:nvPr>
            <p:ph type="dt" sz="half" idx="10"/>
          </p:nvPr>
        </p:nvSpPr>
        <p:spPr/>
        <p:txBody>
          <a:bodyPr/>
          <a:lstStyle/>
          <a:p>
            <a:r>
              <a:rPr lang="en-US" sz="800">
                <a:solidFill>
                  <a:srgbClr val="FFE1AD"/>
                </a:solidFill>
              </a:rPr>
              <a:t>2019</a:t>
            </a:r>
            <a:endParaRPr lang="en-US" sz="800" dirty="0">
              <a:solidFill>
                <a:srgbClr val="FFE1AD"/>
              </a:solidFill>
            </a:endParaRPr>
          </a:p>
        </p:txBody>
      </p:sp>
      <p:sp>
        <p:nvSpPr>
          <p:cNvPr id="5" name="Footer Placeholder 4">
            <a:extLst>
              <a:ext uri="{FF2B5EF4-FFF2-40B4-BE49-F238E27FC236}">
                <a16:creationId xmlns:a16="http://schemas.microsoft.com/office/drawing/2014/main" xmlns="" id="{4877CB11-AA22-4894-8F3B-510E3B646473}"/>
              </a:ext>
            </a:extLst>
          </p:cNvPr>
          <p:cNvSpPr>
            <a:spLocks noGrp="1"/>
          </p:cNvSpPr>
          <p:nvPr>
            <p:ph type="ftr" sz="quarter" idx="11"/>
          </p:nvPr>
        </p:nvSpPr>
        <p:spPr/>
        <p:txBody>
          <a:bodyPr/>
          <a:lstStyle/>
          <a:p>
            <a:r>
              <a:rPr lang="en-US" sz="800">
                <a:solidFill>
                  <a:srgbClr val="FFE1AD"/>
                </a:solidFill>
              </a:rPr>
              <a:t>SCSJ 3353: Artificial Intelligence</a:t>
            </a:r>
            <a:endParaRPr lang="en-US" sz="800" dirty="0">
              <a:solidFill>
                <a:srgbClr val="FFE1AD"/>
              </a:solidFill>
            </a:endParaRPr>
          </a:p>
        </p:txBody>
      </p:sp>
      <p:sp>
        <p:nvSpPr>
          <p:cNvPr id="6" name="Slide Number Placeholder 5">
            <a:extLst>
              <a:ext uri="{FF2B5EF4-FFF2-40B4-BE49-F238E27FC236}">
                <a16:creationId xmlns:a16="http://schemas.microsoft.com/office/drawing/2014/main" xmlns="" id="{236EDA3C-DAF8-4E46-A8D7-349C957CDA1C}"/>
              </a:ext>
            </a:extLst>
          </p:cNvPr>
          <p:cNvSpPr>
            <a:spLocks noGrp="1"/>
          </p:cNvSpPr>
          <p:nvPr>
            <p:ph type="sldNum" sz="quarter" idx="12"/>
          </p:nvPr>
        </p:nvSpPr>
        <p:spPr/>
        <p:txBody>
          <a:bodyPr/>
          <a:lstStyle/>
          <a:p>
            <a:fld id="{0362C787-829C-4B6B-B21B-90D8981190F3}" type="slidenum">
              <a:rPr lang="en-US" sz="900" smtClean="0">
                <a:solidFill>
                  <a:srgbClr val="FFE1AD"/>
                </a:solidFill>
              </a:rPr>
              <a:pPr/>
              <a:t>10</a:t>
            </a:fld>
            <a:endParaRPr lang="en-US" sz="900" dirty="0">
              <a:solidFill>
                <a:srgbClr val="FFE1AD"/>
              </a:solidFill>
            </a:endParaRPr>
          </a:p>
        </p:txBody>
      </p:sp>
      <p:sp>
        <p:nvSpPr>
          <p:cNvPr id="7" name="Rectangle 5"/>
          <p:cNvSpPr>
            <a:spLocks noChangeArrowheads="1"/>
          </p:cNvSpPr>
          <p:nvPr/>
        </p:nvSpPr>
        <p:spPr bwMode="auto">
          <a:xfrm>
            <a:off x="228600" y="1638115"/>
            <a:ext cx="8763000" cy="513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Char char="•"/>
              <a:defRPr sz="3200">
                <a:solidFill>
                  <a:schemeClr val="tx1"/>
                </a:solidFill>
                <a:effectLst>
                  <a:outerShdw blurRad="38100" dist="38100" dir="2700000" algn="tl">
                    <a:srgbClr val="000000"/>
                  </a:outerShdw>
                </a:effectLst>
                <a:latin typeface="Garamond" panose="02020404030301010803" pitchFamily="18" charset="0"/>
              </a:defRPr>
            </a:lvl1pPr>
            <a:lvl2pPr marL="742950" indent="-285750">
              <a:spcBef>
                <a:spcPct val="20000"/>
              </a:spcBef>
              <a:buChar char="–"/>
              <a:defRPr sz="2800">
                <a:solidFill>
                  <a:schemeClr val="tx1"/>
                </a:solidFill>
                <a:effectLst>
                  <a:outerShdw blurRad="38100" dist="38100" dir="2700000" algn="tl">
                    <a:srgbClr val="000000"/>
                  </a:outerShdw>
                </a:effectLst>
                <a:latin typeface="Garamond" panose="02020404030301010803" pitchFamily="18" charset="0"/>
              </a:defRPr>
            </a:lvl2pPr>
            <a:lvl3pPr marL="1143000" indent="-228600">
              <a:spcBef>
                <a:spcPct val="20000"/>
              </a:spcBef>
              <a:buClr>
                <a:schemeClr val="tx2"/>
              </a:buClr>
              <a:buChar char="•"/>
              <a:defRPr sz="2400">
                <a:solidFill>
                  <a:schemeClr val="tx1"/>
                </a:solidFill>
                <a:effectLst>
                  <a:outerShdw blurRad="38100" dist="38100" dir="2700000" algn="tl">
                    <a:srgbClr val="000000"/>
                  </a:outerShdw>
                </a:effectLst>
                <a:latin typeface="Garamond" panose="02020404030301010803" pitchFamily="18" charset="0"/>
              </a:defRPr>
            </a:lvl3pPr>
            <a:lvl4pPr marL="1600200" indent="-228600">
              <a:spcBef>
                <a:spcPct val="20000"/>
              </a:spcBef>
              <a:buChar char="–"/>
              <a:defRPr sz="2000">
                <a:solidFill>
                  <a:schemeClr val="tx1"/>
                </a:solidFill>
                <a:effectLst>
                  <a:outerShdw blurRad="38100" dist="38100" dir="2700000" algn="tl">
                    <a:srgbClr val="000000"/>
                  </a:outerShdw>
                </a:effectLst>
                <a:latin typeface="Garamond" panose="02020404030301010803" pitchFamily="18" charset="0"/>
              </a:defRPr>
            </a:lvl4pPr>
            <a:lvl5pPr marL="2057400" indent="-228600">
              <a:spcBef>
                <a:spcPct val="20000"/>
              </a:spcBef>
              <a:buClr>
                <a:schemeClr val="folHlink"/>
              </a:buClr>
              <a:buChar char="•"/>
              <a:defRPr sz="2000">
                <a:solidFill>
                  <a:schemeClr val="tx1"/>
                </a:solidFill>
                <a:effectLst>
                  <a:outerShdw blurRad="38100" dist="38100" dir="2700000" algn="tl">
                    <a:srgbClr val="000000"/>
                  </a:outerShdw>
                </a:effectLst>
                <a:latin typeface="Garamond" panose="02020404030301010803" pitchFamily="18" charset="0"/>
              </a:defRPr>
            </a:lvl5pPr>
            <a:lvl6pPr marL="2514600" indent="-228600" fontAlgn="base">
              <a:spcBef>
                <a:spcPct val="20000"/>
              </a:spcBef>
              <a:spcAft>
                <a:spcPct val="0"/>
              </a:spcAft>
              <a:buClr>
                <a:schemeClr val="folHlink"/>
              </a:buClr>
              <a:buChar char="•"/>
              <a:defRPr sz="2000">
                <a:solidFill>
                  <a:schemeClr val="tx1"/>
                </a:solidFill>
                <a:effectLst>
                  <a:outerShdw blurRad="38100" dist="38100" dir="2700000" algn="tl">
                    <a:srgbClr val="000000"/>
                  </a:outerShdw>
                </a:effectLst>
                <a:latin typeface="Garamond" panose="02020404030301010803" pitchFamily="18" charset="0"/>
              </a:defRPr>
            </a:lvl6pPr>
            <a:lvl7pPr marL="2971800" indent="-228600" fontAlgn="base">
              <a:spcBef>
                <a:spcPct val="20000"/>
              </a:spcBef>
              <a:spcAft>
                <a:spcPct val="0"/>
              </a:spcAft>
              <a:buClr>
                <a:schemeClr val="folHlink"/>
              </a:buClr>
              <a:buChar char="•"/>
              <a:defRPr sz="2000">
                <a:solidFill>
                  <a:schemeClr val="tx1"/>
                </a:solidFill>
                <a:effectLst>
                  <a:outerShdw blurRad="38100" dist="38100" dir="2700000" algn="tl">
                    <a:srgbClr val="000000"/>
                  </a:outerShdw>
                </a:effectLst>
                <a:latin typeface="Garamond" panose="02020404030301010803" pitchFamily="18" charset="0"/>
              </a:defRPr>
            </a:lvl7pPr>
            <a:lvl8pPr marL="3429000" indent="-228600" fontAlgn="base">
              <a:spcBef>
                <a:spcPct val="20000"/>
              </a:spcBef>
              <a:spcAft>
                <a:spcPct val="0"/>
              </a:spcAft>
              <a:buClr>
                <a:schemeClr val="folHlink"/>
              </a:buClr>
              <a:buChar char="•"/>
              <a:defRPr sz="2000">
                <a:solidFill>
                  <a:schemeClr val="tx1"/>
                </a:solidFill>
                <a:effectLst>
                  <a:outerShdw blurRad="38100" dist="38100" dir="2700000" algn="tl">
                    <a:srgbClr val="000000"/>
                  </a:outerShdw>
                </a:effectLst>
                <a:latin typeface="Garamond" panose="02020404030301010803" pitchFamily="18" charset="0"/>
              </a:defRPr>
            </a:lvl8pPr>
            <a:lvl9pPr marL="3886200" indent="-228600" fontAlgn="base">
              <a:spcBef>
                <a:spcPct val="20000"/>
              </a:spcBef>
              <a:spcAft>
                <a:spcPct val="0"/>
              </a:spcAft>
              <a:buClr>
                <a:schemeClr val="folHlink"/>
              </a:buClr>
              <a:buChar char="•"/>
              <a:defRPr sz="2000">
                <a:solidFill>
                  <a:schemeClr val="tx1"/>
                </a:solidFill>
                <a:effectLst>
                  <a:outerShdw blurRad="38100" dist="38100" dir="2700000" algn="tl">
                    <a:srgbClr val="000000"/>
                  </a:outerShdw>
                </a:effectLst>
                <a:latin typeface="Garamond" panose="02020404030301010803" pitchFamily="18" charset="0"/>
              </a:defRPr>
            </a:lvl9pPr>
          </a:lstStyle>
          <a:p>
            <a:pPr marL="514350" indent="-457200" algn="just">
              <a:buClr>
                <a:srgbClr val="C00000"/>
              </a:buClr>
              <a:defRPr/>
            </a:pPr>
            <a:r>
              <a:rPr lang="en-US" altLang="en-US" sz="2400" dirty="0">
                <a:effectLst/>
                <a:latin typeface="+mn-lt"/>
              </a:rPr>
              <a:t>Other names for these are </a:t>
            </a:r>
            <a:r>
              <a:rPr lang="en-US" altLang="en-US" sz="2400" dirty="0">
                <a:solidFill>
                  <a:srgbClr val="C00000"/>
                </a:solidFill>
                <a:effectLst/>
                <a:latin typeface="+mn-lt"/>
              </a:rPr>
              <a:t>brute force search</a:t>
            </a:r>
            <a:r>
              <a:rPr lang="en-US" altLang="en-US" sz="2400" dirty="0">
                <a:effectLst/>
                <a:latin typeface="+mn-lt"/>
              </a:rPr>
              <a:t>, blind search, uninformed search, and blind control strategy</a:t>
            </a:r>
          </a:p>
          <a:p>
            <a:pPr marL="514350" indent="-457200" algn="just">
              <a:buClr>
                <a:srgbClr val="C00000"/>
              </a:buClr>
              <a:defRPr/>
            </a:pPr>
            <a:r>
              <a:rPr lang="en-US" altLang="en-US" sz="2400" dirty="0">
                <a:effectLst/>
                <a:latin typeface="+mn-lt"/>
              </a:rPr>
              <a:t>In computer science, a brute force search consists of systematically </a:t>
            </a:r>
            <a:r>
              <a:rPr lang="en-US" altLang="en-US" sz="2400" dirty="0">
                <a:solidFill>
                  <a:srgbClr val="C00000"/>
                </a:solidFill>
                <a:effectLst/>
                <a:latin typeface="+mn-lt"/>
              </a:rPr>
              <a:t>enumerating every possible solution </a:t>
            </a:r>
            <a:r>
              <a:rPr lang="en-US" altLang="en-US" sz="2400" dirty="0">
                <a:effectLst/>
                <a:latin typeface="+mn-lt"/>
              </a:rPr>
              <a:t>of a problem until a solution is found, or all possible solutions have been exhausted.</a:t>
            </a:r>
          </a:p>
          <a:p>
            <a:pPr marL="514350" indent="-457200" algn="just">
              <a:buClr>
                <a:srgbClr val="C00000"/>
              </a:buClr>
              <a:defRPr/>
            </a:pPr>
            <a:r>
              <a:rPr lang="en-US" altLang="en-US" sz="2400" dirty="0">
                <a:effectLst/>
                <a:latin typeface="+mn-lt"/>
              </a:rPr>
              <a:t>For example, an </a:t>
            </a:r>
            <a:r>
              <a:rPr lang="en-US" altLang="en-US" sz="2400" dirty="0">
                <a:solidFill>
                  <a:srgbClr val="C00000"/>
                </a:solidFill>
                <a:effectLst/>
                <a:latin typeface="+mn-lt"/>
              </a:rPr>
              <a:t>anagram problem </a:t>
            </a:r>
            <a:r>
              <a:rPr lang="en-US" altLang="en-US" sz="2400" dirty="0">
                <a:effectLst/>
                <a:latin typeface="+mn-lt"/>
              </a:rPr>
              <a:t>can be solved by enumerating all possible combinations of words with the same number of letters as the desired phrase, and checking one by one whether the words make a valid anagram.</a:t>
            </a:r>
          </a:p>
        </p:txBody>
      </p:sp>
      <p:sp>
        <p:nvSpPr>
          <p:cNvPr id="10" name="Rectangle 9"/>
          <p:cNvSpPr/>
          <p:nvPr/>
        </p:nvSpPr>
        <p:spPr>
          <a:xfrm>
            <a:off x="1066800" y="304800"/>
            <a:ext cx="8073273" cy="707886"/>
          </a:xfrm>
          <a:prstGeom prst="rect">
            <a:avLst/>
          </a:prstGeom>
        </p:spPr>
        <p:txBody>
          <a:bodyPr wrap="square">
            <a:spAutoFit/>
          </a:bodyPr>
          <a:lstStyle/>
          <a:p>
            <a:pPr algn="ctr"/>
            <a:r>
              <a:rPr lang="en-US" sz="4000" b="1" dirty="0">
                <a:latin typeface="Roboto" pitchFamily="2" charset="0"/>
                <a:ea typeface="Roboto" pitchFamily="2" charset="0"/>
              </a:rPr>
              <a:t>Direct Heuristic Search: </a:t>
            </a:r>
            <a:r>
              <a:rPr lang="en-US" sz="4000" b="1" dirty="0">
                <a:solidFill>
                  <a:srgbClr val="C00000"/>
                </a:solidFill>
                <a:latin typeface="Roboto" pitchFamily="2" charset="0"/>
                <a:ea typeface="Roboto" pitchFamily="2" charset="0"/>
              </a:rPr>
              <a:t>Intro</a:t>
            </a:r>
          </a:p>
        </p:txBody>
      </p:sp>
    </p:spTree>
    <p:extLst>
      <p:ext uri="{BB962C8B-B14F-4D97-AF65-F5344CB8AC3E}">
        <p14:creationId xmlns:p14="http://schemas.microsoft.com/office/powerpoint/2010/main" val="32488354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1FB70FE3-1C4B-4C01-B4E7-493CA096D2DE}"/>
              </a:ext>
            </a:extLst>
          </p:cNvPr>
          <p:cNvSpPr>
            <a:spLocks noGrp="1"/>
          </p:cNvSpPr>
          <p:nvPr>
            <p:ph type="dt" sz="half" idx="10"/>
          </p:nvPr>
        </p:nvSpPr>
        <p:spPr/>
        <p:txBody>
          <a:bodyPr/>
          <a:lstStyle/>
          <a:p>
            <a:r>
              <a:rPr lang="en-US" sz="800">
                <a:solidFill>
                  <a:srgbClr val="FFE1AD"/>
                </a:solidFill>
              </a:rPr>
              <a:t>2019</a:t>
            </a:r>
            <a:endParaRPr lang="en-US" sz="800" dirty="0">
              <a:solidFill>
                <a:srgbClr val="FFE1AD"/>
              </a:solidFill>
            </a:endParaRPr>
          </a:p>
        </p:txBody>
      </p:sp>
      <p:sp>
        <p:nvSpPr>
          <p:cNvPr id="5" name="Footer Placeholder 4">
            <a:extLst>
              <a:ext uri="{FF2B5EF4-FFF2-40B4-BE49-F238E27FC236}">
                <a16:creationId xmlns:a16="http://schemas.microsoft.com/office/drawing/2014/main" xmlns="" id="{4877CB11-AA22-4894-8F3B-510E3B646473}"/>
              </a:ext>
            </a:extLst>
          </p:cNvPr>
          <p:cNvSpPr>
            <a:spLocks noGrp="1"/>
          </p:cNvSpPr>
          <p:nvPr>
            <p:ph type="ftr" sz="quarter" idx="11"/>
          </p:nvPr>
        </p:nvSpPr>
        <p:spPr/>
        <p:txBody>
          <a:bodyPr/>
          <a:lstStyle/>
          <a:p>
            <a:r>
              <a:rPr lang="en-US" sz="800">
                <a:solidFill>
                  <a:srgbClr val="FFE1AD"/>
                </a:solidFill>
              </a:rPr>
              <a:t>SCSJ 3353: Artificial Intelligence</a:t>
            </a:r>
            <a:endParaRPr lang="en-US" sz="800" dirty="0">
              <a:solidFill>
                <a:srgbClr val="FFE1AD"/>
              </a:solidFill>
            </a:endParaRPr>
          </a:p>
        </p:txBody>
      </p:sp>
      <p:sp>
        <p:nvSpPr>
          <p:cNvPr id="6" name="Slide Number Placeholder 5">
            <a:extLst>
              <a:ext uri="{FF2B5EF4-FFF2-40B4-BE49-F238E27FC236}">
                <a16:creationId xmlns:a16="http://schemas.microsoft.com/office/drawing/2014/main" xmlns="" id="{236EDA3C-DAF8-4E46-A8D7-349C957CDA1C}"/>
              </a:ext>
            </a:extLst>
          </p:cNvPr>
          <p:cNvSpPr>
            <a:spLocks noGrp="1"/>
          </p:cNvSpPr>
          <p:nvPr>
            <p:ph type="sldNum" sz="quarter" idx="12"/>
          </p:nvPr>
        </p:nvSpPr>
        <p:spPr/>
        <p:txBody>
          <a:bodyPr/>
          <a:lstStyle/>
          <a:p>
            <a:fld id="{0362C787-829C-4B6B-B21B-90D8981190F3}" type="slidenum">
              <a:rPr lang="en-US" sz="900" smtClean="0">
                <a:solidFill>
                  <a:srgbClr val="FFE1AD"/>
                </a:solidFill>
              </a:rPr>
              <a:pPr/>
              <a:t>11</a:t>
            </a:fld>
            <a:endParaRPr lang="en-US" sz="900" dirty="0">
              <a:solidFill>
                <a:srgbClr val="FFE1AD"/>
              </a:solidFill>
            </a:endParaRPr>
          </a:p>
        </p:txBody>
      </p:sp>
      <p:pic>
        <p:nvPicPr>
          <p:cNvPr id="3" name="Picture 2"/>
          <p:cNvPicPr>
            <a:picLocks noChangeAspect="1"/>
          </p:cNvPicPr>
          <p:nvPr/>
        </p:nvPicPr>
        <p:blipFill rotWithShape="1">
          <a:blip r:embed="rId3"/>
          <a:srcRect l="14009" t="17807" r="13139" b="14944"/>
          <a:stretch/>
        </p:blipFill>
        <p:spPr>
          <a:xfrm>
            <a:off x="152400" y="1524000"/>
            <a:ext cx="6858000" cy="4747846"/>
          </a:xfrm>
          <a:prstGeom prst="rect">
            <a:avLst/>
          </a:prstGeom>
        </p:spPr>
      </p:pic>
      <p:sp>
        <p:nvSpPr>
          <p:cNvPr id="8" name="Rectangle 7"/>
          <p:cNvSpPr/>
          <p:nvPr/>
        </p:nvSpPr>
        <p:spPr>
          <a:xfrm>
            <a:off x="4539877" y="1485715"/>
            <a:ext cx="4572000" cy="1077218"/>
          </a:xfrm>
          <a:prstGeom prst="rect">
            <a:avLst/>
          </a:prstGeom>
        </p:spPr>
        <p:txBody>
          <a:bodyPr>
            <a:spAutoFit/>
          </a:bodyPr>
          <a:lstStyle/>
          <a:p>
            <a:pPr algn="just"/>
            <a:r>
              <a:rPr lang="en-US" sz="1600" b="1" i="1" dirty="0" err="1">
                <a:solidFill>
                  <a:srgbClr val="000000"/>
                </a:solidFill>
                <a:latin typeface="Arial" panose="020B0604020202020204" pitchFamily="34" charset="0"/>
              </a:rPr>
              <a:t>eg</a:t>
            </a:r>
            <a:r>
              <a:rPr lang="en-US" sz="1600" b="1" i="1" dirty="0">
                <a:solidFill>
                  <a:srgbClr val="000000"/>
                </a:solidFill>
                <a:latin typeface="Arial" panose="020B0604020202020204" pitchFamily="34" charset="0"/>
              </a:rPr>
              <a:t>: To Reduce search</a:t>
            </a:r>
          </a:p>
          <a:p>
            <a:pPr algn="just"/>
            <a:r>
              <a:rPr lang="en-US" sz="1600" dirty="0">
                <a:solidFill>
                  <a:srgbClr val="000000"/>
                </a:solidFill>
                <a:latin typeface="Arial" panose="020B0604020202020204" pitchFamily="34" charset="0"/>
              </a:rPr>
              <a:t>First three levels of the tic-tac-toe state space reduced by symmetry (simple heuristic-most winning opportunities)</a:t>
            </a:r>
            <a:endParaRPr lang="en-GB" sz="1600" dirty="0"/>
          </a:p>
        </p:txBody>
      </p:sp>
      <p:sp>
        <p:nvSpPr>
          <p:cNvPr id="11" name="Rectangle 10"/>
          <p:cNvSpPr/>
          <p:nvPr/>
        </p:nvSpPr>
        <p:spPr>
          <a:xfrm>
            <a:off x="1066800" y="304800"/>
            <a:ext cx="8073273" cy="707886"/>
          </a:xfrm>
          <a:prstGeom prst="rect">
            <a:avLst/>
          </a:prstGeom>
        </p:spPr>
        <p:txBody>
          <a:bodyPr wrap="square">
            <a:spAutoFit/>
          </a:bodyPr>
          <a:lstStyle/>
          <a:p>
            <a:pPr algn="ctr"/>
            <a:r>
              <a:rPr lang="en-US" sz="4000" b="1" dirty="0">
                <a:latin typeface="Roboto" pitchFamily="2" charset="0"/>
                <a:ea typeface="Roboto" pitchFamily="2" charset="0"/>
              </a:rPr>
              <a:t>Direct Heuristic Search: </a:t>
            </a:r>
            <a:r>
              <a:rPr lang="en-US" sz="4000" b="1" dirty="0">
                <a:solidFill>
                  <a:srgbClr val="C00000"/>
                </a:solidFill>
                <a:latin typeface="Roboto" pitchFamily="2" charset="0"/>
                <a:ea typeface="Roboto" pitchFamily="2" charset="0"/>
              </a:rPr>
              <a:t>Intro</a:t>
            </a:r>
          </a:p>
        </p:txBody>
      </p:sp>
    </p:spTree>
    <p:extLst>
      <p:ext uri="{BB962C8B-B14F-4D97-AF65-F5344CB8AC3E}">
        <p14:creationId xmlns:p14="http://schemas.microsoft.com/office/powerpoint/2010/main" val="17249644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1FB70FE3-1C4B-4C01-B4E7-493CA096D2DE}"/>
              </a:ext>
            </a:extLst>
          </p:cNvPr>
          <p:cNvSpPr>
            <a:spLocks noGrp="1"/>
          </p:cNvSpPr>
          <p:nvPr>
            <p:ph type="dt" sz="half" idx="10"/>
          </p:nvPr>
        </p:nvSpPr>
        <p:spPr/>
        <p:txBody>
          <a:bodyPr/>
          <a:lstStyle/>
          <a:p>
            <a:r>
              <a:rPr lang="en-US" sz="800">
                <a:solidFill>
                  <a:srgbClr val="FFE1AD"/>
                </a:solidFill>
              </a:rPr>
              <a:t>2019</a:t>
            </a:r>
            <a:endParaRPr lang="en-US" sz="800" dirty="0">
              <a:solidFill>
                <a:srgbClr val="FFE1AD"/>
              </a:solidFill>
            </a:endParaRPr>
          </a:p>
        </p:txBody>
      </p:sp>
      <p:sp>
        <p:nvSpPr>
          <p:cNvPr id="5" name="Footer Placeholder 4">
            <a:extLst>
              <a:ext uri="{FF2B5EF4-FFF2-40B4-BE49-F238E27FC236}">
                <a16:creationId xmlns:a16="http://schemas.microsoft.com/office/drawing/2014/main" xmlns="" id="{4877CB11-AA22-4894-8F3B-510E3B646473}"/>
              </a:ext>
            </a:extLst>
          </p:cNvPr>
          <p:cNvSpPr>
            <a:spLocks noGrp="1"/>
          </p:cNvSpPr>
          <p:nvPr>
            <p:ph type="ftr" sz="quarter" idx="11"/>
          </p:nvPr>
        </p:nvSpPr>
        <p:spPr/>
        <p:txBody>
          <a:bodyPr/>
          <a:lstStyle/>
          <a:p>
            <a:r>
              <a:rPr lang="en-US" sz="800">
                <a:solidFill>
                  <a:srgbClr val="FFE1AD"/>
                </a:solidFill>
              </a:rPr>
              <a:t>SCSJ 3353: Artificial Intelligence</a:t>
            </a:r>
            <a:endParaRPr lang="en-US" sz="800" dirty="0">
              <a:solidFill>
                <a:srgbClr val="FFE1AD"/>
              </a:solidFill>
            </a:endParaRPr>
          </a:p>
        </p:txBody>
      </p:sp>
      <p:sp>
        <p:nvSpPr>
          <p:cNvPr id="6" name="Slide Number Placeholder 5">
            <a:extLst>
              <a:ext uri="{FF2B5EF4-FFF2-40B4-BE49-F238E27FC236}">
                <a16:creationId xmlns:a16="http://schemas.microsoft.com/office/drawing/2014/main" xmlns="" id="{236EDA3C-DAF8-4E46-A8D7-349C957CDA1C}"/>
              </a:ext>
            </a:extLst>
          </p:cNvPr>
          <p:cNvSpPr>
            <a:spLocks noGrp="1"/>
          </p:cNvSpPr>
          <p:nvPr>
            <p:ph type="sldNum" sz="quarter" idx="12"/>
          </p:nvPr>
        </p:nvSpPr>
        <p:spPr/>
        <p:txBody>
          <a:bodyPr/>
          <a:lstStyle/>
          <a:p>
            <a:fld id="{0362C787-829C-4B6B-B21B-90D8981190F3}" type="slidenum">
              <a:rPr lang="en-US" sz="900" smtClean="0">
                <a:solidFill>
                  <a:srgbClr val="FFE1AD"/>
                </a:solidFill>
              </a:rPr>
              <a:pPr/>
              <a:t>12</a:t>
            </a:fld>
            <a:endParaRPr lang="en-US" sz="900" dirty="0">
              <a:solidFill>
                <a:srgbClr val="FFE1AD"/>
              </a:solidFill>
            </a:endParaRPr>
          </a:p>
        </p:txBody>
      </p:sp>
      <p:sp>
        <p:nvSpPr>
          <p:cNvPr id="8" name="Rectangle 7"/>
          <p:cNvSpPr/>
          <p:nvPr/>
        </p:nvSpPr>
        <p:spPr>
          <a:xfrm>
            <a:off x="0" y="1485715"/>
            <a:ext cx="9111877" cy="369332"/>
          </a:xfrm>
          <a:prstGeom prst="rect">
            <a:avLst/>
          </a:prstGeom>
        </p:spPr>
        <p:txBody>
          <a:bodyPr wrap="square">
            <a:spAutoFit/>
          </a:bodyPr>
          <a:lstStyle/>
          <a:p>
            <a:pPr algn="ctr"/>
            <a:r>
              <a:rPr lang="en-US" dirty="0"/>
              <a:t>The “most wins” heuristic applied to the first children in tic-tac-toe.</a:t>
            </a:r>
            <a:endParaRPr lang="en-GB" sz="1600" dirty="0"/>
          </a:p>
        </p:txBody>
      </p:sp>
      <p:pic>
        <p:nvPicPr>
          <p:cNvPr id="2" name="Picture 1"/>
          <p:cNvPicPr>
            <a:picLocks noChangeAspect="1"/>
          </p:cNvPicPr>
          <p:nvPr/>
        </p:nvPicPr>
        <p:blipFill>
          <a:blip r:embed="rId3"/>
          <a:stretch>
            <a:fillRect/>
          </a:stretch>
        </p:blipFill>
        <p:spPr>
          <a:xfrm>
            <a:off x="637851" y="2290376"/>
            <a:ext cx="7854851" cy="2934566"/>
          </a:xfrm>
          <a:prstGeom prst="rect">
            <a:avLst/>
          </a:prstGeom>
        </p:spPr>
      </p:pic>
      <p:sp>
        <p:nvSpPr>
          <p:cNvPr id="9" name="Rectangle 8"/>
          <p:cNvSpPr/>
          <p:nvPr/>
        </p:nvSpPr>
        <p:spPr>
          <a:xfrm>
            <a:off x="1066800" y="304800"/>
            <a:ext cx="8073273" cy="707886"/>
          </a:xfrm>
          <a:prstGeom prst="rect">
            <a:avLst/>
          </a:prstGeom>
        </p:spPr>
        <p:txBody>
          <a:bodyPr wrap="square">
            <a:spAutoFit/>
          </a:bodyPr>
          <a:lstStyle/>
          <a:p>
            <a:pPr algn="ctr"/>
            <a:r>
              <a:rPr lang="en-US" sz="4000" b="1" dirty="0">
                <a:latin typeface="Roboto" pitchFamily="2" charset="0"/>
                <a:ea typeface="Roboto" pitchFamily="2" charset="0"/>
              </a:rPr>
              <a:t>Direct Heuristic Search: </a:t>
            </a:r>
            <a:r>
              <a:rPr lang="en-US" sz="4000" b="1" dirty="0">
                <a:solidFill>
                  <a:srgbClr val="C00000"/>
                </a:solidFill>
                <a:latin typeface="Roboto" pitchFamily="2" charset="0"/>
                <a:ea typeface="Roboto" pitchFamily="2" charset="0"/>
              </a:rPr>
              <a:t>Intro</a:t>
            </a:r>
          </a:p>
        </p:txBody>
      </p:sp>
    </p:spTree>
    <p:extLst>
      <p:ext uri="{BB962C8B-B14F-4D97-AF65-F5344CB8AC3E}">
        <p14:creationId xmlns:p14="http://schemas.microsoft.com/office/powerpoint/2010/main" val="5064059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1FB70FE3-1C4B-4C01-B4E7-493CA096D2DE}"/>
              </a:ext>
            </a:extLst>
          </p:cNvPr>
          <p:cNvSpPr>
            <a:spLocks noGrp="1"/>
          </p:cNvSpPr>
          <p:nvPr>
            <p:ph type="dt" sz="half" idx="10"/>
          </p:nvPr>
        </p:nvSpPr>
        <p:spPr/>
        <p:txBody>
          <a:bodyPr/>
          <a:lstStyle/>
          <a:p>
            <a:r>
              <a:rPr lang="en-US" sz="800">
                <a:solidFill>
                  <a:srgbClr val="FFE1AD"/>
                </a:solidFill>
              </a:rPr>
              <a:t>2019</a:t>
            </a:r>
            <a:endParaRPr lang="en-US" sz="800" dirty="0">
              <a:solidFill>
                <a:srgbClr val="FFE1AD"/>
              </a:solidFill>
            </a:endParaRPr>
          </a:p>
        </p:txBody>
      </p:sp>
      <p:sp>
        <p:nvSpPr>
          <p:cNvPr id="5" name="Footer Placeholder 4">
            <a:extLst>
              <a:ext uri="{FF2B5EF4-FFF2-40B4-BE49-F238E27FC236}">
                <a16:creationId xmlns:a16="http://schemas.microsoft.com/office/drawing/2014/main" xmlns="" id="{4877CB11-AA22-4894-8F3B-510E3B646473}"/>
              </a:ext>
            </a:extLst>
          </p:cNvPr>
          <p:cNvSpPr>
            <a:spLocks noGrp="1"/>
          </p:cNvSpPr>
          <p:nvPr>
            <p:ph type="ftr" sz="quarter" idx="11"/>
          </p:nvPr>
        </p:nvSpPr>
        <p:spPr/>
        <p:txBody>
          <a:bodyPr/>
          <a:lstStyle/>
          <a:p>
            <a:r>
              <a:rPr lang="en-US" sz="800">
                <a:solidFill>
                  <a:srgbClr val="FFE1AD"/>
                </a:solidFill>
              </a:rPr>
              <a:t>SCSJ 3353: Artificial Intelligence</a:t>
            </a:r>
            <a:endParaRPr lang="en-US" sz="800" dirty="0">
              <a:solidFill>
                <a:srgbClr val="FFE1AD"/>
              </a:solidFill>
            </a:endParaRPr>
          </a:p>
        </p:txBody>
      </p:sp>
      <p:sp>
        <p:nvSpPr>
          <p:cNvPr id="6" name="Slide Number Placeholder 5">
            <a:extLst>
              <a:ext uri="{FF2B5EF4-FFF2-40B4-BE49-F238E27FC236}">
                <a16:creationId xmlns:a16="http://schemas.microsoft.com/office/drawing/2014/main" xmlns="" id="{236EDA3C-DAF8-4E46-A8D7-349C957CDA1C}"/>
              </a:ext>
            </a:extLst>
          </p:cNvPr>
          <p:cNvSpPr>
            <a:spLocks noGrp="1"/>
          </p:cNvSpPr>
          <p:nvPr>
            <p:ph type="sldNum" sz="quarter" idx="12"/>
          </p:nvPr>
        </p:nvSpPr>
        <p:spPr/>
        <p:txBody>
          <a:bodyPr/>
          <a:lstStyle/>
          <a:p>
            <a:fld id="{0362C787-829C-4B6B-B21B-90D8981190F3}" type="slidenum">
              <a:rPr lang="en-US" sz="900" smtClean="0">
                <a:solidFill>
                  <a:srgbClr val="FFE1AD"/>
                </a:solidFill>
              </a:rPr>
              <a:pPr/>
              <a:t>13</a:t>
            </a:fld>
            <a:endParaRPr lang="en-US" sz="900" dirty="0">
              <a:solidFill>
                <a:srgbClr val="FFE1AD"/>
              </a:solidFill>
            </a:endParaRPr>
          </a:p>
        </p:txBody>
      </p:sp>
      <p:sp>
        <p:nvSpPr>
          <p:cNvPr id="8" name="Rectangle 7"/>
          <p:cNvSpPr/>
          <p:nvPr/>
        </p:nvSpPr>
        <p:spPr>
          <a:xfrm>
            <a:off x="0" y="1485715"/>
            <a:ext cx="6553200" cy="369332"/>
          </a:xfrm>
          <a:prstGeom prst="rect">
            <a:avLst/>
          </a:prstGeom>
        </p:spPr>
        <p:txBody>
          <a:bodyPr wrap="square">
            <a:spAutoFit/>
          </a:bodyPr>
          <a:lstStyle/>
          <a:p>
            <a:r>
              <a:rPr lang="en-US" dirty="0"/>
              <a:t>Heuristically reduced state space for tic tac toe.</a:t>
            </a:r>
            <a:endParaRPr lang="en-GB" sz="1600" dirty="0"/>
          </a:p>
        </p:txBody>
      </p:sp>
      <p:pic>
        <p:nvPicPr>
          <p:cNvPr id="3" name="Picture 2"/>
          <p:cNvPicPr>
            <a:picLocks noChangeAspect="1"/>
          </p:cNvPicPr>
          <p:nvPr/>
        </p:nvPicPr>
        <p:blipFill>
          <a:blip r:embed="rId3"/>
          <a:stretch>
            <a:fillRect/>
          </a:stretch>
        </p:blipFill>
        <p:spPr>
          <a:xfrm>
            <a:off x="4724401" y="1435789"/>
            <a:ext cx="4343399" cy="5070845"/>
          </a:xfrm>
          <a:prstGeom prst="rect">
            <a:avLst/>
          </a:prstGeom>
        </p:spPr>
      </p:pic>
      <p:sp>
        <p:nvSpPr>
          <p:cNvPr id="9" name="Rectangle 8"/>
          <p:cNvSpPr/>
          <p:nvPr/>
        </p:nvSpPr>
        <p:spPr>
          <a:xfrm>
            <a:off x="1066800" y="304800"/>
            <a:ext cx="8073273" cy="707886"/>
          </a:xfrm>
          <a:prstGeom prst="rect">
            <a:avLst/>
          </a:prstGeom>
        </p:spPr>
        <p:txBody>
          <a:bodyPr wrap="square">
            <a:spAutoFit/>
          </a:bodyPr>
          <a:lstStyle/>
          <a:p>
            <a:pPr algn="ctr"/>
            <a:r>
              <a:rPr lang="en-US" sz="4000" b="1" dirty="0">
                <a:latin typeface="Roboto" pitchFamily="2" charset="0"/>
                <a:ea typeface="Roboto" pitchFamily="2" charset="0"/>
              </a:rPr>
              <a:t>Direct Heuristic Search: </a:t>
            </a:r>
            <a:r>
              <a:rPr lang="en-US" sz="4000" b="1" dirty="0">
                <a:solidFill>
                  <a:srgbClr val="C00000"/>
                </a:solidFill>
                <a:latin typeface="Roboto" pitchFamily="2" charset="0"/>
                <a:ea typeface="Roboto" pitchFamily="2" charset="0"/>
              </a:rPr>
              <a:t>Intro</a:t>
            </a:r>
          </a:p>
        </p:txBody>
      </p:sp>
    </p:spTree>
    <p:extLst>
      <p:ext uri="{BB962C8B-B14F-4D97-AF65-F5344CB8AC3E}">
        <p14:creationId xmlns:p14="http://schemas.microsoft.com/office/powerpoint/2010/main" val="28540831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1FB70FE3-1C4B-4C01-B4E7-493CA096D2DE}"/>
              </a:ext>
            </a:extLst>
          </p:cNvPr>
          <p:cNvSpPr>
            <a:spLocks noGrp="1"/>
          </p:cNvSpPr>
          <p:nvPr>
            <p:ph type="dt" sz="half" idx="10"/>
          </p:nvPr>
        </p:nvSpPr>
        <p:spPr/>
        <p:txBody>
          <a:bodyPr/>
          <a:lstStyle/>
          <a:p>
            <a:r>
              <a:rPr lang="en-US" sz="800">
                <a:solidFill>
                  <a:srgbClr val="FFE1AD"/>
                </a:solidFill>
              </a:rPr>
              <a:t>2019</a:t>
            </a:r>
            <a:endParaRPr lang="en-US" sz="800" dirty="0">
              <a:solidFill>
                <a:srgbClr val="FFE1AD"/>
              </a:solidFill>
            </a:endParaRPr>
          </a:p>
        </p:txBody>
      </p:sp>
      <p:sp>
        <p:nvSpPr>
          <p:cNvPr id="5" name="Footer Placeholder 4">
            <a:extLst>
              <a:ext uri="{FF2B5EF4-FFF2-40B4-BE49-F238E27FC236}">
                <a16:creationId xmlns:a16="http://schemas.microsoft.com/office/drawing/2014/main" xmlns="" id="{4877CB11-AA22-4894-8F3B-510E3B646473}"/>
              </a:ext>
            </a:extLst>
          </p:cNvPr>
          <p:cNvSpPr>
            <a:spLocks noGrp="1"/>
          </p:cNvSpPr>
          <p:nvPr>
            <p:ph type="ftr" sz="quarter" idx="11"/>
          </p:nvPr>
        </p:nvSpPr>
        <p:spPr/>
        <p:txBody>
          <a:bodyPr/>
          <a:lstStyle/>
          <a:p>
            <a:r>
              <a:rPr lang="en-US" sz="800">
                <a:solidFill>
                  <a:srgbClr val="FFE1AD"/>
                </a:solidFill>
              </a:rPr>
              <a:t>SCSJ 3353: Artificial Intelligence</a:t>
            </a:r>
            <a:endParaRPr lang="en-US" sz="800" dirty="0">
              <a:solidFill>
                <a:srgbClr val="FFE1AD"/>
              </a:solidFill>
            </a:endParaRPr>
          </a:p>
        </p:txBody>
      </p:sp>
      <p:sp>
        <p:nvSpPr>
          <p:cNvPr id="6" name="Slide Number Placeholder 5">
            <a:extLst>
              <a:ext uri="{FF2B5EF4-FFF2-40B4-BE49-F238E27FC236}">
                <a16:creationId xmlns:a16="http://schemas.microsoft.com/office/drawing/2014/main" xmlns="" id="{236EDA3C-DAF8-4E46-A8D7-349C957CDA1C}"/>
              </a:ext>
            </a:extLst>
          </p:cNvPr>
          <p:cNvSpPr>
            <a:spLocks noGrp="1"/>
          </p:cNvSpPr>
          <p:nvPr>
            <p:ph type="sldNum" sz="quarter" idx="12"/>
          </p:nvPr>
        </p:nvSpPr>
        <p:spPr/>
        <p:txBody>
          <a:bodyPr/>
          <a:lstStyle/>
          <a:p>
            <a:fld id="{0362C787-829C-4B6B-B21B-90D8981190F3}" type="slidenum">
              <a:rPr lang="en-US" sz="900" smtClean="0">
                <a:solidFill>
                  <a:srgbClr val="FFE1AD"/>
                </a:solidFill>
              </a:rPr>
              <a:pPr/>
              <a:t>14</a:t>
            </a:fld>
            <a:endParaRPr lang="en-US" sz="900" dirty="0">
              <a:solidFill>
                <a:srgbClr val="FFE1AD"/>
              </a:solidFill>
            </a:endParaRPr>
          </a:p>
        </p:txBody>
      </p:sp>
      <p:sp>
        <p:nvSpPr>
          <p:cNvPr id="7" name="Rectangle 5"/>
          <p:cNvSpPr>
            <a:spLocks noChangeArrowheads="1"/>
          </p:cNvSpPr>
          <p:nvPr/>
        </p:nvSpPr>
        <p:spPr bwMode="auto">
          <a:xfrm>
            <a:off x="228600" y="1638115"/>
            <a:ext cx="8763000" cy="513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Char char="•"/>
              <a:defRPr sz="3200">
                <a:solidFill>
                  <a:schemeClr val="tx1"/>
                </a:solidFill>
                <a:effectLst>
                  <a:outerShdw blurRad="38100" dist="38100" dir="2700000" algn="tl">
                    <a:srgbClr val="000000"/>
                  </a:outerShdw>
                </a:effectLst>
                <a:latin typeface="Garamond" panose="02020404030301010803" pitchFamily="18" charset="0"/>
              </a:defRPr>
            </a:lvl1pPr>
            <a:lvl2pPr marL="742950" indent="-285750">
              <a:spcBef>
                <a:spcPct val="20000"/>
              </a:spcBef>
              <a:buChar char="–"/>
              <a:defRPr sz="2800">
                <a:solidFill>
                  <a:schemeClr val="tx1"/>
                </a:solidFill>
                <a:effectLst>
                  <a:outerShdw blurRad="38100" dist="38100" dir="2700000" algn="tl">
                    <a:srgbClr val="000000"/>
                  </a:outerShdw>
                </a:effectLst>
                <a:latin typeface="Garamond" panose="02020404030301010803" pitchFamily="18" charset="0"/>
              </a:defRPr>
            </a:lvl2pPr>
            <a:lvl3pPr marL="1143000" indent="-228600">
              <a:spcBef>
                <a:spcPct val="20000"/>
              </a:spcBef>
              <a:buClr>
                <a:schemeClr val="tx2"/>
              </a:buClr>
              <a:buChar char="•"/>
              <a:defRPr sz="2400">
                <a:solidFill>
                  <a:schemeClr val="tx1"/>
                </a:solidFill>
                <a:effectLst>
                  <a:outerShdw blurRad="38100" dist="38100" dir="2700000" algn="tl">
                    <a:srgbClr val="000000"/>
                  </a:outerShdw>
                </a:effectLst>
                <a:latin typeface="Garamond" panose="02020404030301010803" pitchFamily="18" charset="0"/>
              </a:defRPr>
            </a:lvl3pPr>
            <a:lvl4pPr marL="1600200" indent="-228600">
              <a:spcBef>
                <a:spcPct val="20000"/>
              </a:spcBef>
              <a:buChar char="–"/>
              <a:defRPr sz="2000">
                <a:solidFill>
                  <a:schemeClr val="tx1"/>
                </a:solidFill>
                <a:effectLst>
                  <a:outerShdw blurRad="38100" dist="38100" dir="2700000" algn="tl">
                    <a:srgbClr val="000000"/>
                  </a:outerShdw>
                </a:effectLst>
                <a:latin typeface="Garamond" panose="02020404030301010803" pitchFamily="18" charset="0"/>
              </a:defRPr>
            </a:lvl4pPr>
            <a:lvl5pPr marL="2057400" indent="-228600">
              <a:spcBef>
                <a:spcPct val="20000"/>
              </a:spcBef>
              <a:buClr>
                <a:schemeClr val="folHlink"/>
              </a:buClr>
              <a:buChar char="•"/>
              <a:defRPr sz="2000">
                <a:solidFill>
                  <a:schemeClr val="tx1"/>
                </a:solidFill>
                <a:effectLst>
                  <a:outerShdw blurRad="38100" dist="38100" dir="2700000" algn="tl">
                    <a:srgbClr val="000000"/>
                  </a:outerShdw>
                </a:effectLst>
                <a:latin typeface="Garamond" panose="02020404030301010803" pitchFamily="18" charset="0"/>
              </a:defRPr>
            </a:lvl5pPr>
            <a:lvl6pPr marL="2514600" indent="-228600" fontAlgn="base">
              <a:spcBef>
                <a:spcPct val="20000"/>
              </a:spcBef>
              <a:spcAft>
                <a:spcPct val="0"/>
              </a:spcAft>
              <a:buClr>
                <a:schemeClr val="folHlink"/>
              </a:buClr>
              <a:buChar char="•"/>
              <a:defRPr sz="2000">
                <a:solidFill>
                  <a:schemeClr val="tx1"/>
                </a:solidFill>
                <a:effectLst>
                  <a:outerShdw blurRad="38100" dist="38100" dir="2700000" algn="tl">
                    <a:srgbClr val="000000"/>
                  </a:outerShdw>
                </a:effectLst>
                <a:latin typeface="Garamond" panose="02020404030301010803" pitchFamily="18" charset="0"/>
              </a:defRPr>
            </a:lvl6pPr>
            <a:lvl7pPr marL="2971800" indent="-228600" fontAlgn="base">
              <a:spcBef>
                <a:spcPct val="20000"/>
              </a:spcBef>
              <a:spcAft>
                <a:spcPct val="0"/>
              </a:spcAft>
              <a:buClr>
                <a:schemeClr val="folHlink"/>
              </a:buClr>
              <a:buChar char="•"/>
              <a:defRPr sz="2000">
                <a:solidFill>
                  <a:schemeClr val="tx1"/>
                </a:solidFill>
                <a:effectLst>
                  <a:outerShdw blurRad="38100" dist="38100" dir="2700000" algn="tl">
                    <a:srgbClr val="000000"/>
                  </a:outerShdw>
                </a:effectLst>
                <a:latin typeface="Garamond" panose="02020404030301010803" pitchFamily="18" charset="0"/>
              </a:defRPr>
            </a:lvl7pPr>
            <a:lvl8pPr marL="3429000" indent="-228600" fontAlgn="base">
              <a:spcBef>
                <a:spcPct val="20000"/>
              </a:spcBef>
              <a:spcAft>
                <a:spcPct val="0"/>
              </a:spcAft>
              <a:buClr>
                <a:schemeClr val="folHlink"/>
              </a:buClr>
              <a:buChar char="•"/>
              <a:defRPr sz="2000">
                <a:solidFill>
                  <a:schemeClr val="tx1"/>
                </a:solidFill>
                <a:effectLst>
                  <a:outerShdw blurRad="38100" dist="38100" dir="2700000" algn="tl">
                    <a:srgbClr val="000000"/>
                  </a:outerShdw>
                </a:effectLst>
                <a:latin typeface="Garamond" panose="02020404030301010803" pitchFamily="18" charset="0"/>
              </a:defRPr>
            </a:lvl8pPr>
            <a:lvl9pPr marL="3886200" indent="-228600" fontAlgn="base">
              <a:spcBef>
                <a:spcPct val="20000"/>
              </a:spcBef>
              <a:spcAft>
                <a:spcPct val="0"/>
              </a:spcAft>
              <a:buClr>
                <a:schemeClr val="folHlink"/>
              </a:buClr>
              <a:buChar char="•"/>
              <a:defRPr sz="2000">
                <a:solidFill>
                  <a:schemeClr val="tx1"/>
                </a:solidFill>
                <a:effectLst>
                  <a:outerShdw blurRad="38100" dist="38100" dir="2700000" algn="tl">
                    <a:srgbClr val="000000"/>
                  </a:outerShdw>
                </a:effectLst>
                <a:latin typeface="Garamond" panose="02020404030301010803" pitchFamily="18" charset="0"/>
              </a:defRPr>
            </a:lvl9pPr>
          </a:lstStyle>
          <a:p>
            <a:pPr marL="514350" indent="-457200" algn="just">
              <a:buClr>
                <a:srgbClr val="C00000"/>
              </a:buClr>
              <a:defRPr/>
            </a:pPr>
            <a:r>
              <a:rPr lang="en-US" altLang="en-US" sz="2400" dirty="0">
                <a:effectLst/>
                <a:latin typeface="+mn-lt"/>
              </a:rPr>
              <a:t>A word that is spelled with the exact same letters as another word. Example: RIDES is an anagram of SIRED and vice versa</a:t>
            </a:r>
          </a:p>
        </p:txBody>
      </p:sp>
      <p:sp>
        <p:nvSpPr>
          <p:cNvPr id="10" name="Rectangle 9"/>
          <p:cNvSpPr/>
          <p:nvPr/>
        </p:nvSpPr>
        <p:spPr>
          <a:xfrm>
            <a:off x="368300" y="367900"/>
            <a:ext cx="8775700" cy="830997"/>
          </a:xfrm>
          <a:prstGeom prst="rect">
            <a:avLst/>
          </a:prstGeom>
        </p:spPr>
        <p:txBody>
          <a:bodyPr wrap="square">
            <a:spAutoFit/>
          </a:bodyPr>
          <a:lstStyle/>
          <a:p>
            <a:pPr algn="ctr"/>
            <a:r>
              <a:rPr lang="en-US" sz="3600" b="1" dirty="0">
                <a:latin typeface="Roboto" pitchFamily="2" charset="0"/>
                <a:ea typeface="Roboto" pitchFamily="2" charset="0"/>
              </a:rPr>
              <a:t>Direct Heuristic </a:t>
            </a:r>
            <a:r>
              <a:rPr lang="en-US" sz="4000" b="1" dirty="0">
                <a:latin typeface="Roboto" pitchFamily="2" charset="0"/>
                <a:ea typeface="Roboto" pitchFamily="2" charset="0"/>
              </a:rPr>
              <a:t>Search : </a:t>
            </a:r>
            <a:r>
              <a:rPr lang="en-US" sz="4800" b="1" dirty="0">
                <a:solidFill>
                  <a:srgbClr val="C00000"/>
                </a:solidFill>
                <a:latin typeface="Roboto" pitchFamily="2" charset="0"/>
                <a:ea typeface="Roboto" pitchFamily="2" charset="0"/>
              </a:rPr>
              <a:t>Anagram</a:t>
            </a:r>
          </a:p>
        </p:txBody>
      </p:sp>
      <p:pic>
        <p:nvPicPr>
          <p:cNvPr id="2" name="Picture 1">
            <a:hlinkClick r:id="rId3"/>
          </p:cNvPr>
          <p:cNvPicPr>
            <a:picLocks noChangeAspect="1"/>
          </p:cNvPicPr>
          <p:nvPr/>
        </p:nvPicPr>
        <p:blipFill>
          <a:blip r:embed="rId4"/>
          <a:stretch>
            <a:fillRect/>
          </a:stretch>
        </p:blipFill>
        <p:spPr>
          <a:xfrm>
            <a:off x="971550" y="2743200"/>
            <a:ext cx="7277100" cy="2047875"/>
          </a:xfrm>
          <a:prstGeom prst="rect">
            <a:avLst/>
          </a:prstGeom>
          <a:ln>
            <a:solidFill>
              <a:schemeClr val="tx1"/>
            </a:solidFill>
          </a:ln>
        </p:spPr>
      </p:pic>
      <p:pic>
        <p:nvPicPr>
          <p:cNvPr id="1026" name="Picture 2" descr="Image result for click me"/>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704137" y="4495800"/>
            <a:ext cx="915988" cy="9969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08240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1FB70FE3-1C4B-4C01-B4E7-493CA096D2DE}"/>
              </a:ext>
            </a:extLst>
          </p:cNvPr>
          <p:cNvSpPr>
            <a:spLocks noGrp="1"/>
          </p:cNvSpPr>
          <p:nvPr>
            <p:ph type="dt" sz="half" idx="10"/>
          </p:nvPr>
        </p:nvSpPr>
        <p:spPr/>
        <p:txBody>
          <a:bodyPr/>
          <a:lstStyle/>
          <a:p>
            <a:r>
              <a:rPr lang="en-US" sz="800">
                <a:solidFill>
                  <a:srgbClr val="FFE1AD"/>
                </a:solidFill>
              </a:rPr>
              <a:t>2019</a:t>
            </a:r>
            <a:endParaRPr lang="en-US" sz="800" dirty="0">
              <a:solidFill>
                <a:srgbClr val="FFE1AD"/>
              </a:solidFill>
            </a:endParaRPr>
          </a:p>
        </p:txBody>
      </p:sp>
      <p:sp>
        <p:nvSpPr>
          <p:cNvPr id="5" name="Footer Placeholder 4">
            <a:extLst>
              <a:ext uri="{FF2B5EF4-FFF2-40B4-BE49-F238E27FC236}">
                <a16:creationId xmlns:a16="http://schemas.microsoft.com/office/drawing/2014/main" xmlns="" id="{4877CB11-AA22-4894-8F3B-510E3B646473}"/>
              </a:ext>
            </a:extLst>
          </p:cNvPr>
          <p:cNvSpPr>
            <a:spLocks noGrp="1"/>
          </p:cNvSpPr>
          <p:nvPr>
            <p:ph type="ftr" sz="quarter" idx="11"/>
          </p:nvPr>
        </p:nvSpPr>
        <p:spPr/>
        <p:txBody>
          <a:bodyPr/>
          <a:lstStyle/>
          <a:p>
            <a:r>
              <a:rPr lang="en-US" sz="800">
                <a:solidFill>
                  <a:srgbClr val="FFE1AD"/>
                </a:solidFill>
              </a:rPr>
              <a:t>SCSJ 3353: Artificial Intelligence</a:t>
            </a:r>
            <a:endParaRPr lang="en-US" sz="800" dirty="0">
              <a:solidFill>
                <a:srgbClr val="FFE1AD"/>
              </a:solidFill>
            </a:endParaRPr>
          </a:p>
        </p:txBody>
      </p:sp>
      <p:sp>
        <p:nvSpPr>
          <p:cNvPr id="6" name="Slide Number Placeholder 5">
            <a:extLst>
              <a:ext uri="{FF2B5EF4-FFF2-40B4-BE49-F238E27FC236}">
                <a16:creationId xmlns:a16="http://schemas.microsoft.com/office/drawing/2014/main" xmlns="" id="{236EDA3C-DAF8-4E46-A8D7-349C957CDA1C}"/>
              </a:ext>
            </a:extLst>
          </p:cNvPr>
          <p:cNvSpPr>
            <a:spLocks noGrp="1"/>
          </p:cNvSpPr>
          <p:nvPr>
            <p:ph type="sldNum" sz="quarter" idx="12"/>
          </p:nvPr>
        </p:nvSpPr>
        <p:spPr/>
        <p:txBody>
          <a:bodyPr/>
          <a:lstStyle/>
          <a:p>
            <a:fld id="{0362C787-829C-4B6B-B21B-90D8981190F3}" type="slidenum">
              <a:rPr lang="en-US" sz="900" smtClean="0">
                <a:solidFill>
                  <a:srgbClr val="FFE1AD"/>
                </a:solidFill>
              </a:rPr>
              <a:pPr/>
              <a:t>15</a:t>
            </a:fld>
            <a:endParaRPr lang="en-US" sz="900" dirty="0">
              <a:solidFill>
                <a:srgbClr val="FFE1AD"/>
              </a:solidFill>
            </a:endParaRPr>
          </a:p>
        </p:txBody>
      </p:sp>
      <p:sp>
        <p:nvSpPr>
          <p:cNvPr id="10" name="Rectangle 9"/>
          <p:cNvSpPr/>
          <p:nvPr/>
        </p:nvSpPr>
        <p:spPr>
          <a:xfrm>
            <a:off x="1066800" y="304800"/>
            <a:ext cx="8073273" cy="707886"/>
          </a:xfrm>
          <a:prstGeom prst="rect">
            <a:avLst/>
          </a:prstGeom>
        </p:spPr>
        <p:txBody>
          <a:bodyPr wrap="square">
            <a:spAutoFit/>
          </a:bodyPr>
          <a:lstStyle/>
          <a:p>
            <a:pPr algn="ctr"/>
            <a:r>
              <a:rPr lang="en-US" sz="4000" b="1" dirty="0">
                <a:solidFill>
                  <a:srgbClr val="C00000"/>
                </a:solidFill>
                <a:latin typeface="Roboto" pitchFamily="2" charset="0"/>
                <a:ea typeface="Roboto" pitchFamily="2" charset="0"/>
              </a:rPr>
              <a:t>Breadth First </a:t>
            </a:r>
            <a:r>
              <a:rPr lang="en-US" sz="4000" b="1" dirty="0">
                <a:latin typeface="Roboto" pitchFamily="2" charset="0"/>
                <a:ea typeface="Roboto" pitchFamily="2" charset="0"/>
              </a:rPr>
              <a:t>Search (BFS)</a:t>
            </a:r>
          </a:p>
        </p:txBody>
      </p:sp>
      <p:sp>
        <p:nvSpPr>
          <p:cNvPr id="8" name="Rectangle 7"/>
          <p:cNvSpPr/>
          <p:nvPr/>
        </p:nvSpPr>
        <p:spPr>
          <a:xfrm>
            <a:off x="183777" y="1462070"/>
            <a:ext cx="8763000" cy="4708981"/>
          </a:xfrm>
          <a:prstGeom prst="rect">
            <a:avLst/>
          </a:prstGeom>
        </p:spPr>
        <p:txBody>
          <a:bodyPr wrap="square">
            <a:spAutoFit/>
          </a:bodyPr>
          <a:lstStyle/>
          <a:p>
            <a:pPr marL="285750" indent="-285750">
              <a:buFont typeface="Arial" panose="020B0604020202020204" pitchFamily="34" charset="0"/>
              <a:buChar char="•"/>
            </a:pPr>
            <a:r>
              <a:rPr lang="en-US" sz="2000" dirty="0"/>
              <a:t>Breadth-first search (BFS) is a method for exploring a tree or graph. In a BFS, you </a:t>
            </a:r>
            <a:r>
              <a:rPr lang="en-US" sz="2000" dirty="0">
                <a:solidFill>
                  <a:srgbClr val="C00000"/>
                </a:solidFill>
              </a:rPr>
              <a:t>first explore all the nodes one step away, then all the nodes two steps away</a:t>
            </a:r>
            <a:r>
              <a:rPr lang="en-US" sz="2000" dirty="0"/>
              <a:t>, etc.</a:t>
            </a:r>
          </a:p>
          <a:p>
            <a:endParaRPr lang="en-US" sz="2000" dirty="0"/>
          </a:p>
          <a:p>
            <a:pPr marL="285750" indent="-285750">
              <a:buFont typeface="Arial" panose="020B0604020202020204" pitchFamily="34" charset="0"/>
              <a:buChar char="•"/>
            </a:pPr>
            <a:r>
              <a:rPr lang="en-US" sz="2000" dirty="0"/>
              <a:t>Breadth-first search is like throwing a stone in the center of a pond. The nodes you explore "ripple out" from the starting point.</a:t>
            </a:r>
          </a:p>
          <a:p>
            <a:endParaRPr lang="en-US" sz="2000" dirty="0"/>
          </a:p>
          <a:p>
            <a:pPr marL="285750" indent="-285750">
              <a:buFont typeface="Arial" panose="020B0604020202020204" pitchFamily="34" charset="0"/>
              <a:buChar char="•"/>
            </a:pPr>
            <a:r>
              <a:rPr lang="en-US" sz="2000" dirty="0"/>
              <a:t>BFS is a traversing algorithm where you should start traversing from a selected node (source or starting node) and traverse the graph layer wise thus exploring the neighbor nodes (nodes which are directly connected to source node). You must then move towards the next-level neighbor nodes.</a:t>
            </a:r>
          </a:p>
          <a:p>
            <a:endParaRPr lang="en-US" sz="2000" dirty="0"/>
          </a:p>
          <a:p>
            <a:pPr marL="285750" indent="-285750">
              <a:buFont typeface="Arial" panose="020B0604020202020204" pitchFamily="34" charset="0"/>
              <a:buChar char="•"/>
            </a:pPr>
            <a:r>
              <a:rPr lang="en-US" sz="2000" dirty="0"/>
              <a:t>As the name BFS suggests, you are required to traverse the graph breadthwise as follows:</a:t>
            </a:r>
          </a:p>
          <a:p>
            <a:pPr marL="800100" lvl="1" indent="-342900">
              <a:buFont typeface="+mj-lt"/>
              <a:buAutoNum type="arabicPeriod"/>
            </a:pPr>
            <a:r>
              <a:rPr lang="en-US" sz="2000" dirty="0"/>
              <a:t>First move horizontally and visit all the nodes of the current layer</a:t>
            </a:r>
          </a:p>
          <a:p>
            <a:pPr marL="800100" lvl="1" indent="-342900">
              <a:buFont typeface="+mj-lt"/>
              <a:buAutoNum type="arabicPeriod"/>
            </a:pPr>
            <a:r>
              <a:rPr lang="en-US" sz="2000" dirty="0"/>
              <a:t>Move to the next layer</a:t>
            </a:r>
          </a:p>
        </p:txBody>
      </p:sp>
    </p:spTree>
    <p:extLst>
      <p:ext uri="{BB962C8B-B14F-4D97-AF65-F5344CB8AC3E}">
        <p14:creationId xmlns:p14="http://schemas.microsoft.com/office/powerpoint/2010/main" val="26345685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1FB70FE3-1C4B-4C01-B4E7-493CA096D2DE}"/>
              </a:ext>
            </a:extLst>
          </p:cNvPr>
          <p:cNvSpPr>
            <a:spLocks noGrp="1"/>
          </p:cNvSpPr>
          <p:nvPr>
            <p:ph type="dt" sz="half" idx="10"/>
          </p:nvPr>
        </p:nvSpPr>
        <p:spPr/>
        <p:txBody>
          <a:bodyPr/>
          <a:lstStyle/>
          <a:p>
            <a:r>
              <a:rPr lang="en-US" sz="800">
                <a:solidFill>
                  <a:srgbClr val="FFE1AD"/>
                </a:solidFill>
              </a:rPr>
              <a:t>2019</a:t>
            </a:r>
            <a:endParaRPr lang="en-US" sz="800" dirty="0">
              <a:solidFill>
                <a:srgbClr val="FFE1AD"/>
              </a:solidFill>
            </a:endParaRPr>
          </a:p>
        </p:txBody>
      </p:sp>
      <p:sp>
        <p:nvSpPr>
          <p:cNvPr id="5" name="Footer Placeholder 4">
            <a:extLst>
              <a:ext uri="{FF2B5EF4-FFF2-40B4-BE49-F238E27FC236}">
                <a16:creationId xmlns:a16="http://schemas.microsoft.com/office/drawing/2014/main" xmlns="" id="{4877CB11-AA22-4894-8F3B-510E3B646473}"/>
              </a:ext>
            </a:extLst>
          </p:cNvPr>
          <p:cNvSpPr>
            <a:spLocks noGrp="1"/>
          </p:cNvSpPr>
          <p:nvPr>
            <p:ph type="ftr" sz="quarter" idx="11"/>
          </p:nvPr>
        </p:nvSpPr>
        <p:spPr/>
        <p:txBody>
          <a:bodyPr/>
          <a:lstStyle/>
          <a:p>
            <a:r>
              <a:rPr lang="en-US" sz="800">
                <a:solidFill>
                  <a:srgbClr val="FFE1AD"/>
                </a:solidFill>
              </a:rPr>
              <a:t>SCSJ 3353: Artificial Intelligence</a:t>
            </a:r>
            <a:endParaRPr lang="en-US" sz="800" dirty="0">
              <a:solidFill>
                <a:srgbClr val="FFE1AD"/>
              </a:solidFill>
            </a:endParaRPr>
          </a:p>
        </p:txBody>
      </p:sp>
      <p:sp>
        <p:nvSpPr>
          <p:cNvPr id="6" name="Slide Number Placeholder 5">
            <a:extLst>
              <a:ext uri="{FF2B5EF4-FFF2-40B4-BE49-F238E27FC236}">
                <a16:creationId xmlns:a16="http://schemas.microsoft.com/office/drawing/2014/main" xmlns="" id="{236EDA3C-DAF8-4E46-A8D7-349C957CDA1C}"/>
              </a:ext>
            </a:extLst>
          </p:cNvPr>
          <p:cNvSpPr>
            <a:spLocks noGrp="1"/>
          </p:cNvSpPr>
          <p:nvPr>
            <p:ph type="sldNum" sz="quarter" idx="12"/>
          </p:nvPr>
        </p:nvSpPr>
        <p:spPr/>
        <p:txBody>
          <a:bodyPr/>
          <a:lstStyle/>
          <a:p>
            <a:fld id="{0362C787-829C-4B6B-B21B-90D8981190F3}" type="slidenum">
              <a:rPr lang="en-US" sz="900" smtClean="0">
                <a:solidFill>
                  <a:srgbClr val="FFE1AD"/>
                </a:solidFill>
              </a:rPr>
              <a:pPr/>
              <a:t>16</a:t>
            </a:fld>
            <a:endParaRPr lang="en-US" sz="900" dirty="0">
              <a:solidFill>
                <a:srgbClr val="FFE1AD"/>
              </a:solidFill>
            </a:endParaRPr>
          </a:p>
        </p:txBody>
      </p:sp>
      <p:sp>
        <p:nvSpPr>
          <p:cNvPr id="10" name="Rectangle 9"/>
          <p:cNvSpPr/>
          <p:nvPr/>
        </p:nvSpPr>
        <p:spPr>
          <a:xfrm>
            <a:off x="1066800" y="304800"/>
            <a:ext cx="8073273" cy="707886"/>
          </a:xfrm>
          <a:prstGeom prst="rect">
            <a:avLst/>
          </a:prstGeom>
        </p:spPr>
        <p:txBody>
          <a:bodyPr wrap="square">
            <a:spAutoFit/>
          </a:bodyPr>
          <a:lstStyle/>
          <a:p>
            <a:pPr algn="ctr"/>
            <a:r>
              <a:rPr lang="en-US" sz="4000" b="1" dirty="0">
                <a:solidFill>
                  <a:srgbClr val="C00000"/>
                </a:solidFill>
                <a:latin typeface="Roboto" pitchFamily="2" charset="0"/>
                <a:ea typeface="Roboto" pitchFamily="2" charset="0"/>
              </a:rPr>
              <a:t>Breadth First </a:t>
            </a:r>
            <a:r>
              <a:rPr lang="en-US" sz="4000" b="1" dirty="0">
                <a:latin typeface="Roboto" pitchFamily="2" charset="0"/>
                <a:ea typeface="Roboto" pitchFamily="2" charset="0"/>
              </a:rPr>
              <a:t>Search (BFS)</a:t>
            </a:r>
          </a:p>
        </p:txBody>
      </p:sp>
      <p:sp>
        <p:nvSpPr>
          <p:cNvPr id="3" name="Rectangle 2"/>
          <p:cNvSpPr/>
          <p:nvPr/>
        </p:nvSpPr>
        <p:spPr>
          <a:xfrm>
            <a:off x="5225619" y="1473200"/>
            <a:ext cx="3765981" cy="3416320"/>
          </a:xfrm>
          <a:prstGeom prst="rect">
            <a:avLst/>
          </a:prstGeom>
        </p:spPr>
        <p:txBody>
          <a:bodyPr wrap="square" numCol="1">
            <a:spAutoFit/>
          </a:bodyPr>
          <a:lstStyle/>
          <a:p>
            <a:r>
              <a:rPr lang="en-US" dirty="0">
                <a:solidFill>
                  <a:srgbClr val="008000"/>
                </a:solidFill>
                <a:latin typeface="lora"/>
              </a:rPr>
              <a:t>Advantages:</a:t>
            </a:r>
          </a:p>
          <a:p>
            <a:pPr marL="285750" indent="-285750">
              <a:buFont typeface="Arial" panose="020B0604020202020204" pitchFamily="34" charset="0"/>
              <a:buChar char="•"/>
            </a:pPr>
            <a:r>
              <a:rPr lang="en-US" dirty="0">
                <a:latin typeface="lora"/>
              </a:rPr>
              <a:t>A BFS will find the </a:t>
            </a:r>
            <a:r>
              <a:rPr lang="en-US" b="1" dirty="0">
                <a:latin typeface="open sans" panose="020B0606030504020204" pitchFamily="34" charset="0"/>
              </a:rPr>
              <a:t>shortest path</a:t>
            </a:r>
            <a:r>
              <a:rPr lang="en-US" dirty="0">
                <a:latin typeface="lora"/>
              </a:rPr>
              <a:t> between the starting point and any other reachable node. A depth-first search will not necessarily find the shortest path</a:t>
            </a:r>
          </a:p>
          <a:p>
            <a:endParaRPr lang="en-US" dirty="0">
              <a:latin typeface="lora"/>
            </a:endParaRPr>
          </a:p>
          <a:p>
            <a:r>
              <a:rPr lang="en-US" dirty="0">
                <a:solidFill>
                  <a:srgbClr val="C00000"/>
                </a:solidFill>
                <a:latin typeface="lora"/>
              </a:rPr>
              <a:t>Disadvantages</a:t>
            </a:r>
          </a:p>
          <a:p>
            <a:pPr marL="285750" indent="-285750">
              <a:buFont typeface="Arial" panose="020B0604020202020204" pitchFamily="34" charset="0"/>
              <a:buChar char="•"/>
            </a:pPr>
            <a:r>
              <a:rPr lang="en-US" dirty="0">
                <a:latin typeface="lora"/>
              </a:rPr>
              <a:t>A BFS on a binary tree </a:t>
            </a:r>
            <a:r>
              <a:rPr lang="en-US" i="1" dirty="0">
                <a:latin typeface="lora"/>
              </a:rPr>
              <a:t>generally</a:t>
            </a:r>
            <a:r>
              <a:rPr lang="en-US" dirty="0">
                <a:latin typeface="lora"/>
              </a:rPr>
              <a:t> requires more memory than a DFS</a:t>
            </a:r>
            <a:endParaRPr lang="en-US" b="0" i="0" dirty="0">
              <a:effectLst/>
              <a:latin typeface="lora"/>
            </a:endParaRP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526" y="1447800"/>
            <a:ext cx="5093073" cy="4991100"/>
          </a:xfrm>
          <a:prstGeom prst="rect">
            <a:avLst/>
          </a:prstGeom>
        </p:spPr>
      </p:pic>
    </p:spTree>
    <p:extLst>
      <p:ext uri="{BB962C8B-B14F-4D97-AF65-F5344CB8AC3E}">
        <p14:creationId xmlns:p14="http://schemas.microsoft.com/office/powerpoint/2010/main" val="36587982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1FB70FE3-1C4B-4C01-B4E7-493CA096D2DE}"/>
              </a:ext>
            </a:extLst>
          </p:cNvPr>
          <p:cNvSpPr>
            <a:spLocks noGrp="1"/>
          </p:cNvSpPr>
          <p:nvPr>
            <p:ph type="dt" sz="half" idx="10"/>
          </p:nvPr>
        </p:nvSpPr>
        <p:spPr/>
        <p:txBody>
          <a:bodyPr/>
          <a:lstStyle/>
          <a:p>
            <a:r>
              <a:rPr lang="en-US" sz="800">
                <a:solidFill>
                  <a:srgbClr val="FFE1AD"/>
                </a:solidFill>
              </a:rPr>
              <a:t>2019</a:t>
            </a:r>
            <a:endParaRPr lang="en-US" sz="800" dirty="0">
              <a:solidFill>
                <a:srgbClr val="FFE1AD"/>
              </a:solidFill>
            </a:endParaRPr>
          </a:p>
        </p:txBody>
      </p:sp>
      <p:sp>
        <p:nvSpPr>
          <p:cNvPr id="5" name="Footer Placeholder 4">
            <a:extLst>
              <a:ext uri="{FF2B5EF4-FFF2-40B4-BE49-F238E27FC236}">
                <a16:creationId xmlns:a16="http://schemas.microsoft.com/office/drawing/2014/main" xmlns="" id="{4877CB11-AA22-4894-8F3B-510E3B646473}"/>
              </a:ext>
            </a:extLst>
          </p:cNvPr>
          <p:cNvSpPr>
            <a:spLocks noGrp="1"/>
          </p:cNvSpPr>
          <p:nvPr>
            <p:ph type="ftr" sz="quarter" idx="11"/>
          </p:nvPr>
        </p:nvSpPr>
        <p:spPr/>
        <p:txBody>
          <a:bodyPr/>
          <a:lstStyle/>
          <a:p>
            <a:r>
              <a:rPr lang="en-US" sz="800">
                <a:solidFill>
                  <a:srgbClr val="FFE1AD"/>
                </a:solidFill>
              </a:rPr>
              <a:t>SCSJ 3353: Artificial Intelligence</a:t>
            </a:r>
            <a:endParaRPr lang="en-US" sz="800" dirty="0">
              <a:solidFill>
                <a:srgbClr val="FFE1AD"/>
              </a:solidFill>
            </a:endParaRPr>
          </a:p>
        </p:txBody>
      </p:sp>
      <p:sp>
        <p:nvSpPr>
          <p:cNvPr id="6" name="Slide Number Placeholder 5">
            <a:extLst>
              <a:ext uri="{FF2B5EF4-FFF2-40B4-BE49-F238E27FC236}">
                <a16:creationId xmlns:a16="http://schemas.microsoft.com/office/drawing/2014/main" xmlns="" id="{236EDA3C-DAF8-4E46-A8D7-349C957CDA1C}"/>
              </a:ext>
            </a:extLst>
          </p:cNvPr>
          <p:cNvSpPr>
            <a:spLocks noGrp="1"/>
          </p:cNvSpPr>
          <p:nvPr>
            <p:ph type="sldNum" sz="quarter" idx="12"/>
          </p:nvPr>
        </p:nvSpPr>
        <p:spPr/>
        <p:txBody>
          <a:bodyPr/>
          <a:lstStyle/>
          <a:p>
            <a:fld id="{0362C787-829C-4B6B-B21B-90D8981190F3}" type="slidenum">
              <a:rPr lang="en-US" sz="900" smtClean="0">
                <a:solidFill>
                  <a:srgbClr val="FFE1AD"/>
                </a:solidFill>
              </a:rPr>
              <a:pPr/>
              <a:t>17</a:t>
            </a:fld>
            <a:endParaRPr lang="en-US" sz="900" dirty="0">
              <a:solidFill>
                <a:srgbClr val="FFE1AD"/>
              </a:solidFill>
            </a:endParaRPr>
          </a:p>
        </p:txBody>
      </p:sp>
      <p:sp>
        <p:nvSpPr>
          <p:cNvPr id="10" name="Rectangle 9"/>
          <p:cNvSpPr/>
          <p:nvPr/>
        </p:nvSpPr>
        <p:spPr>
          <a:xfrm>
            <a:off x="1066800" y="304800"/>
            <a:ext cx="8073273" cy="707886"/>
          </a:xfrm>
          <a:prstGeom prst="rect">
            <a:avLst/>
          </a:prstGeom>
        </p:spPr>
        <p:txBody>
          <a:bodyPr wrap="square">
            <a:spAutoFit/>
          </a:bodyPr>
          <a:lstStyle/>
          <a:p>
            <a:pPr algn="ctr"/>
            <a:r>
              <a:rPr lang="en-US" sz="4000" b="1" dirty="0">
                <a:solidFill>
                  <a:srgbClr val="C00000"/>
                </a:solidFill>
                <a:latin typeface="Roboto" pitchFamily="2" charset="0"/>
                <a:ea typeface="Roboto" pitchFamily="2" charset="0"/>
              </a:rPr>
              <a:t>Depth First </a:t>
            </a:r>
            <a:r>
              <a:rPr lang="en-US" sz="4000" b="1" dirty="0">
                <a:latin typeface="Roboto" pitchFamily="2" charset="0"/>
                <a:ea typeface="Roboto" pitchFamily="2" charset="0"/>
              </a:rPr>
              <a:t>Search (DFS)</a:t>
            </a:r>
          </a:p>
        </p:txBody>
      </p:sp>
      <p:sp>
        <p:nvSpPr>
          <p:cNvPr id="2" name="Rectangle 1"/>
          <p:cNvSpPr/>
          <p:nvPr/>
        </p:nvSpPr>
        <p:spPr>
          <a:xfrm>
            <a:off x="609600" y="1752600"/>
            <a:ext cx="8077200" cy="1938992"/>
          </a:xfrm>
          <a:prstGeom prst="rect">
            <a:avLst/>
          </a:prstGeom>
        </p:spPr>
        <p:txBody>
          <a:bodyPr wrap="square">
            <a:spAutoFit/>
          </a:bodyPr>
          <a:lstStyle/>
          <a:p>
            <a:pPr marL="342900" indent="-342900">
              <a:buClr>
                <a:srgbClr val="C00000"/>
              </a:buClr>
              <a:buFont typeface="Arial" panose="020B0604020202020204" pitchFamily="34" charset="0"/>
              <a:buChar char="•"/>
            </a:pPr>
            <a:r>
              <a:rPr lang="en-US" sz="2000" dirty="0"/>
              <a:t>Depth-first search (DFS) is a method for exploring a tree or graph. In a DFS, you go as </a:t>
            </a:r>
            <a:r>
              <a:rPr lang="en-US" sz="2000" dirty="0">
                <a:solidFill>
                  <a:srgbClr val="C00000"/>
                </a:solidFill>
              </a:rPr>
              <a:t>deep as possible down one path </a:t>
            </a:r>
            <a:r>
              <a:rPr lang="en-US" sz="2000" dirty="0"/>
              <a:t>before backing up and trying a different one.</a:t>
            </a:r>
          </a:p>
          <a:p>
            <a:pPr marL="342900" indent="-342900">
              <a:buClr>
                <a:srgbClr val="C00000"/>
              </a:buClr>
              <a:buFont typeface="Arial" panose="020B0604020202020204" pitchFamily="34" charset="0"/>
              <a:buChar char="•"/>
            </a:pPr>
            <a:endParaRPr lang="en-US" sz="2000" dirty="0"/>
          </a:p>
          <a:p>
            <a:pPr marL="342900" indent="-342900">
              <a:buClr>
                <a:srgbClr val="C00000"/>
              </a:buClr>
              <a:buFont typeface="Arial" panose="020B0604020202020204" pitchFamily="34" charset="0"/>
              <a:buChar char="•"/>
            </a:pPr>
            <a:r>
              <a:rPr lang="en-US" sz="2000" dirty="0"/>
              <a:t>Depth-first search is like walking through a corn maze. You explore one path, hit a dead end, and go back and try a different one.</a:t>
            </a:r>
            <a:endParaRPr lang="en-GB" sz="2000" dirty="0"/>
          </a:p>
        </p:txBody>
      </p:sp>
    </p:spTree>
    <p:extLst>
      <p:ext uri="{BB962C8B-B14F-4D97-AF65-F5344CB8AC3E}">
        <p14:creationId xmlns:p14="http://schemas.microsoft.com/office/powerpoint/2010/main" val="20834709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1FB70FE3-1C4B-4C01-B4E7-493CA096D2DE}"/>
              </a:ext>
            </a:extLst>
          </p:cNvPr>
          <p:cNvSpPr>
            <a:spLocks noGrp="1"/>
          </p:cNvSpPr>
          <p:nvPr>
            <p:ph type="dt" sz="half" idx="10"/>
          </p:nvPr>
        </p:nvSpPr>
        <p:spPr/>
        <p:txBody>
          <a:bodyPr/>
          <a:lstStyle/>
          <a:p>
            <a:r>
              <a:rPr lang="en-US" sz="800">
                <a:solidFill>
                  <a:srgbClr val="FFE1AD"/>
                </a:solidFill>
              </a:rPr>
              <a:t>2019</a:t>
            </a:r>
            <a:endParaRPr lang="en-US" sz="800" dirty="0">
              <a:solidFill>
                <a:srgbClr val="FFE1AD"/>
              </a:solidFill>
            </a:endParaRPr>
          </a:p>
        </p:txBody>
      </p:sp>
      <p:sp>
        <p:nvSpPr>
          <p:cNvPr id="5" name="Footer Placeholder 4">
            <a:extLst>
              <a:ext uri="{FF2B5EF4-FFF2-40B4-BE49-F238E27FC236}">
                <a16:creationId xmlns:a16="http://schemas.microsoft.com/office/drawing/2014/main" xmlns="" id="{4877CB11-AA22-4894-8F3B-510E3B646473}"/>
              </a:ext>
            </a:extLst>
          </p:cNvPr>
          <p:cNvSpPr>
            <a:spLocks noGrp="1"/>
          </p:cNvSpPr>
          <p:nvPr>
            <p:ph type="ftr" sz="quarter" idx="11"/>
          </p:nvPr>
        </p:nvSpPr>
        <p:spPr/>
        <p:txBody>
          <a:bodyPr/>
          <a:lstStyle/>
          <a:p>
            <a:r>
              <a:rPr lang="en-US" sz="800">
                <a:solidFill>
                  <a:srgbClr val="FFE1AD"/>
                </a:solidFill>
              </a:rPr>
              <a:t>SCSJ 3353: Artificial Intelligence</a:t>
            </a:r>
            <a:endParaRPr lang="en-US" sz="800" dirty="0">
              <a:solidFill>
                <a:srgbClr val="FFE1AD"/>
              </a:solidFill>
            </a:endParaRPr>
          </a:p>
        </p:txBody>
      </p:sp>
      <p:sp>
        <p:nvSpPr>
          <p:cNvPr id="6" name="Slide Number Placeholder 5">
            <a:extLst>
              <a:ext uri="{FF2B5EF4-FFF2-40B4-BE49-F238E27FC236}">
                <a16:creationId xmlns:a16="http://schemas.microsoft.com/office/drawing/2014/main" xmlns="" id="{236EDA3C-DAF8-4E46-A8D7-349C957CDA1C}"/>
              </a:ext>
            </a:extLst>
          </p:cNvPr>
          <p:cNvSpPr>
            <a:spLocks noGrp="1"/>
          </p:cNvSpPr>
          <p:nvPr>
            <p:ph type="sldNum" sz="quarter" idx="12"/>
          </p:nvPr>
        </p:nvSpPr>
        <p:spPr/>
        <p:txBody>
          <a:bodyPr/>
          <a:lstStyle/>
          <a:p>
            <a:fld id="{0362C787-829C-4B6B-B21B-90D8981190F3}" type="slidenum">
              <a:rPr lang="en-US" sz="900" smtClean="0">
                <a:solidFill>
                  <a:srgbClr val="FFE1AD"/>
                </a:solidFill>
              </a:rPr>
              <a:pPr/>
              <a:t>18</a:t>
            </a:fld>
            <a:endParaRPr lang="en-US" sz="900" dirty="0">
              <a:solidFill>
                <a:srgbClr val="FFE1AD"/>
              </a:solidFill>
            </a:endParaRPr>
          </a:p>
        </p:txBody>
      </p:sp>
      <p:sp>
        <p:nvSpPr>
          <p:cNvPr id="10" name="Rectangle 9"/>
          <p:cNvSpPr/>
          <p:nvPr/>
        </p:nvSpPr>
        <p:spPr>
          <a:xfrm>
            <a:off x="1066800" y="304800"/>
            <a:ext cx="8073273" cy="707886"/>
          </a:xfrm>
          <a:prstGeom prst="rect">
            <a:avLst/>
          </a:prstGeom>
        </p:spPr>
        <p:txBody>
          <a:bodyPr wrap="square">
            <a:spAutoFit/>
          </a:bodyPr>
          <a:lstStyle/>
          <a:p>
            <a:pPr algn="ctr"/>
            <a:r>
              <a:rPr lang="en-US" sz="4000" b="1" dirty="0">
                <a:solidFill>
                  <a:srgbClr val="C00000"/>
                </a:solidFill>
                <a:latin typeface="Roboto" pitchFamily="2" charset="0"/>
                <a:ea typeface="Roboto" pitchFamily="2" charset="0"/>
              </a:rPr>
              <a:t>Depth First </a:t>
            </a:r>
            <a:r>
              <a:rPr lang="en-US" sz="4000" b="1" dirty="0">
                <a:latin typeface="Roboto" pitchFamily="2" charset="0"/>
                <a:ea typeface="Roboto" pitchFamily="2" charset="0"/>
              </a:rPr>
              <a:t>Search (DFS)</a:t>
            </a:r>
          </a:p>
        </p:txBody>
      </p:sp>
      <p:sp>
        <p:nvSpPr>
          <p:cNvPr id="2" name="Rectangle 1"/>
          <p:cNvSpPr/>
          <p:nvPr/>
        </p:nvSpPr>
        <p:spPr>
          <a:xfrm>
            <a:off x="4851026" y="2030184"/>
            <a:ext cx="4064373" cy="3477875"/>
          </a:xfrm>
          <a:prstGeom prst="rect">
            <a:avLst/>
          </a:prstGeom>
        </p:spPr>
        <p:txBody>
          <a:bodyPr wrap="square">
            <a:spAutoFit/>
          </a:bodyPr>
          <a:lstStyle/>
          <a:p>
            <a:r>
              <a:rPr lang="en-US" sz="2000" dirty="0">
                <a:solidFill>
                  <a:srgbClr val="008000"/>
                </a:solidFill>
              </a:rPr>
              <a:t>Advantages</a:t>
            </a:r>
          </a:p>
          <a:p>
            <a:pPr marL="285750" indent="-285750">
              <a:buFont typeface="Arial" panose="020B0604020202020204" pitchFamily="34" charset="0"/>
              <a:buChar char="•"/>
            </a:pPr>
            <a:r>
              <a:rPr lang="en-US" sz="2000" dirty="0"/>
              <a:t>Depth-first search on a binary tree generally requires less memory than breadth-first</a:t>
            </a:r>
          </a:p>
          <a:p>
            <a:pPr marL="285750" indent="-285750">
              <a:buFont typeface="Arial" panose="020B0604020202020204" pitchFamily="34" charset="0"/>
              <a:buChar char="•"/>
            </a:pPr>
            <a:r>
              <a:rPr lang="en-US" sz="2000" dirty="0"/>
              <a:t>Depth-first search can be easily implemented with recursion</a:t>
            </a:r>
          </a:p>
          <a:p>
            <a:pPr marL="285750" indent="-285750">
              <a:buFont typeface="Arial" panose="020B0604020202020204" pitchFamily="34" charset="0"/>
              <a:buChar char="•"/>
            </a:pPr>
            <a:endParaRPr lang="en-US" sz="2000" dirty="0"/>
          </a:p>
          <a:p>
            <a:r>
              <a:rPr lang="en-US" sz="2000" dirty="0">
                <a:solidFill>
                  <a:srgbClr val="C00000"/>
                </a:solidFill>
              </a:rPr>
              <a:t>Disadvantages</a:t>
            </a:r>
          </a:p>
          <a:p>
            <a:pPr marL="285750" indent="-285750">
              <a:buFont typeface="Arial" panose="020B0604020202020204" pitchFamily="34" charset="0"/>
              <a:buChar char="•"/>
            </a:pPr>
            <a:r>
              <a:rPr lang="en-US" sz="2000" dirty="0"/>
              <a:t>A DFS doesn't necessarily find the shortest path to a node, while breadth-first search does</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527" y="1473410"/>
            <a:ext cx="4762500" cy="4927389"/>
          </a:xfrm>
          <a:prstGeom prst="rect">
            <a:avLst/>
          </a:prstGeom>
        </p:spPr>
      </p:pic>
    </p:spTree>
    <p:extLst>
      <p:ext uri="{BB962C8B-B14F-4D97-AF65-F5344CB8AC3E}">
        <p14:creationId xmlns:p14="http://schemas.microsoft.com/office/powerpoint/2010/main" val="24470388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srcRect l="48981"/>
          <a:stretch/>
        </p:blipFill>
        <p:spPr>
          <a:xfrm>
            <a:off x="12700" y="2463808"/>
            <a:ext cx="1745877" cy="1423547"/>
          </a:xfrm>
          <a:prstGeom prst="rect">
            <a:avLst/>
          </a:prstGeom>
        </p:spPr>
      </p:pic>
      <p:sp>
        <p:nvSpPr>
          <p:cNvPr id="4" name="Date Placeholder 3">
            <a:extLst>
              <a:ext uri="{FF2B5EF4-FFF2-40B4-BE49-F238E27FC236}">
                <a16:creationId xmlns:a16="http://schemas.microsoft.com/office/drawing/2014/main" xmlns="" id="{1FB70FE3-1C4B-4C01-B4E7-493CA096D2DE}"/>
              </a:ext>
            </a:extLst>
          </p:cNvPr>
          <p:cNvSpPr>
            <a:spLocks noGrp="1"/>
          </p:cNvSpPr>
          <p:nvPr>
            <p:ph type="dt" sz="half" idx="10"/>
          </p:nvPr>
        </p:nvSpPr>
        <p:spPr/>
        <p:txBody>
          <a:bodyPr/>
          <a:lstStyle/>
          <a:p>
            <a:r>
              <a:rPr lang="en-US" sz="800">
                <a:solidFill>
                  <a:srgbClr val="FFE1AD"/>
                </a:solidFill>
              </a:rPr>
              <a:t>2019</a:t>
            </a:r>
            <a:endParaRPr lang="en-US" sz="800" dirty="0">
              <a:solidFill>
                <a:srgbClr val="FFE1AD"/>
              </a:solidFill>
            </a:endParaRPr>
          </a:p>
        </p:txBody>
      </p:sp>
      <p:sp>
        <p:nvSpPr>
          <p:cNvPr id="5" name="Footer Placeholder 4">
            <a:extLst>
              <a:ext uri="{FF2B5EF4-FFF2-40B4-BE49-F238E27FC236}">
                <a16:creationId xmlns:a16="http://schemas.microsoft.com/office/drawing/2014/main" xmlns="" id="{4877CB11-AA22-4894-8F3B-510E3B646473}"/>
              </a:ext>
            </a:extLst>
          </p:cNvPr>
          <p:cNvSpPr>
            <a:spLocks noGrp="1"/>
          </p:cNvSpPr>
          <p:nvPr>
            <p:ph type="ftr" sz="quarter" idx="11"/>
          </p:nvPr>
        </p:nvSpPr>
        <p:spPr/>
        <p:txBody>
          <a:bodyPr/>
          <a:lstStyle/>
          <a:p>
            <a:r>
              <a:rPr lang="en-US" sz="800">
                <a:solidFill>
                  <a:srgbClr val="FFE1AD"/>
                </a:solidFill>
              </a:rPr>
              <a:t>SCSJ 3353: Artificial Intelligence</a:t>
            </a:r>
            <a:endParaRPr lang="en-US" sz="800" dirty="0">
              <a:solidFill>
                <a:srgbClr val="FFE1AD"/>
              </a:solidFill>
            </a:endParaRPr>
          </a:p>
        </p:txBody>
      </p:sp>
      <p:sp>
        <p:nvSpPr>
          <p:cNvPr id="6" name="Slide Number Placeholder 5">
            <a:extLst>
              <a:ext uri="{FF2B5EF4-FFF2-40B4-BE49-F238E27FC236}">
                <a16:creationId xmlns:a16="http://schemas.microsoft.com/office/drawing/2014/main" xmlns="" id="{236EDA3C-DAF8-4E46-A8D7-349C957CDA1C}"/>
              </a:ext>
            </a:extLst>
          </p:cNvPr>
          <p:cNvSpPr>
            <a:spLocks noGrp="1"/>
          </p:cNvSpPr>
          <p:nvPr>
            <p:ph type="sldNum" sz="quarter" idx="12"/>
          </p:nvPr>
        </p:nvSpPr>
        <p:spPr/>
        <p:txBody>
          <a:bodyPr/>
          <a:lstStyle/>
          <a:p>
            <a:fld id="{0362C787-829C-4B6B-B21B-90D8981190F3}" type="slidenum">
              <a:rPr lang="en-US" sz="900" smtClean="0">
                <a:solidFill>
                  <a:srgbClr val="FFE1AD"/>
                </a:solidFill>
              </a:rPr>
              <a:pPr/>
              <a:t>19</a:t>
            </a:fld>
            <a:endParaRPr lang="en-US" sz="900" dirty="0">
              <a:solidFill>
                <a:srgbClr val="FFE1AD"/>
              </a:solidFill>
            </a:endParaRPr>
          </a:p>
        </p:txBody>
      </p:sp>
      <p:sp>
        <p:nvSpPr>
          <p:cNvPr id="10" name="Rectangle 9"/>
          <p:cNvSpPr/>
          <p:nvPr/>
        </p:nvSpPr>
        <p:spPr>
          <a:xfrm>
            <a:off x="1070727" y="147090"/>
            <a:ext cx="8073273" cy="1107996"/>
          </a:xfrm>
          <a:prstGeom prst="rect">
            <a:avLst/>
          </a:prstGeom>
        </p:spPr>
        <p:txBody>
          <a:bodyPr wrap="square">
            <a:spAutoFit/>
          </a:bodyPr>
          <a:lstStyle/>
          <a:p>
            <a:pPr algn="ctr"/>
            <a:r>
              <a:rPr lang="en-US" sz="6600" b="1" dirty="0">
                <a:latin typeface="Roboto" pitchFamily="2" charset="0"/>
                <a:ea typeface="Roboto" pitchFamily="2" charset="0"/>
              </a:rPr>
              <a:t>DFS </a:t>
            </a:r>
            <a:r>
              <a:rPr lang="en-US" sz="6000" b="1" dirty="0">
                <a:solidFill>
                  <a:srgbClr val="C00000"/>
                </a:solidFill>
                <a:latin typeface="Roboto" pitchFamily="2" charset="0"/>
                <a:ea typeface="Roboto" pitchFamily="2" charset="0"/>
              </a:rPr>
              <a:t>vs</a:t>
            </a:r>
            <a:r>
              <a:rPr lang="en-US" sz="6600" b="1" dirty="0">
                <a:latin typeface="Roboto" pitchFamily="2" charset="0"/>
                <a:ea typeface="Roboto" pitchFamily="2" charset="0"/>
              </a:rPr>
              <a:t> BFS</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58577" y="2357319"/>
            <a:ext cx="5867400" cy="3052881"/>
          </a:xfrm>
          <a:prstGeom prst="rect">
            <a:avLst/>
          </a:prstGeom>
        </p:spPr>
      </p:pic>
      <p:sp>
        <p:nvSpPr>
          <p:cNvPr id="11" name="Rectangle 10"/>
          <p:cNvSpPr/>
          <p:nvPr/>
        </p:nvSpPr>
        <p:spPr>
          <a:xfrm>
            <a:off x="145387" y="1511967"/>
            <a:ext cx="4890826" cy="369332"/>
          </a:xfrm>
          <a:prstGeom prst="rect">
            <a:avLst/>
          </a:prstGeom>
        </p:spPr>
        <p:txBody>
          <a:bodyPr wrap="none">
            <a:spAutoFit/>
          </a:bodyPr>
          <a:lstStyle/>
          <a:p>
            <a:r>
              <a:rPr lang="en-US" dirty="0"/>
              <a:t>List down all the differences between DFS and BFS</a:t>
            </a:r>
            <a:endParaRPr lang="en-GB" dirty="0"/>
          </a:p>
        </p:txBody>
      </p:sp>
      <p:pic>
        <p:nvPicPr>
          <p:cNvPr id="12" name="Picture 11"/>
          <p:cNvPicPr>
            <a:picLocks noChangeAspect="1"/>
          </p:cNvPicPr>
          <p:nvPr/>
        </p:nvPicPr>
        <p:blipFill rotWithShape="1">
          <a:blip r:embed="rId2"/>
          <a:srcRect r="50316"/>
          <a:stretch/>
        </p:blipFill>
        <p:spPr>
          <a:xfrm>
            <a:off x="7443816" y="2460212"/>
            <a:ext cx="1700184" cy="1423547"/>
          </a:xfrm>
          <a:prstGeom prst="rect">
            <a:avLst/>
          </a:prstGeom>
        </p:spPr>
      </p:pic>
    </p:spTree>
    <p:extLst>
      <p:ext uri="{BB962C8B-B14F-4D97-AF65-F5344CB8AC3E}">
        <p14:creationId xmlns:p14="http://schemas.microsoft.com/office/powerpoint/2010/main" val="17308239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2019</a:t>
            </a:r>
          </a:p>
        </p:txBody>
      </p:sp>
      <p:sp>
        <p:nvSpPr>
          <p:cNvPr id="3" name="Footer Placeholder 2"/>
          <p:cNvSpPr>
            <a:spLocks noGrp="1"/>
          </p:cNvSpPr>
          <p:nvPr>
            <p:ph type="ftr" sz="quarter" idx="11"/>
          </p:nvPr>
        </p:nvSpPr>
        <p:spPr/>
        <p:txBody>
          <a:bodyPr/>
          <a:lstStyle/>
          <a:p>
            <a:r>
              <a:rPr lang="en-US"/>
              <a:t>SCSJ 3353: Artificial Intelligence</a:t>
            </a:r>
          </a:p>
        </p:txBody>
      </p:sp>
      <p:sp>
        <p:nvSpPr>
          <p:cNvPr id="4" name="Slide Number Placeholder 3"/>
          <p:cNvSpPr>
            <a:spLocks noGrp="1"/>
          </p:cNvSpPr>
          <p:nvPr>
            <p:ph type="sldNum" sz="quarter" idx="12"/>
          </p:nvPr>
        </p:nvSpPr>
        <p:spPr/>
        <p:txBody>
          <a:bodyPr/>
          <a:lstStyle/>
          <a:p>
            <a:fld id="{0362C787-829C-4B6B-B21B-90D8981190F3}" type="slidenum">
              <a:rPr lang="en-US" smtClean="0"/>
              <a:pPr/>
              <a:t>20</a:t>
            </a:fld>
            <a:endParaRPr lang="en-US"/>
          </a:p>
        </p:txBody>
      </p:sp>
      <p:pic>
        <p:nvPicPr>
          <p:cNvPr id="6" name="Picture 2" descr="Image result for artificial intelligence icon"/>
          <p:cNvPicPr>
            <a:picLocks noChangeAspect="1" noChangeArrowheads="1"/>
          </p:cNvPicPr>
          <p:nvPr/>
        </p:nvPicPr>
        <p:blipFill rotWithShape="1">
          <a:blip r:embed="rId2" cstate="print">
            <a:duotone>
              <a:prstClr val="black"/>
              <a:schemeClr val="accent2">
                <a:tint val="45000"/>
                <a:satMod val="400000"/>
              </a:schemeClr>
            </a:duotone>
            <a:extLst>
              <a:ext uri="{BEBA8EAE-BF5A-486C-A8C5-ECC9F3942E4B}">
                <a14:imgProps xmlns:a14="http://schemas.microsoft.com/office/drawing/2010/main">
                  <a14:imgLayer r:embed="rId3">
                    <a14:imgEffect>
                      <a14:backgroundRemoval t="5429" b="69497" l="10000" r="90000">
                        <a14:foregroundMark x1="65976" y1="28727" x2="65976" y2="28727"/>
                        <a14:foregroundMark x1="58293" y1="30997" x2="58293" y2="30997"/>
                        <a14:foregroundMark x1="60732" y1="35933" x2="60732" y2="35933"/>
                        <a14:foregroundMark x1="58293" y1="41165" x2="58293" y2="41165"/>
                        <a14:foregroundMark x1="65122" y1="41757" x2="65122" y2="41757"/>
                        <a14:foregroundMark x1="69634" y1="36130" x2="69634" y2="36130"/>
                        <a14:foregroundMark x1="61220" y1="48963" x2="61220" y2="48963"/>
                        <a14:foregroundMark x1="50854" y1="66732" x2="50854" y2="66732"/>
                        <a14:foregroundMark x1="51098" y1="5429" x2="51098" y2="5429"/>
                      </a14:backgroundRemoval>
                    </a14:imgEffect>
                  </a14:imgLayer>
                </a14:imgProps>
              </a:ext>
              <a:ext uri="{28A0092B-C50C-407E-A947-70E740481C1C}">
                <a14:useLocalDpi xmlns:a14="http://schemas.microsoft.com/office/drawing/2010/main" val="0"/>
              </a:ext>
            </a:extLst>
          </a:blip>
          <a:srcRect l="14092" r="15445" b="29337"/>
          <a:stretch/>
        </p:blipFill>
        <p:spPr bwMode="auto">
          <a:xfrm>
            <a:off x="64826" y="2259238"/>
            <a:ext cx="2071412" cy="2566251"/>
          </a:xfrm>
          <a:prstGeom prst="rect">
            <a:avLst/>
          </a:prstGeom>
          <a:noFill/>
          <a:extLst>
            <a:ext uri="{909E8E84-426E-40DD-AFC4-6F175D3DCCD1}">
              <a14:hiddenFill xmlns:a14="http://schemas.microsoft.com/office/drawing/2010/main">
                <a:solidFill>
                  <a:srgbClr val="FFFFFF"/>
                </a:solidFill>
              </a14:hiddenFill>
            </a:ext>
          </a:extLst>
        </p:spPr>
      </p:pic>
      <p:sp>
        <p:nvSpPr>
          <p:cNvPr id="7" name="Title 1"/>
          <p:cNvSpPr txBox="1">
            <a:spLocks/>
          </p:cNvSpPr>
          <p:nvPr/>
        </p:nvSpPr>
        <p:spPr>
          <a:xfrm>
            <a:off x="1886012" y="2220953"/>
            <a:ext cx="7257988" cy="936625"/>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5400" b="1" dirty="0">
                <a:solidFill>
                  <a:srgbClr val="C00000"/>
                </a:solidFill>
                <a:latin typeface="Roboto" pitchFamily="2" charset="0"/>
                <a:ea typeface="Roboto" pitchFamily="2" charset="0"/>
              </a:rPr>
              <a:t>Weak </a:t>
            </a:r>
            <a:r>
              <a:rPr lang="en-US" sz="4800" b="1" dirty="0">
                <a:solidFill>
                  <a:srgbClr val="C00000"/>
                </a:solidFill>
                <a:latin typeface="Roboto" pitchFamily="2" charset="0"/>
                <a:ea typeface="Roboto" pitchFamily="2" charset="0"/>
              </a:rPr>
              <a:t> </a:t>
            </a:r>
            <a:r>
              <a:rPr lang="en-US" sz="4800" b="1" dirty="0">
                <a:latin typeface="Roboto" pitchFamily="2" charset="0"/>
                <a:ea typeface="Roboto" pitchFamily="2" charset="0"/>
              </a:rPr>
              <a:t>Heuristic Search</a:t>
            </a:r>
          </a:p>
        </p:txBody>
      </p:sp>
      <p:sp>
        <p:nvSpPr>
          <p:cNvPr id="8" name="Rectangle 7"/>
          <p:cNvSpPr/>
          <p:nvPr/>
        </p:nvSpPr>
        <p:spPr>
          <a:xfrm>
            <a:off x="2136238" y="3124200"/>
            <a:ext cx="6217023" cy="1200329"/>
          </a:xfrm>
          <a:prstGeom prst="rect">
            <a:avLst/>
          </a:prstGeom>
        </p:spPr>
        <p:txBody>
          <a:bodyPr wrap="square">
            <a:spAutoFit/>
          </a:bodyPr>
          <a:lstStyle/>
          <a:p>
            <a:pPr marL="742950" lvl="1" indent="-285750">
              <a:buFont typeface="Arial" panose="020B0604020202020204" pitchFamily="34" charset="0"/>
              <a:buChar char="•"/>
            </a:pPr>
            <a:r>
              <a:rPr lang="en-US" sz="2400" dirty="0"/>
              <a:t>Hill climbing Search</a:t>
            </a:r>
          </a:p>
          <a:p>
            <a:pPr marL="742950" lvl="1" indent="-285750">
              <a:buFont typeface="Arial" panose="020B0604020202020204" pitchFamily="34" charset="0"/>
              <a:buChar char="•"/>
            </a:pPr>
            <a:r>
              <a:rPr lang="en-US" sz="2400" dirty="0"/>
              <a:t>Best-first Search</a:t>
            </a:r>
          </a:p>
          <a:p>
            <a:pPr marL="742950" lvl="1" indent="-285750">
              <a:buFont typeface="Arial" panose="020B0604020202020204" pitchFamily="34" charset="0"/>
              <a:buChar char="•"/>
            </a:pPr>
            <a:r>
              <a:rPr lang="en-US" sz="2400" dirty="0"/>
              <a:t>A* Search</a:t>
            </a:r>
          </a:p>
        </p:txBody>
      </p:sp>
    </p:spTree>
    <p:extLst>
      <p:ext uri="{BB962C8B-B14F-4D97-AF65-F5344CB8AC3E}">
        <p14:creationId xmlns:p14="http://schemas.microsoft.com/office/powerpoint/2010/main" val="16822444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1FB70FE3-1C4B-4C01-B4E7-493CA096D2DE}"/>
              </a:ext>
            </a:extLst>
          </p:cNvPr>
          <p:cNvSpPr>
            <a:spLocks noGrp="1"/>
          </p:cNvSpPr>
          <p:nvPr>
            <p:ph type="dt" sz="half" idx="10"/>
          </p:nvPr>
        </p:nvSpPr>
        <p:spPr/>
        <p:txBody>
          <a:bodyPr/>
          <a:lstStyle/>
          <a:p>
            <a:r>
              <a:rPr lang="en-US" sz="800">
                <a:solidFill>
                  <a:srgbClr val="FFE1AD"/>
                </a:solidFill>
              </a:rPr>
              <a:t>2019</a:t>
            </a:r>
            <a:endParaRPr lang="en-US" sz="800" dirty="0">
              <a:solidFill>
                <a:srgbClr val="FFE1AD"/>
              </a:solidFill>
            </a:endParaRPr>
          </a:p>
        </p:txBody>
      </p:sp>
      <p:sp>
        <p:nvSpPr>
          <p:cNvPr id="5" name="Footer Placeholder 4">
            <a:extLst>
              <a:ext uri="{FF2B5EF4-FFF2-40B4-BE49-F238E27FC236}">
                <a16:creationId xmlns:a16="http://schemas.microsoft.com/office/drawing/2014/main" xmlns="" id="{4877CB11-AA22-4894-8F3B-510E3B646473}"/>
              </a:ext>
            </a:extLst>
          </p:cNvPr>
          <p:cNvSpPr>
            <a:spLocks noGrp="1"/>
          </p:cNvSpPr>
          <p:nvPr>
            <p:ph type="ftr" sz="quarter" idx="11"/>
          </p:nvPr>
        </p:nvSpPr>
        <p:spPr/>
        <p:txBody>
          <a:bodyPr/>
          <a:lstStyle/>
          <a:p>
            <a:r>
              <a:rPr lang="en-US" sz="800">
                <a:solidFill>
                  <a:srgbClr val="FFE1AD"/>
                </a:solidFill>
              </a:rPr>
              <a:t>SCSJ 3353: Artificial Intelligence</a:t>
            </a:r>
            <a:endParaRPr lang="en-US" sz="800" dirty="0">
              <a:solidFill>
                <a:srgbClr val="FFE1AD"/>
              </a:solidFill>
            </a:endParaRPr>
          </a:p>
        </p:txBody>
      </p:sp>
      <p:sp>
        <p:nvSpPr>
          <p:cNvPr id="6" name="Slide Number Placeholder 5">
            <a:extLst>
              <a:ext uri="{FF2B5EF4-FFF2-40B4-BE49-F238E27FC236}">
                <a16:creationId xmlns:a16="http://schemas.microsoft.com/office/drawing/2014/main" xmlns="" id="{236EDA3C-DAF8-4E46-A8D7-349C957CDA1C}"/>
              </a:ext>
            </a:extLst>
          </p:cNvPr>
          <p:cNvSpPr>
            <a:spLocks noGrp="1"/>
          </p:cNvSpPr>
          <p:nvPr>
            <p:ph type="sldNum" sz="quarter" idx="12"/>
          </p:nvPr>
        </p:nvSpPr>
        <p:spPr/>
        <p:txBody>
          <a:bodyPr/>
          <a:lstStyle/>
          <a:p>
            <a:fld id="{0362C787-829C-4B6B-B21B-90D8981190F3}" type="slidenum">
              <a:rPr lang="en-US" sz="900" smtClean="0">
                <a:solidFill>
                  <a:srgbClr val="FFE1AD"/>
                </a:solidFill>
              </a:rPr>
              <a:pPr/>
              <a:t>21</a:t>
            </a:fld>
            <a:endParaRPr lang="en-US" sz="900" dirty="0">
              <a:solidFill>
                <a:srgbClr val="FFE1AD"/>
              </a:solidFill>
            </a:endParaRPr>
          </a:p>
        </p:txBody>
      </p:sp>
      <p:sp>
        <p:nvSpPr>
          <p:cNvPr id="10" name="Rectangle 9"/>
          <p:cNvSpPr/>
          <p:nvPr/>
        </p:nvSpPr>
        <p:spPr>
          <a:xfrm>
            <a:off x="1066800" y="304800"/>
            <a:ext cx="8073273" cy="830997"/>
          </a:xfrm>
          <a:prstGeom prst="rect">
            <a:avLst/>
          </a:prstGeom>
        </p:spPr>
        <p:txBody>
          <a:bodyPr wrap="square">
            <a:spAutoFit/>
          </a:bodyPr>
          <a:lstStyle/>
          <a:p>
            <a:pPr algn="ctr"/>
            <a:r>
              <a:rPr lang="en-US" sz="4800" b="1" dirty="0">
                <a:solidFill>
                  <a:srgbClr val="C00000"/>
                </a:solidFill>
                <a:ea typeface="Roboto" pitchFamily="2" charset="0"/>
              </a:rPr>
              <a:t>Hill Climbing</a:t>
            </a:r>
            <a:endParaRPr lang="en-US" sz="4800" b="1" dirty="0">
              <a:ea typeface="Roboto" pitchFamily="2" charset="0"/>
            </a:endParaRPr>
          </a:p>
        </p:txBody>
      </p:sp>
      <p:sp>
        <p:nvSpPr>
          <p:cNvPr id="2" name="Rectangle 1"/>
          <p:cNvSpPr/>
          <p:nvPr/>
        </p:nvSpPr>
        <p:spPr>
          <a:xfrm>
            <a:off x="228601" y="1676400"/>
            <a:ext cx="8686800" cy="4524315"/>
          </a:xfrm>
          <a:prstGeom prst="rect">
            <a:avLst/>
          </a:prstGeom>
        </p:spPr>
        <p:txBody>
          <a:bodyPr wrap="square">
            <a:spAutoFit/>
          </a:bodyPr>
          <a:lstStyle/>
          <a:p>
            <a:pPr marL="342900" indent="-342900">
              <a:buClr>
                <a:srgbClr val="C00000"/>
              </a:buClr>
              <a:buFont typeface="Arial" panose="020B0604020202020204" pitchFamily="34" charset="0"/>
              <a:buChar char="•"/>
            </a:pPr>
            <a:r>
              <a:rPr lang="en-US" sz="2400" dirty="0"/>
              <a:t>Simplest, the best child is selected for further expansion</a:t>
            </a:r>
          </a:p>
          <a:p>
            <a:pPr marL="342900" indent="-342900">
              <a:buClr>
                <a:srgbClr val="C00000"/>
              </a:buClr>
              <a:buFont typeface="Arial" panose="020B0604020202020204" pitchFamily="34" charset="0"/>
              <a:buChar char="•"/>
            </a:pPr>
            <a:r>
              <a:rPr lang="en-US" sz="2400" dirty="0"/>
              <a:t>Limited memory, no backtracking and recovery</a:t>
            </a:r>
          </a:p>
          <a:p>
            <a:pPr>
              <a:buClr>
                <a:srgbClr val="C00000"/>
              </a:buClr>
            </a:pPr>
            <a:endParaRPr lang="en-US" sz="2400" dirty="0"/>
          </a:p>
          <a:p>
            <a:pPr marL="342900" indent="-342900">
              <a:buClr>
                <a:srgbClr val="C00000"/>
              </a:buClr>
              <a:buFont typeface="Arial" panose="020B0604020202020204" pitchFamily="34" charset="0"/>
              <a:buChar char="•"/>
            </a:pPr>
            <a:r>
              <a:rPr lang="en-US" sz="2400" dirty="0"/>
              <a:t>Problem with hill climbing:</a:t>
            </a:r>
          </a:p>
          <a:p>
            <a:pPr marL="800100" lvl="1" indent="-342900">
              <a:buClr>
                <a:srgbClr val="C00000"/>
              </a:buClr>
              <a:buFont typeface="Arial" panose="020B0604020202020204" pitchFamily="34" charset="0"/>
              <a:buChar char="•"/>
            </a:pPr>
            <a:r>
              <a:rPr lang="en-US" sz="2400" dirty="0"/>
              <a:t>An erroneous heuristic can lead along an infinite paths that fail.</a:t>
            </a:r>
          </a:p>
          <a:p>
            <a:pPr marL="800100" lvl="1" indent="-342900">
              <a:buClr>
                <a:srgbClr val="C00000"/>
              </a:buClr>
              <a:buFont typeface="Arial" panose="020B0604020202020204" pitchFamily="34" charset="0"/>
              <a:buChar char="•"/>
            </a:pPr>
            <a:r>
              <a:rPr lang="en-US" sz="2400" dirty="0"/>
              <a:t>Can stuck at local maxima reach a state that is better evaluation than its children, the algorithm halts.</a:t>
            </a:r>
          </a:p>
          <a:p>
            <a:pPr marL="800100" lvl="1" indent="-342900">
              <a:buClr>
                <a:srgbClr val="C00000"/>
              </a:buClr>
              <a:buFont typeface="Arial" panose="020B0604020202020204" pitchFamily="34" charset="0"/>
              <a:buChar char="•"/>
            </a:pPr>
            <a:r>
              <a:rPr lang="en-US" sz="2400" dirty="0"/>
              <a:t>There is no guarantee optimal performance</a:t>
            </a:r>
          </a:p>
          <a:p>
            <a:pPr lvl="1">
              <a:buClr>
                <a:srgbClr val="C00000"/>
              </a:buClr>
            </a:pPr>
            <a:endParaRPr lang="en-US" sz="2400" dirty="0"/>
          </a:p>
          <a:p>
            <a:pPr marL="342900" indent="-342900">
              <a:buClr>
                <a:srgbClr val="C00000"/>
              </a:buClr>
              <a:buFont typeface="Arial" panose="020B0604020202020204" pitchFamily="34" charset="0"/>
              <a:buChar char="•"/>
            </a:pPr>
            <a:r>
              <a:rPr lang="en-US" sz="2400" dirty="0"/>
              <a:t>Advantage</a:t>
            </a:r>
          </a:p>
          <a:p>
            <a:pPr marL="800100" lvl="1" indent="-342900">
              <a:buClr>
                <a:srgbClr val="C00000"/>
              </a:buClr>
              <a:buFont typeface="Arial" panose="020B0604020202020204" pitchFamily="34" charset="0"/>
              <a:buChar char="•"/>
            </a:pPr>
            <a:r>
              <a:rPr lang="en-US" sz="2400" dirty="0"/>
              <a:t>Can be used effectively if the heuristic is sufficient</a:t>
            </a:r>
            <a:endParaRPr lang="en-GB" sz="2400" dirty="0"/>
          </a:p>
        </p:txBody>
      </p:sp>
    </p:spTree>
    <p:extLst>
      <p:ext uri="{BB962C8B-B14F-4D97-AF65-F5344CB8AC3E}">
        <p14:creationId xmlns:p14="http://schemas.microsoft.com/office/powerpoint/2010/main" val="38019699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1FB70FE3-1C4B-4C01-B4E7-493CA096D2DE}"/>
              </a:ext>
            </a:extLst>
          </p:cNvPr>
          <p:cNvSpPr>
            <a:spLocks noGrp="1"/>
          </p:cNvSpPr>
          <p:nvPr>
            <p:ph type="dt" sz="half" idx="10"/>
          </p:nvPr>
        </p:nvSpPr>
        <p:spPr/>
        <p:txBody>
          <a:bodyPr/>
          <a:lstStyle/>
          <a:p>
            <a:r>
              <a:rPr lang="en-US" sz="800">
                <a:solidFill>
                  <a:srgbClr val="FFE1AD"/>
                </a:solidFill>
              </a:rPr>
              <a:t>2019</a:t>
            </a:r>
            <a:endParaRPr lang="en-US" sz="800" dirty="0">
              <a:solidFill>
                <a:srgbClr val="FFE1AD"/>
              </a:solidFill>
            </a:endParaRPr>
          </a:p>
        </p:txBody>
      </p:sp>
      <p:sp>
        <p:nvSpPr>
          <p:cNvPr id="5" name="Footer Placeholder 4">
            <a:extLst>
              <a:ext uri="{FF2B5EF4-FFF2-40B4-BE49-F238E27FC236}">
                <a16:creationId xmlns:a16="http://schemas.microsoft.com/office/drawing/2014/main" xmlns="" id="{4877CB11-AA22-4894-8F3B-510E3B646473}"/>
              </a:ext>
            </a:extLst>
          </p:cNvPr>
          <p:cNvSpPr>
            <a:spLocks noGrp="1"/>
          </p:cNvSpPr>
          <p:nvPr>
            <p:ph type="ftr" sz="quarter" idx="11"/>
          </p:nvPr>
        </p:nvSpPr>
        <p:spPr/>
        <p:txBody>
          <a:bodyPr/>
          <a:lstStyle/>
          <a:p>
            <a:r>
              <a:rPr lang="en-US" sz="800">
                <a:solidFill>
                  <a:srgbClr val="FFE1AD"/>
                </a:solidFill>
              </a:rPr>
              <a:t>SCSJ 3353: Artificial Intelligence</a:t>
            </a:r>
            <a:endParaRPr lang="en-US" sz="800" dirty="0">
              <a:solidFill>
                <a:srgbClr val="FFE1AD"/>
              </a:solidFill>
            </a:endParaRPr>
          </a:p>
        </p:txBody>
      </p:sp>
      <p:sp>
        <p:nvSpPr>
          <p:cNvPr id="6" name="Slide Number Placeholder 5">
            <a:extLst>
              <a:ext uri="{FF2B5EF4-FFF2-40B4-BE49-F238E27FC236}">
                <a16:creationId xmlns:a16="http://schemas.microsoft.com/office/drawing/2014/main" xmlns="" id="{236EDA3C-DAF8-4E46-A8D7-349C957CDA1C}"/>
              </a:ext>
            </a:extLst>
          </p:cNvPr>
          <p:cNvSpPr>
            <a:spLocks noGrp="1"/>
          </p:cNvSpPr>
          <p:nvPr>
            <p:ph type="sldNum" sz="quarter" idx="12"/>
          </p:nvPr>
        </p:nvSpPr>
        <p:spPr/>
        <p:txBody>
          <a:bodyPr/>
          <a:lstStyle/>
          <a:p>
            <a:fld id="{0362C787-829C-4B6B-B21B-90D8981190F3}" type="slidenum">
              <a:rPr lang="en-US" sz="900" smtClean="0">
                <a:solidFill>
                  <a:srgbClr val="FFE1AD"/>
                </a:solidFill>
              </a:rPr>
              <a:pPr/>
              <a:t>22</a:t>
            </a:fld>
            <a:endParaRPr lang="en-US" sz="900" dirty="0">
              <a:solidFill>
                <a:srgbClr val="FFE1AD"/>
              </a:solidFill>
            </a:endParaRPr>
          </a:p>
        </p:txBody>
      </p:sp>
      <p:sp>
        <p:nvSpPr>
          <p:cNvPr id="2" name="Rectangle 1"/>
          <p:cNvSpPr/>
          <p:nvPr/>
        </p:nvSpPr>
        <p:spPr>
          <a:xfrm>
            <a:off x="228600" y="1600200"/>
            <a:ext cx="8839200" cy="4401205"/>
          </a:xfrm>
          <a:prstGeom prst="rect">
            <a:avLst/>
          </a:prstGeom>
        </p:spPr>
        <p:txBody>
          <a:bodyPr wrap="square">
            <a:spAutoFit/>
          </a:bodyPr>
          <a:lstStyle/>
          <a:p>
            <a:pPr marL="285750" indent="-285750">
              <a:buFont typeface="Arial" panose="020B0604020202020204" pitchFamily="34" charset="0"/>
              <a:buChar char="•"/>
            </a:pPr>
            <a:r>
              <a:rPr lang="en-US" sz="2000" dirty="0"/>
              <a:t>Here the generate and test method is augmented by an heuristic function which measures the closeness of the current state to the goal state.</a:t>
            </a:r>
          </a:p>
          <a:p>
            <a:pPr marL="800100" lvl="1" indent="-342900">
              <a:buFont typeface="+mj-lt"/>
              <a:buAutoNum type="arabicPeriod"/>
            </a:pPr>
            <a:r>
              <a:rPr lang="en-US" sz="2000" dirty="0"/>
              <a:t>Evaluate the initial state if it is goal state quit otherwise current state is initial state.</a:t>
            </a:r>
          </a:p>
          <a:p>
            <a:pPr marL="800100" lvl="1" indent="-342900">
              <a:buFont typeface="+mj-lt"/>
              <a:buAutoNum type="arabicPeriod"/>
            </a:pPr>
            <a:r>
              <a:rPr lang="en-US" sz="2000" dirty="0"/>
              <a:t>Select a new operator for this state and generate a new state.</a:t>
            </a:r>
          </a:p>
          <a:p>
            <a:pPr marL="800100" lvl="1" indent="-342900">
              <a:buFont typeface="+mj-lt"/>
              <a:buAutoNum type="arabicPeriod"/>
            </a:pPr>
            <a:r>
              <a:rPr lang="en-US" sz="2000" dirty="0"/>
              <a:t>Evaluate the new state</a:t>
            </a:r>
          </a:p>
          <a:p>
            <a:pPr marL="1257300" lvl="2" indent="-342900">
              <a:buFont typeface="+mj-lt"/>
              <a:buAutoNum type="arabicPeriod"/>
            </a:pPr>
            <a:r>
              <a:rPr lang="en-US" sz="2000" dirty="0"/>
              <a:t>if it is closer to goal state than current state make it current state</a:t>
            </a:r>
          </a:p>
          <a:p>
            <a:pPr marL="1257300" lvl="2" indent="-342900">
              <a:buFont typeface="+mj-lt"/>
              <a:buAutoNum type="arabicPeriod"/>
            </a:pPr>
            <a:r>
              <a:rPr lang="en-US" sz="2000" dirty="0"/>
              <a:t>if it is no better ignore</a:t>
            </a:r>
          </a:p>
          <a:p>
            <a:pPr marL="800100" lvl="1" indent="-342900">
              <a:buFont typeface="+mj-lt"/>
              <a:buAutoNum type="arabicPeriod"/>
            </a:pPr>
            <a:r>
              <a:rPr lang="en-US" sz="2000" dirty="0"/>
              <a:t>If the current state is goal state or no new operators available, quit. Otherwise repeat from 2.</a:t>
            </a:r>
          </a:p>
          <a:p>
            <a:pPr marL="285750" indent="-285750">
              <a:buFont typeface="Arial" panose="020B0604020202020204" pitchFamily="34" charset="0"/>
              <a:buChar char="•"/>
            </a:pPr>
            <a:r>
              <a:rPr lang="en-US" sz="2000" dirty="0"/>
              <a:t>In the case of the four cubes a suitable heuristic is the sum of the number of different </a:t>
            </a:r>
            <a:r>
              <a:rPr lang="en-US" sz="2000" dirty="0" err="1"/>
              <a:t>colours</a:t>
            </a:r>
            <a:r>
              <a:rPr lang="en-US" sz="2000" dirty="0"/>
              <a:t> on each of the four sides, and the goal state is 16 four on each side. The set of rules is simply choose a cube and rotate the cube through 90 degrees. The starting arrangement can either be specified or is at random.</a:t>
            </a:r>
          </a:p>
        </p:txBody>
      </p:sp>
      <p:sp>
        <p:nvSpPr>
          <p:cNvPr id="8" name="Rectangle 7"/>
          <p:cNvSpPr/>
          <p:nvPr/>
        </p:nvSpPr>
        <p:spPr>
          <a:xfrm>
            <a:off x="1066800" y="304800"/>
            <a:ext cx="8073273" cy="830997"/>
          </a:xfrm>
          <a:prstGeom prst="rect">
            <a:avLst/>
          </a:prstGeom>
        </p:spPr>
        <p:txBody>
          <a:bodyPr wrap="square">
            <a:spAutoFit/>
          </a:bodyPr>
          <a:lstStyle/>
          <a:p>
            <a:pPr algn="ctr"/>
            <a:r>
              <a:rPr lang="en-US" sz="4800" b="1" dirty="0">
                <a:solidFill>
                  <a:srgbClr val="C00000"/>
                </a:solidFill>
                <a:ea typeface="Roboto" pitchFamily="2" charset="0"/>
              </a:rPr>
              <a:t>Hill Climbing</a:t>
            </a:r>
            <a:endParaRPr lang="en-US" sz="4800" b="1" dirty="0">
              <a:ea typeface="Roboto" pitchFamily="2" charset="0"/>
            </a:endParaRPr>
          </a:p>
        </p:txBody>
      </p:sp>
    </p:spTree>
    <p:extLst>
      <p:ext uri="{BB962C8B-B14F-4D97-AF65-F5344CB8AC3E}">
        <p14:creationId xmlns:p14="http://schemas.microsoft.com/office/powerpoint/2010/main" val="21602233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1FB70FE3-1C4B-4C01-B4E7-493CA096D2DE}"/>
              </a:ext>
            </a:extLst>
          </p:cNvPr>
          <p:cNvSpPr>
            <a:spLocks noGrp="1"/>
          </p:cNvSpPr>
          <p:nvPr>
            <p:ph type="dt" sz="half" idx="10"/>
          </p:nvPr>
        </p:nvSpPr>
        <p:spPr/>
        <p:txBody>
          <a:bodyPr/>
          <a:lstStyle/>
          <a:p>
            <a:r>
              <a:rPr lang="en-US" sz="800">
                <a:solidFill>
                  <a:srgbClr val="FFE1AD"/>
                </a:solidFill>
              </a:rPr>
              <a:t>2019</a:t>
            </a:r>
            <a:endParaRPr lang="en-US" sz="800" dirty="0">
              <a:solidFill>
                <a:srgbClr val="FFE1AD"/>
              </a:solidFill>
            </a:endParaRPr>
          </a:p>
        </p:txBody>
      </p:sp>
      <p:sp>
        <p:nvSpPr>
          <p:cNvPr id="5" name="Footer Placeholder 4">
            <a:extLst>
              <a:ext uri="{FF2B5EF4-FFF2-40B4-BE49-F238E27FC236}">
                <a16:creationId xmlns:a16="http://schemas.microsoft.com/office/drawing/2014/main" xmlns="" id="{4877CB11-AA22-4894-8F3B-510E3B646473}"/>
              </a:ext>
            </a:extLst>
          </p:cNvPr>
          <p:cNvSpPr>
            <a:spLocks noGrp="1"/>
          </p:cNvSpPr>
          <p:nvPr>
            <p:ph type="ftr" sz="quarter" idx="11"/>
          </p:nvPr>
        </p:nvSpPr>
        <p:spPr/>
        <p:txBody>
          <a:bodyPr/>
          <a:lstStyle/>
          <a:p>
            <a:r>
              <a:rPr lang="en-US" sz="800">
                <a:solidFill>
                  <a:srgbClr val="FFE1AD"/>
                </a:solidFill>
              </a:rPr>
              <a:t>SCSJ 3353: Artificial Intelligence</a:t>
            </a:r>
            <a:endParaRPr lang="en-US" sz="800" dirty="0">
              <a:solidFill>
                <a:srgbClr val="FFE1AD"/>
              </a:solidFill>
            </a:endParaRPr>
          </a:p>
        </p:txBody>
      </p:sp>
      <p:sp>
        <p:nvSpPr>
          <p:cNvPr id="6" name="Slide Number Placeholder 5">
            <a:extLst>
              <a:ext uri="{FF2B5EF4-FFF2-40B4-BE49-F238E27FC236}">
                <a16:creationId xmlns:a16="http://schemas.microsoft.com/office/drawing/2014/main" xmlns="" id="{236EDA3C-DAF8-4E46-A8D7-349C957CDA1C}"/>
              </a:ext>
            </a:extLst>
          </p:cNvPr>
          <p:cNvSpPr>
            <a:spLocks noGrp="1"/>
          </p:cNvSpPr>
          <p:nvPr>
            <p:ph type="sldNum" sz="quarter" idx="12"/>
          </p:nvPr>
        </p:nvSpPr>
        <p:spPr/>
        <p:txBody>
          <a:bodyPr/>
          <a:lstStyle/>
          <a:p>
            <a:fld id="{0362C787-829C-4B6B-B21B-90D8981190F3}" type="slidenum">
              <a:rPr lang="en-US" sz="900" smtClean="0">
                <a:solidFill>
                  <a:srgbClr val="FFE1AD"/>
                </a:solidFill>
              </a:rPr>
              <a:pPr/>
              <a:t>23</a:t>
            </a:fld>
            <a:endParaRPr lang="en-US" sz="900" dirty="0">
              <a:solidFill>
                <a:srgbClr val="FFE1AD"/>
              </a:solidFill>
            </a:endParaRPr>
          </a:p>
        </p:txBody>
      </p:sp>
      <p:sp>
        <p:nvSpPr>
          <p:cNvPr id="8" name="Rectangle 7"/>
          <p:cNvSpPr/>
          <p:nvPr/>
        </p:nvSpPr>
        <p:spPr>
          <a:xfrm>
            <a:off x="1066800" y="304800"/>
            <a:ext cx="8073273" cy="830997"/>
          </a:xfrm>
          <a:prstGeom prst="rect">
            <a:avLst/>
          </a:prstGeom>
        </p:spPr>
        <p:txBody>
          <a:bodyPr wrap="square">
            <a:spAutoFit/>
          </a:bodyPr>
          <a:lstStyle/>
          <a:p>
            <a:pPr algn="ctr"/>
            <a:r>
              <a:rPr lang="en-US" sz="4800" b="1" dirty="0">
                <a:solidFill>
                  <a:srgbClr val="C00000"/>
                </a:solidFill>
                <a:ea typeface="Roboto" pitchFamily="2" charset="0"/>
              </a:rPr>
              <a:t>Hill Climbing</a:t>
            </a:r>
            <a:r>
              <a:rPr lang="en-US" sz="4800" b="1" dirty="0">
                <a:ea typeface="Roboto" pitchFamily="2" charset="0"/>
              </a:rPr>
              <a:t>: Type</a:t>
            </a:r>
          </a:p>
        </p:txBody>
      </p:sp>
      <p:graphicFrame>
        <p:nvGraphicFramePr>
          <p:cNvPr id="13" name="Diagram 12"/>
          <p:cNvGraphicFramePr/>
          <p:nvPr>
            <p:extLst>
              <p:ext uri="{D42A27DB-BD31-4B8C-83A1-F6EECF244321}">
                <p14:modId xmlns:p14="http://schemas.microsoft.com/office/powerpoint/2010/main" val="2650391639"/>
              </p:ext>
            </p:extLst>
          </p:nvPr>
        </p:nvGraphicFramePr>
        <p:xfrm>
          <a:off x="304800" y="1600200"/>
          <a:ext cx="8610600" cy="4191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954237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1FB70FE3-1C4B-4C01-B4E7-493CA096D2DE}"/>
              </a:ext>
            </a:extLst>
          </p:cNvPr>
          <p:cNvSpPr>
            <a:spLocks noGrp="1"/>
          </p:cNvSpPr>
          <p:nvPr>
            <p:ph type="dt" sz="half" idx="10"/>
          </p:nvPr>
        </p:nvSpPr>
        <p:spPr/>
        <p:txBody>
          <a:bodyPr/>
          <a:lstStyle/>
          <a:p>
            <a:r>
              <a:rPr lang="en-US" sz="800">
                <a:solidFill>
                  <a:srgbClr val="FFE1AD"/>
                </a:solidFill>
              </a:rPr>
              <a:t>2019</a:t>
            </a:r>
            <a:endParaRPr lang="en-US" sz="800" dirty="0">
              <a:solidFill>
                <a:srgbClr val="FFE1AD"/>
              </a:solidFill>
            </a:endParaRPr>
          </a:p>
        </p:txBody>
      </p:sp>
      <p:sp>
        <p:nvSpPr>
          <p:cNvPr id="5" name="Footer Placeholder 4">
            <a:extLst>
              <a:ext uri="{FF2B5EF4-FFF2-40B4-BE49-F238E27FC236}">
                <a16:creationId xmlns:a16="http://schemas.microsoft.com/office/drawing/2014/main" xmlns="" id="{4877CB11-AA22-4894-8F3B-510E3B646473}"/>
              </a:ext>
            </a:extLst>
          </p:cNvPr>
          <p:cNvSpPr>
            <a:spLocks noGrp="1"/>
          </p:cNvSpPr>
          <p:nvPr>
            <p:ph type="ftr" sz="quarter" idx="11"/>
          </p:nvPr>
        </p:nvSpPr>
        <p:spPr/>
        <p:txBody>
          <a:bodyPr/>
          <a:lstStyle/>
          <a:p>
            <a:r>
              <a:rPr lang="en-US" sz="800">
                <a:solidFill>
                  <a:srgbClr val="FFE1AD"/>
                </a:solidFill>
              </a:rPr>
              <a:t>SCSJ 3353: Artificial Intelligence</a:t>
            </a:r>
            <a:endParaRPr lang="en-US" sz="800" dirty="0">
              <a:solidFill>
                <a:srgbClr val="FFE1AD"/>
              </a:solidFill>
            </a:endParaRPr>
          </a:p>
        </p:txBody>
      </p:sp>
      <p:sp>
        <p:nvSpPr>
          <p:cNvPr id="6" name="Slide Number Placeholder 5">
            <a:extLst>
              <a:ext uri="{FF2B5EF4-FFF2-40B4-BE49-F238E27FC236}">
                <a16:creationId xmlns:a16="http://schemas.microsoft.com/office/drawing/2014/main" xmlns="" id="{236EDA3C-DAF8-4E46-A8D7-349C957CDA1C}"/>
              </a:ext>
            </a:extLst>
          </p:cNvPr>
          <p:cNvSpPr>
            <a:spLocks noGrp="1"/>
          </p:cNvSpPr>
          <p:nvPr>
            <p:ph type="sldNum" sz="quarter" idx="12"/>
          </p:nvPr>
        </p:nvSpPr>
        <p:spPr/>
        <p:txBody>
          <a:bodyPr/>
          <a:lstStyle/>
          <a:p>
            <a:fld id="{0362C787-829C-4B6B-B21B-90D8981190F3}" type="slidenum">
              <a:rPr lang="en-US" sz="900" smtClean="0">
                <a:solidFill>
                  <a:srgbClr val="FFE1AD"/>
                </a:solidFill>
              </a:rPr>
              <a:pPr/>
              <a:t>24</a:t>
            </a:fld>
            <a:endParaRPr lang="en-US" sz="900" dirty="0">
              <a:solidFill>
                <a:srgbClr val="FFE1AD"/>
              </a:solidFill>
            </a:endParaRPr>
          </a:p>
        </p:txBody>
      </p:sp>
      <p:sp>
        <p:nvSpPr>
          <p:cNvPr id="8" name="Rectangle 7"/>
          <p:cNvSpPr/>
          <p:nvPr/>
        </p:nvSpPr>
        <p:spPr>
          <a:xfrm>
            <a:off x="1066800" y="304800"/>
            <a:ext cx="8073273" cy="830997"/>
          </a:xfrm>
          <a:prstGeom prst="rect">
            <a:avLst/>
          </a:prstGeom>
        </p:spPr>
        <p:txBody>
          <a:bodyPr wrap="square">
            <a:spAutoFit/>
          </a:bodyPr>
          <a:lstStyle/>
          <a:p>
            <a:pPr algn="ctr"/>
            <a:r>
              <a:rPr lang="en-US" sz="4800" b="1" dirty="0">
                <a:solidFill>
                  <a:srgbClr val="C00000"/>
                </a:solidFill>
                <a:ea typeface="Roboto" pitchFamily="2" charset="0"/>
              </a:rPr>
              <a:t>Hill Climbing</a:t>
            </a:r>
            <a:r>
              <a:rPr lang="en-US" sz="4800" b="1" dirty="0">
                <a:ea typeface="Roboto" pitchFamily="2" charset="0"/>
              </a:rPr>
              <a:t>: Issues</a:t>
            </a:r>
          </a:p>
        </p:txBody>
      </p:sp>
      <p:graphicFrame>
        <p:nvGraphicFramePr>
          <p:cNvPr id="2" name="Diagram 1"/>
          <p:cNvGraphicFramePr/>
          <p:nvPr>
            <p:extLst>
              <p:ext uri="{D42A27DB-BD31-4B8C-83A1-F6EECF244321}">
                <p14:modId xmlns:p14="http://schemas.microsoft.com/office/powerpoint/2010/main" val="4138461920"/>
              </p:ext>
            </p:extLst>
          </p:nvPr>
        </p:nvGraphicFramePr>
        <p:xfrm>
          <a:off x="304800" y="1676400"/>
          <a:ext cx="8456236" cy="4191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932219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1FB70FE3-1C4B-4C01-B4E7-493CA096D2DE}"/>
              </a:ext>
            </a:extLst>
          </p:cNvPr>
          <p:cNvSpPr>
            <a:spLocks noGrp="1"/>
          </p:cNvSpPr>
          <p:nvPr>
            <p:ph type="dt" sz="half" idx="10"/>
          </p:nvPr>
        </p:nvSpPr>
        <p:spPr/>
        <p:txBody>
          <a:bodyPr/>
          <a:lstStyle/>
          <a:p>
            <a:r>
              <a:rPr lang="en-US" sz="800">
                <a:solidFill>
                  <a:srgbClr val="FFE1AD"/>
                </a:solidFill>
              </a:rPr>
              <a:t>2019</a:t>
            </a:r>
            <a:endParaRPr lang="en-US" sz="800" dirty="0">
              <a:solidFill>
                <a:srgbClr val="FFE1AD"/>
              </a:solidFill>
            </a:endParaRPr>
          </a:p>
        </p:txBody>
      </p:sp>
      <p:sp>
        <p:nvSpPr>
          <p:cNvPr id="5" name="Footer Placeholder 4">
            <a:extLst>
              <a:ext uri="{FF2B5EF4-FFF2-40B4-BE49-F238E27FC236}">
                <a16:creationId xmlns:a16="http://schemas.microsoft.com/office/drawing/2014/main" xmlns="" id="{4877CB11-AA22-4894-8F3B-510E3B646473}"/>
              </a:ext>
            </a:extLst>
          </p:cNvPr>
          <p:cNvSpPr>
            <a:spLocks noGrp="1"/>
          </p:cNvSpPr>
          <p:nvPr>
            <p:ph type="ftr" sz="quarter" idx="11"/>
          </p:nvPr>
        </p:nvSpPr>
        <p:spPr/>
        <p:txBody>
          <a:bodyPr/>
          <a:lstStyle/>
          <a:p>
            <a:r>
              <a:rPr lang="en-US" sz="800">
                <a:solidFill>
                  <a:srgbClr val="FFE1AD"/>
                </a:solidFill>
              </a:rPr>
              <a:t>SCSJ 3353: Artificial Intelligence</a:t>
            </a:r>
            <a:endParaRPr lang="en-US" sz="800" dirty="0">
              <a:solidFill>
                <a:srgbClr val="FFE1AD"/>
              </a:solidFill>
            </a:endParaRPr>
          </a:p>
        </p:txBody>
      </p:sp>
      <p:sp>
        <p:nvSpPr>
          <p:cNvPr id="6" name="Slide Number Placeholder 5">
            <a:extLst>
              <a:ext uri="{FF2B5EF4-FFF2-40B4-BE49-F238E27FC236}">
                <a16:creationId xmlns:a16="http://schemas.microsoft.com/office/drawing/2014/main" xmlns="" id="{236EDA3C-DAF8-4E46-A8D7-349C957CDA1C}"/>
              </a:ext>
            </a:extLst>
          </p:cNvPr>
          <p:cNvSpPr>
            <a:spLocks noGrp="1"/>
          </p:cNvSpPr>
          <p:nvPr>
            <p:ph type="sldNum" sz="quarter" idx="12"/>
          </p:nvPr>
        </p:nvSpPr>
        <p:spPr/>
        <p:txBody>
          <a:bodyPr/>
          <a:lstStyle/>
          <a:p>
            <a:fld id="{0362C787-829C-4B6B-B21B-90D8981190F3}" type="slidenum">
              <a:rPr lang="en-US" sz="900" smtClean="0">
                <a:solidFill>
                  <a:srgbClr val="FFE1AD"/>
                </a:solidFill>
              </a:rPr>
              <a:pPr/>
              <a:t>25</a:t>
            </a:fld>
            <a:endParaRPr lang="en-US" sz="900" dirty="0">
              <a:solidFill>
                <a:srgbClr val="FFE1AD"/>
              </a:solidFill>
            </a:endParaRPr>
          </a:p>
        </p:txBody>
      </p:sp>
      <p:sp>
        <p:nvSpPr>
          <p:cNvPr id="10" name="Rectangle 9"/>
          <p:cNvSpPr/>
          <p:nvPr/>
        </p:nvSpPr>
        <p:spPr>
          <a:xfrm>
            <a:off x="1066800" y="304800"/>
            <a:ext cx="8073273" cy="830997"/>
          </a:xfrm>
          <a:prstGeom prst="rect">
            <a:avLst/>
          </a:prstGeom>
        </p:spPr>
        <p:txBody>
          <a:bodyPr wrap="square">
            <a:spAutoFit/>
          </a:bodyPr>
          <a:lstStyle/>
          <a:p>
            <a:pPr algn="ctr"/>
            <a:r>
              <a:rPr lang="en-US" sz="4800" b="1" dirty="0"/>
              <a:t>Best First Search</a:t>
            </a:r>
          </a:p>
        </p:txBody>
      </p:sp>
      <p:sp>
        <p:nvSpPr>
          <p:cNvPr id="2" name="Rectangle 1"/>
          <p:cNvSpPr/>
          <p:nvPr/>
        </p:nvSpPr>
        <p:spPr>
          <a:xfrm>
            <a:off x="221877" y="1819899"/>
            <a:ext cx="8686800" cy="3416320"/>
          </a:xfrm>
          <a:prstGeom prst="rect">
            <a:avLst/>
          </a:prstGeom>
        </p:spPr>
        <p:txBody>
          <a:bodyPr wrap="square">
            <a:spAutoFit/>
          </a:bodyPr>
          <a:lstStyle/>
          <a:p>
            <a:pPr marL="342900" indent="-342900">
              <a:buClr>
                <a:srgbClr val="C00000"/>
              </a:buClr>
              <a:buFont typeface="Arial" panose="020B0604020202020204" pitchFamily="34" charset="0"/>
              <a:buChar char="•"/>
            </a:pPr>
            <a:r>
              <a:rPr lang="en-US" sz="2400" dirty="0"/>
              <a:t>It is a general algorithm for heuristically searching any state space graph </a:t>
            </a:r>
          </a:p>
          <a:p>
            <a:pPr marL="342900" indent="-342900">
              <a:buClr>
                <a:srgbClr val="C00000"/>
              </a:buClr>
              <a:buFont typeface="Arial" panose="020B0604020202020204" pitchFamily="34" charset="0"/>
              <a:buChar char="•"/>
            </a:pPr>
            <a:r>
              <a:rPr lang="en-US" sz="2400" dirty="0"/>
              <a:t>Supports a variety of heuristic evaluation functions</a:t>
            </a:r>
          </a:p>
          <a:p>
            <a:pPr marL="342900" indent="-342900">
              <a:buClr>
                <a:srgbClr val="C00000"/>
              </a:buClr>
              <a:buFont typeface="Arial" panose="020B0604020202020204" pitchFamily="34" charset="0"/>
              <a:buChar char="•"/>
            </a:pPr>
            <a:r>
              <a:rPr lang="en-US" sz="2400" dirty="0"/>
              <a:t>Better and flexible Algorithm for heuristic search</a:t>
            </a:r>
          </a:p>
          <a:p>
            <a:pPr marL="342900" indent="-342900">
              <a:buClr>
                <a:srgbClr val="C00000"/>
              </a:buClr>
              <a:buFont typeface="Arial" panose="020B0604020202020204" pitchFamily="34" charset="0"/>
              <a:buChar char="•"/>
            </a:pPr>
            <a:r>
              <a:rPr lang="en-US" sz="2400" dirty="0"/>
              <a:t>Avoid local maxima, dead ends; has open and close lists </a:t>
            </a:r>
          </a:p>
          <a:p>
            <a:pPr marL="342900" indent="-342900">
              <a:buClr>
                <a:srgbClr val="C00000"/>
              </a:buClr>
              <a:buFont typeface="Arial" panose="020B0604020202020204" pitchFamily="34" charset="0"/>
              <a:buChar char="•"/>
            </a:pPr>
            <a:r>
              <a:rPr lang="en-US" sz="2400" dirty="0"/>
              <a:t>selects the most promising state</a:t>
            </a:r>
          </a:p>
          <a:p>
            <a:pPr marL="342900" indent="-342900">
              <a:buClr>
                <a:srgbClr val="C00000"/>
              </a:buClr>
              <a:buFont typeface="Arial" panose="020B0604020202020204" pitchFamily="34" charset="0"/>
              <a:buChar char="•"/>
            </a:pPr>
            <a:r>
              <a:rPr lang="en-US" sz="2400" dirty="0"/>
              <a:t>apply heuristic and sort the ‘best’ next state in front of the list ( priority queue ) can jump to any level of the state space </a:t>
            </a:r>
          </a:p>
          <a:p>
            <a:pPr marL="342900" indent="-342900">
              <a:buClr>
                <a:srgbClr val="C00000"/>
              </a:buClr>
              <a:buFont typeface="Arial" panose="020B0604020202020204" pitchFamily="34" charset="0"/>
              <a:buChar char="•"/>
            </a:pPr>
            <a:r>
              <a:rPr lang="en-US" sz="2400" dirty="0"/>
              <a:t>If lead to incorrect path, it may retrieve the next best state</a:t>
            </a:r>
            <a:endParaRPr lang="en-GB" sz="2400" dirty="0"/>
          </a:p>
        </p:txBody>
      </p:sp>
    </p:spTree>
    <p:extLst>
      <p:ext uri="{BB962C8B-B14F-4D97-AF65-F5344CB8AC3E}">
        <p14:creationId xmlns:p14="http://schemas.microsoft.com/office/powerpoint/2010/main" val="21522571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1FB70FE3-1C4B-4C01-B4E7-493CA096D2DE}"/>
              </a:ext>
            </a:extLst>
          </p:cNvPr>
          <p:cNvSpPr>
            <a:spLocks noGrp="1"/>
          </p:cNvSpPr>
          <p:nvPr>
            <p:ph type="dt" sz="half" idx="10"/>
          </p:nvPr>
        </p:nvSpPr>
        <p:spPr/>
        <p:txBody>
          <a:bodyPr/>
          <a:lstStyle/>
          <a:p>
            <a:r>
              <a:rPr lang="en-US" sz="800">
                <a:solidFill>
                  <a:srgbClr val="FFE1AD"/>
                </a:solidFill>
              </a:rPr>
              <a:t>2019</a:t>
            </a:r>
            <a:endParaRPr lang="en-US" sz="800" dirty="0">
              <a:solidFill>
                <a:srgbClr val="FFE1AD"/>
              </a:solidFill>
            </a:endParaRPr>
          </a:p>
        </p:txBody>
      </p:sp>
      <p:sp>
        <p:nvSpPr>
          <p:cNvPr id="5" name="Footer Placeholder 4">
            <a:extLst>
              <a:ext uri="{FF2B5EF4-FFF2-40B4-BE49-F238E27FC236}">
                <a16:creationId xmlns:a16="http://schemas.microsoft.com/office/drawing/2014/main" xmlns="" id="{4877CB11-AA22-4894-8F3B-510E3B646473}"/>
              </a:ext>
            </a:extLst>
          </p:cNvPr>
          <p:cNvSpPr>
            <a:spLocks noGrp="1"/>
          </p:cNvSpPr>
          <p:nvPr>
            <p:ph type="ftr" sz="quarter" idx="11"/>
          </p:nvPr>
        </p:nvSpPr>
        <p:spPr/>
        <p:txBody>
          <a:bodyPr/>
          <a:lstStyle/>
          <a:p>
            <a:r>
              <a:rPr lang="en-US" sz="800">
                <a:solidFill>
                  <a:srgbClr val="FFE1AD"/>
                </a:solidFill>
              </a:rPr>
              <a:t>SCSJ 3353: Artificial Intelligence</a:t>
            </a:r>
            <a:endParaRPr lang="en-US" sz="800" dirty="0">
              <a:solidFill>
                <a:srgbClr val="FFE1AD"/>
              </a:solidFill>
            </a:endParaRPr>
          </a:p>
        </p:txBody>
      </p:sp>
      <p:sp>
        <p:nvSpPr>
          <p:cNvPr id="6" name="Slide Number Placeholder 5">
            <a:extLst>
              <a:ext uri="{FF2B5EF4-FFF2-40B4-BE49-F238E27FC236}">
                <a16:creationId xmlns:a16="http://schemas.microsoft.com/office/drawing/2014/main" xmlns="" id="{236EDA3C-DAF8-4E46-A8D7-349C957CDA1C}"/>
              </a:ext>
            </a:extLst>
          </p:cNvPr>
          <p:cNvSpPr>
            <a:spLocks noGrp="1"/>
          </p:cNvSpPr>
          <p:nvPr>
            <p:ph type="sldNum" sz="quarter" idx="12"/>
          </p:nvPr>
        </p:nvSpPr>
        <p:spPr/>
        <p:txBody>
          <a:bodyPr/>
          <a:lstStyle/>
          <a:p>
            <a:fld id="{0362C787-829C-4B6B-B21B-90D8981190F3}" type="slidenum">
              <a:rPr lang="en-US" sz="900" smtClean="0">
                <a:solidFill>
                  <a:srgbClr val="FFE1AD"/>
                </a:solidFill>
              </a:rPr>
              <a:pPr/>
              <a:t>26</a:t>
            </a:fld>
            <a:endParaRPr lang="en-US" sz="900" dirty="0">
              <a:solidFill>
                <a:srgbClr val="FFE1AD"/>
              </a:solidFill>
            </a:endParaRPr>
          </a:p>
        </p:txBody>
      </p:sp>
      <p:sp>
        <p:nvSpPr>
          <p:cNvPr id="10" name="Rectangle 9"/>
          <p:cNvSpPr/>
          <p:nvPr/>
        </p:nvSpPr>
        <p:spPr>
          <a:xfrm>
            <a:off x="1066800" y="304800"/>
            <a:ext cx="8073273" cy="830997"/>
          </a:xfrm>
          <a:prstGeom prst="rect">
            <a:avLst/>
          </a:prstGeom>
        </p:spPr>
        <p:txBody>
          <a:bodyPr wrap="square">
            <a:spAutoFit/>
          </a:bodyPr>
          <a:lstStyle/>
          <a:p>
            <a:pPr algn="ctr"/>
            <a:r>
              <a:rPr lang="en-US" sz="4800" b="1" dirty="0"/>
              <a:t>Best First Search</a:t>
            </a:r>
          </a:p>
        </p:txBody>
      </p:sp>
      <p:pic>
        <p:nvPicPr>
          <p:cNvPr id="3" name="Picture 2"/>
          <p:cNvPicPr>
            <a:picLocks noChangeAspect="1"/>
          </p:cNvPicPr>
          <p:nvPr/>
        </p:nvPicPr>
        <p:blipFill>
          <a:blip r:embed="rId2"/>
          <a:stretch>
            <a:fillRect/>
          </a:stretch>
        </p:blipFill>
        <p:spPr>
          <a:xfrm>
            <a:off x="152400" y="1481301"/>
            <a:ext cx="4755461" cy="4995699"/>
          </a:xfrm>
          <a:prstGeom prst="rect">
            <a:avLst/>
          </a:prstGeom>
        </p:spPr>
      </p:pic>
      <p:sp>
        <p:nvSpPr>
          <p:cNvPr id="7" name="Rectangle 6"/>
          <p:cNvSpPr/>
          <p:nvPr/>
        </p:nvSpPr>
        <p:spPr>
          <a:xfrm>
            <a:off x="3200400" y="5791200"/>
            <a:ext cx="838200" cy="304800"/>
          </a:xfrm>
          <a:prstGeom prst="rect">
            <a:avLst/>
          </a:prstGeom>
          <a:solidFill>
            <a:srgbClr val="3898B2">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755888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xmlns="" id="{4877CB11-AA22-4894-8F3B-510E3B646473}"/>
              </a:ext>
            </a:extLst>
          </p:cNvPr>
          <p:cNvSpPr>
            <a:spLocks noGrp="1"/>
          </p:cNvSpPr>
          <p:nvPr>
            <p:ph type="ftr" sz="quarter" idx="11"/>
          </p:nvPr>
        </p:nvSpPr>
        <p:spPr/>
        <p:txBody>
          <a:bodyPr/>
          <a:lstStyle/>
          <a:p>
            <a:r>
              <a:rPr lang="en-US" sz="800">
                <a:solidFill>
                  <a:srgbClr val="FFE1AD"/>
                </a:solidFill>
              </a:rPr>
              <a:t>SCSJ 3353: Artificial Intelligence</a:t>
            </a:r>
            <a:endParaRPr lang="en-US" sz="800" dirty="0">
              <a:solidFill>
                <a:srgbClr val="FFE1AD"/>
              </a:solidFill>
            </a:endParaRPr>
          </a:p>
        </p:txBody>
      </p:sp>
      <p:sp>
        <p:nvSpPr>
          <p:cNvPr id="6" name="Slide Number Placeholder 5">
            <a:extLst>
              <a:ext uri="{FF2B5EF4-FFF2-40B4-BE49-F238E27FC236}">
                <a16:creationId xmlns:a16="http://schemas.microsoft.com/office/drawing/2014/main" xmlns="" id="{236EDA3C-DAF8-4E46-A8D7-349C957CDA1C}"/>
              </a:ext>
            </a:extLst>
          </p:cNvPr>
          <p:cNvSpPr>
            <a:spLocks noGrp="1"/>
          </p:cNvSpPr>
          <p:nvPr>
            <p:ph type="sldNum" sz="quarter" idx="12"/>
          </p:nvPr>
        </p:nvSpPr>
        <p:spPr/>
        <p:txBody>
          <a:bodyPr/>
          <a:lstStyle/>
          <a:p>
            <a:fld id="{0362C787-829C-4B6B-B21B-90D8981190F3}" type="slidenum">
              <a:rPr lang="en-US" sz="900" smtClean="0">
                <a:solidFill>
                  <a:srgbClr val="FFE1AD"/>
                </a:solidFill>
              </a:rPr>
              <a:pPr/>
              <a:t>27</a:t>
            </a:fld>
            <a:endParaRPr lang="en-US" sz="900" dirty="0">
              <a:solidFill>
                <a:srgbClr val="FFE1AD"/>
              </a:solidFill>
            </a:endParaRPr>
          </a:p>
        </p:txBody>
      </p:sp>
      <p:sp>
        <p:nvSpPr>
          <p:cNvPr id="10" name="Rectangle 9"/>
          <p:cNvSpPr/>
          <p:nvPr/>
        </p:nvSpPr>
        <p:spPr>
          <a:xfrm>
            <a:off x="1066800" y="304800"/>
            <a:ext cx="8073273" cy="830997"/>
          </a:xfrm>
          <a:prstGeom prst="rect">
            <a:avLst/>
          </a:prstGeom>
        </p:spPr>
        <p:txBody>
          <a:bodyPr wrap="square">
            <a:spAutoFit/>
          </a:bodyPr>
          <a:lstStyle/>
          <a:p>
            <a:pPr algn="ctr"/>
            <a:r>
              <a:rPr lang="en-US" sz="4800" b="1" dirty="0"/>
              <a:t>Best First Search</a:t>
            </a:r>
          </a:p>
        </p:txBody>
      </p:sp>
      <p:pic>
        <p:nvPicPr>
          <p:cNvPr id="2" name="Picture 1"/>
          <p:cNvPicPr>
            <a:picLocks noChangeAspect="1"/>
          </p:cNvPicPr>
          <p:nvPr/>
        </p:nvPicPr>
        <p:blipFill>
          <a:blip r:embed="rId2">
            <a:clrChange>
              <a:clrFrom>
                <a:srgbClr val="FFFFFF"/>
              </a:clrFrom>
              <a:clrTo>
                <a:srgbClr val="FFFFFF">
                  <a:alpha val="0"/>
                </a:srgbClr>
              </a:clrTo>
            </a:clrChange>
            <a:duotone>
              <a:schemeClr val="accent2">
                <a:shade val="45000"/>
                <a:satMod val="135000"/>
              </a:schemeClr>
              <a:prstClr val="white"/>
            </a:duotone>
          </a:blip>
          <a:stretch>
            <a:fillRect/>
          </a:stretch>
        </p:blipFill>
        <p:spPr>
          <a:xfrm>
            <a:off x="1752600" y="1471764"/>
            <a:ext cx="5943600" cy="4905888"/>
          </a:xfrm>
          <a:prstGeom prst="rect">
            <a:avLst/>
          </a:prstGeom>
        </p:spPr>
      </p:pic>
    </p:spTree>
    <p:extLst>
      <p:ext uri="{BB962C8B-B14F-4D97-AF65-F5344CB8AC3E}">
        <p14:creationId xmlns:p14="http://schemas.microsoft.com/office/powerpoint/2010/main" val="25494053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1FB70FE3-1C4B-4C01-B4E7-493CA096D2DE}"/>
              </a:ext>
            </a:extLst>
          </p:cNvPr>
          <p:cNvSpPr>
            <a:spLocks noGrp="1"/>
          </p:cNvSpPr>
          <p:nvPr>
            <p:ph type="dt" sz="half" idx="10"/>
          </p:nvPr>
        </p:nvSpPr>
        <p:spPr/>
        <p:txBody>
          <a:bodyPr/>
          <a:lstStyle/>
          <a:p>
            <a:r>
              <a:rPr lang="en-US" sz="800">
                <a:solidFill>
                  <a:srgbClr val="FFE1AD"/>
                </a:solidFill>
              </a:rPr>
              <a:t>2019</a:t>
            </a:r>
            <a:endParaRPr lang="en-US" sz="800" dirty="0">
              <a:solidFill>
                <a:srgbClr val="FFE1AD"/>
              </a:solidFill>
            </a:endParaRPr>
          </a:p>
        </p:txBody>
      </p:sp>
      <p:sp>
        <p:nvSpPr>
          <p:cNvPr id="5" name="Footer Placeholder 4">
            <a:extLst>
              <a:ext uri="{FF2B5EF4-FFF2-40B4-BE49-F238E27FC236}">
                <a16:creationId xmlns:a16="http://schemas.microsoft.com/office/drawing/2014/main" xmlns="" id="{4877CB11-AA22-4894-8F3B-510E3B646473}"/>
              </a:ext>
            </a:extLst>
          </p:cNvPr>
          <p:cNvSpPr>
            <a:spLocks noGrp="1"/>
          </p:cNvSpPr>
          <p:nvPr>
            <p:ph type="ftr" sz="quarter" idx="11"/>
          </p:nvPr>
        </p:nvSpPr>
        <p:spPr/>
        <p:txBody>
          <a:bodyPr/>
          <a:lstStyle/>
          <a:p>
            <a:r>
              <a:rPr lang="en-US" sz="800">
                <a:solidFill>
                  <a:srgbClr val="FFE1AD"/>
                </a:solidFill>
              </a:rPr>
              <a:t>SCSJ 3353: Artificial Intelligence</a:t>
            </a:r>
            <a:endParaRPr lang="en-US" sz="800" dirty="0">
              <a:solidFill>
                <a:srgbClr val="FFE1AD"/>
              </a:solidFill>
            </a:endParaRPr>
          </a:p>
        </p:txBody>
      </p:sp>
      <p:sp>
        <p:nvSpPr>
          <p:cNvPr id="6" name="Slide Number Placeholder 5">
            <a:extLst>
              <a:ext uri="{FF2B5EF4-FFF2-40B4-BE49-F238E27FC236}">
                <a16:creationId xmlns:a16="http://schemas.microsoft.com/office/drawing/2014/main" xmlns="" id="{236EDA3C-DAF8-4E46-A8D7-349C957CDA1C}"/>
              </a:ext>
            </a:extLst>
          </p:cNvPr>
          <p:cNvSpPr>
            <a:spLocks noGrp="1"/>
          </p:cNvSpPr>
          <p:nvPr>
            <p:ph type="sldNum" sz="quarter" idx="12"/>
          </p:nvPr>
        </p:nvSpPr>
        <p:spPr/>
        <p:txBody>
          <a:bodyPr/>
          <a:lstStyle/>
          <a:p>
            <a:fld id="{0362C787-829C-4B6B-B21B-90D8981190F3}" type="slidenum">
              <a:rPr lang="en-US" sz="900" smtClean="0">
                <a:solidFill>
                  <a:srgbClr val="FFE1AD"/>
                </a:solidFill>
              </a:rPr>
              <a:pPr/>
              <a:t>28</a:t>
            </a:fld>
            <a:endParaRPr lang="en-US" sz="900" dirty="0">
              <a:solidFill>
                <a:srgbClr val="FFE1AD"/>
              </a:solidFill>
            </a:endParaRPr>
          </a:p>
        </p:txBody>
      </p:sp>
      <p:sp>
        <p:nvSpPr>
          <p:cNvPr id="10" name="Rectangle 9"/>
          <p:cNvSpPr/>
          <p:nvPr/>
        </p:nvSpPr>
        <p:spPr>
          <a:xfrm>
            <a:off x="1066800" y="304800"/>
            <a:ext cx="8073273" cy="830997"/>
          </a:xfrm>
          <a:prstGeom prst="rect">
            <a:avLst/>
          </a:prstGeom>
        </p:spPr>
        <p:txBody>
          <a:bodyPr wrap="square">
            <a:spAutoFit/>
          </a:bodyPr>
          <a:lstStyle/>
          <a:p>
            <a:pPr algn="ctr"/>
            <a:r>
              <a:rPr lang="en-US" sz="4800" b="1" dirty="0"/>
              <a:t>Best First Search</a:t>
            </a:r>
          </a:p>
        </p:txBody>
      </p:sp>
      <p:pic>
        <p:nvPicPr>
          <p:cNvPr id="3" name="Picture 2"/>
          <p:cNvPicPr>
            <a:picLocks noChangeAspect="1"/>
          </p:cNvPicPr>
          <p:nvPr/>
        </p:nvPicPr>
        <p:blipFill rotWithShape="1">
          <a:blip r:embed="rId2"/>
          <a:srcRect l="3335"/>
          <a:stretch/>
        </p:blipFill>
        <p:spPr>
          <a:xfrm>
            <a:off x="228600" y="2286000"/>
            <a:ext cx="8835273" cy="3228154"/>
          </a:xfrm>
          <a:prstGeom prst="rect">
            <a:avLst/>
          </a:prstGeom>
        </p:spPr>
      </p:pic>
    </p:spTree>
    <p:extLst>
      <p:ext uri="{BB962C8B-B14F-4D97-AF65-F5344CB8AC3E}">
        <p14:creationId xmlns:p14="http://schemas.microsoft.com/office/powerpoint/2010/main" val="9655462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1FB70FE3-1C4B-4C01-B4E7-493CA096D2DE}"/>
              </a:ext>
            </a:extLst>
          </p:cNvPr>
          <p:cNvSpPr>
            <a:spLocks noGrp="1"/>
          </p:cNvSpPr>
          <p:nvPr>
            <p:ph type="dt" sz="half" idx="10"/>
          </p:nvPr>
        </p:nvSpPr>
        <p:spPr/>
        <p:txBody>
          <a:bodyPr/>
          <a:lstStyle/>
          <a:p>
            <a:r>
              <a:rPr lang="en-US" sz="800">
                <a:solidFill>
                  <a:srgbClr val="FFE1AD"/>
                </a:solidFill>
              </a:rPr>
              <a:t>2019</a:t>
            </a:r>
            <a:endParaRPr lang="en-US" sz="800" dirty="0">
              <a:solidFill>
                <a:srgbClr val="FFE1AD"/>
              </a:solidFill>
            </a:endParaRPr>
          </a:p>
        </p:txBody>
      </p:sp>
      <p:sp>
        <p:nvSpPr>
          <p:cNvPr id="5" name="Footer Placeholder 4">
            <a:extLst>
              <a:ext uri="{FF2B5EF4-FFF2-40B4-BE49-F238E27FC236}">
                <a16:creationId xmlns:a16="http://schemas.microsoft.com/office/drawing/2014/main" xmlns="" id="{4877CB11-AA22-4894-8F3B-510E3B646473}"/>
              </a:ext>
            </a:extLst>
          </p:cNvPr>
          <p:cNvSpPr>
            <a:spLocks noGrp="1"/>
          </p:cNvSpPr>
          <p:nvPr>
            <p:ph type="ftr" sz="quarter" idx="11"/>
          </p:nvPr>
        </p:nvSpPr>
        <p:spPr/>
        <p:txBody>
          <a:bodyPr/>
          <a:lstStyle/>
          <a:p>
            <a:r>
              <a:rPr lang="en-US" sz="800">
                <a:solidFill>
                  <a:srgbClr val="FFE1AD"/>
                </a:solidFill>
              </a:rPr>
              <a:t>SCSJ 3353: Artificial Intelligence</a:t>
            </a:r>
            <a:endParaRPr lang="en-US" sz="800" dirty="0">
              <a:solidFill>
                <a:srgbClr val="FFE1AD"/>
              </a:solidFill>
            </a:endParaRPr>
          </a:p>
        </p:txBody>
      </p:sp>
      <p:sp>
        <p:nvSpPr>
          <p:cNvPr id="6" name="Slide Number Placeholder 5">
            <a:extLst>
              <a:ext uri="{FF2B5EF4-FFF2-40B4-BE49-F238E27FC236}">
                <a16:creationId xmlns:a16="http://schemas.microsoft.com/office/drawing/2014/main" xmlns="" id="{236EDA3C-DAF8-4E46-A8D7-349C957CDA1C}"/>
              </a:ext>
            </a:extLst>
          </p:cNvPr>
          <p:cNvSpPr>
            <a:spLocks noGrp="1"/>
          </p:cNvSpPr>
          <p:nvPr>
            <p:ph type="sldNum" sz="quarter" idx="12"/>
          </p:nvPr>
        </p:nvSpPr>
        <p:spPr/>
        <p:txBody>
          <a:bodyPr/>
          <a:lstStyle/>
          <a:p>
            <a:fld id="{0362C787-829C-4B6B-B21B-90D8981190F3}" type="slidenum">
              <a:rPr lang="en-US" sz="900" smtClean="0">
                <a:solidFill>
                  <a:srgbClr val="FFE1AD"/>
                </a:solidFill>
              </a:rPr>
              <a:pPr/>
              <a:t>29</a:t>
            </a:fld>
            <a:endParaRPr lang="en-US" sz="900" dirty="0">
              <a:solidFill>
                <a:srgbClr val="FFE1AD"/>
              </a:solidFill>
            </a:endParaRPr>
          </a:p>
        </p:txBody>
      </p:sp>
      <p:sp>
        <p:nvSpPr>
          <p:cNvPr id="10" name="Rectangle 9"/>
          <p:cNvSpPr/>
          <p:nvPr/>
        </p:nvSpPr>
        <p:spPr>
          <a:xfrm>
            <a:off x="1066800" y="304800"/>
            <a:ext cx="8073273" cy="830997"/>
          </a:xfrm>
          <a:prstGeom prst="rect">
            <a:avLst/>
          </a:prstGeom>
        </p:spPr>
        <p:txBody>
          <a:bodyPr wrap="square">
            <a:spAutoFit/>
          </a:bodyPr>
          <a:lstStyle/>
          <a:p>
            <a:pPr algn="ctr"/>
            <a:r>
              <a:rPr lang="en-US" sz="4800" b="1" dirty="0"/>
              <a:t>Best First Search</a:t>
            </a:r>
          </a:p>
        </p:txBody>
      </p:sp>
      <p:pic>
        <p:nvPicPr>
          <p:cNvPr id="2" name="Picture 1"/>
          <p:cNvPicPr>
            <a:picLocks noChangeAspect="1"/>
          </p:cNvPicPr>
          <p:nvPr/>
        </p:nvPicPr>
        <p:blipFill>
          <a:blip r:embed="rId2">
            <a:duotone>
              <a:schemeClr val="accent5">
                <a:shade val="45000"/>
                <a:satMod val="135000"/>
              </a:schemeClr>
              <a:prstClr val="white"/>
            </a:duotone>
          </a:blip>
          <a:stretch>
            <a:fillRect/>
          </a:stretch>
        </p:blipFill>
        <p:spPr>
          <a:xfrm>
            <a:off x="160667" y="1447800"/>
            <a:ext cx="6405233" cy="5009491"/>
          </a:xfrm>
          <a:prstGeom prst="rect">
            <a:avLst/>
          </a:prstGeom>
        </p:spPr>
      </p:pic>
      <p:sp>
        <p:nvSpPr>
          <p:cNvPr id="7" name="Rectangle 6"/>
          <p:cNvSpPr/>
          <p:nvPr/>
        </p:nvSpPr>
        <p:spPr>
          <a:xfrm>
            <a:off x="5486400" y="1514145"/>
            <a:ext cx="3653673" cy="923330"/>
          </a:xfrm>
          <a:prstGeom prst="rect">
            <a:avLst/>
          </a:prstGeom>
        </p:spPr>
        <p:txBody>
          <a:bodyPr wrap="square">
            <a:spAutoFit/>
          </a:bodyPr>
          <a:lstStyle/>
          <a:p>
            <a:r>
              <a:rPr lang="en-US" dirty="0">
                <a:solidFill>
                  <a:srgbClr val="3898B2"/>
                </a:solidFill>
                <a:latin typeface="Arial" panose="020B0604020202020204" pitchFamily="34" charset="0"/>
              </a:rPr>
              <a:t>Heuristic search of a hypothetical state space with open and closed states highlighted.</a:t>
            </a:r>
            <a:endParaRPr lang="en-GB" dirty="0">
              <a:solidFill>
                <a:srgbClr val="3898B2"/>
              </a:solidFill>
            </a:endParaRPr>
          </a:p>
        </p:txBody>
      </p:sp>
    </p:spTree>
    <p:extLst>
      <p:ext uri="{BB962C8B-B14F-4D97-AF65-F5344CB8AC3E}">
        <p14:creationId xmlns:p14="http://schemas.microsoft.com/office/powerpoint/2010/main" val="30909107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1FB70FE3-1C4B-4C01-B4E7-493CA096D2DE}"/>
              </a:ext>
            </a:extLst>
          </p:cNvPr>
          <p:cNvSpPr>
            <a:spLocks noGrp="1"/>
          </p:cNvSpPr>
          <p:nvPr>
            <p:ph type="dt" sz="half" idx="10"/>
          </p:nvPr>
        </p:nvSpPr>
        <p:spPr/>
        <p:txBody>
          <a:bodyPr/>
          <a:lstStyle/>
          <a:p>
            <a:r>
              <a:rPr lang="en-US" sz="800">
                <a:solidFill>
                  <a:srgbClr val="FFE1AD"/>
                </a:solidFill>
              </a:rPr>
              <a:t>2019</a:t>
            </a:r>
            <a:endParaRPr lang="en-US" sz="800" dirty="0">
              <a:solidFill>
                <a:srgbClr val="FFE1AD"/>
              </a:solidFill>
            </a:endParaRPr>
          </a:p>
        </p:txBody>
      </p:sp>
      <p:sp>
        <p:nvSpPr>
          <p:cNvPr id="5" name="Footer Placeholder 4">
            <a:extLst>
              <a:ext uri="{FF2B5EF4-FFF2-40B4-BE49-F238E27FC236}">
                <a16:creationId xmlns:a16="http://schemas.microsoft.com/office/drawing/2014/main" xmlns="" id="{4877CB11-AA22-4894-8F3B-510E3B646473}"/>
              </a:ext>
            </a:extLst>
          </p:cNvPr>
          <p:cNvSpPr>
            <a:spLocks noGrp="1"/>
          </p:cNvSpPr>
          <p:nvPr>
            <p:ph type="ftr" sz="quarter" idx="11"/>
          </p:nvPr>
        </p:nvSpPr>
        <p:spPr/>
        <p:txBody>
          <a:bodyPr/>
          <a:lstStyle/>
          <a:p>
            <a:r>
              <a:rPr lang="en-US" sz="800">
                <a:solidFill>
                  <a:srgbClr val="FFE1AD"/>
                </a:solidFill>
              </a:rPr>
              <a:t>SCSJ 3353: Artificial Intelligence</a:t>
            </a:r>
            <a:endParaRPr lang="en-US" sz="800" dirty="0">
              <a:solidFill>
                <a:srgbClr val="FFE1AD"/>
              </a:solidFill>
            </a:endParaRPr>
          </a:p>
        </p:txBody>
      </p:sp>
      <p:sp>
        <p:nvSpPr>
          <p:cNvPr id="6" name="Slide Number Placeholder 5">
            <a:extLst>
              <a:ext uri="{FF2B5EF4-FFF2-40B4-BE49-F238E27FC236}">
                <a16:creationId xmlns:a16="http://schemas.microsoft.com/office/drawing/2014/main" xmlns="" id="{236EDA3C-DAF8-4E46-A8D7-349C957CDA1C}"/>
              </a:ext>
            </a:extLst>
          </p:cNvPr>
          <p:cNvSpPr>
            <a:spLocks noGrp="1"/>
          </p:cNvSpPr>
          <p:nvPr>
            <p:ph type="sldNum" sz="quarter" idx="12"/>
          </p:nvPr>
        </p:nvSpPr>
        <p:spPr/>
        <p:txBody>
          <a:bodyPr/>
          <a:lstStyle/>
          <a:p>
            <a:fld id="{0362C787-829C-4B6B-B21B-90D8981190F3}" type="slidenum">
              <a:rPr lang="en-US" sz="900" smtClean="0">
                <a:solidFill>
                  <a:srgbClr val="FFE1AD"/>
                </a:solidFill>
              </a:rPr>
              <a:pPr/>
              <a:t>30</a:t>
            </a:fld>
            <a:endParaRPr lang="en-US" sz="900" dirty="0">
              <a:solidFill>
                <a:srgbClr val="FFE1AD"/>
              </a:solidFill>
            </a:endParaRPr>
          </a:p>
        </p:txBody>
      </p:sp>
      <p:sp>
        <p:nvSpPr>
          <p:cNvPr id="10" name="Rectangle 9"/>
          <p:cNvSpPr/>
          <p:nvPr/>
        </p:nvSpPr>
        <p:spPr>
          <a:xfrm>
            <a:off x="1066800" y="304800"/>
            <a:ext cx="8073273" cy="830997"/>
          </a:xfrm>
          <a:prstGeom prst="rect">
            <a:avLst/>
          </a:prstGeom>
        </p:spPr>
        <p:txBody>
          <a:bodyPr wrap="square">
            <a:spAutoFit/>
          </a:bodyPr>
          <a:lstStyle/>
          <a:p>
            <a:pPr algn="ctr"/>
            <a:r>
              <a:rPr lang="en-US" sz="4800" b="1" dirty="0"/>
              <a:t>A* Search</a:t>
            </a:r>
          </a:p>
        </p:txBody>
      </p:sp>
      <p:sp>
        <p:nvSpPr>
          <p:cNvPr id="8" name="Rectangle 7"/>
          <p:cNvSpPr/>
          <p:nvPr/>
        </p:nvSpPr>
        <p:spPr>
          <a:xfrm>
            <a:off x="556556" y="1705757"/>
            <a:ext cx="8130243" cy="2862322"/>
          </a:xfrm>
          <a:prstGeom prst="rect">
            <a:avLst/>
          </a:prstGeom>
        </p:spPr>
        <p:txBody>
          <a:bodyPr wrap="square">
            <a:spAutoFit/>
          </a:bodyPr>
          <a:lstStyle/>
          <a:p>
            <a:pPr fontAlgn="base"/>
            <a:r>
              <a:rPr lang="en-US" sz="2000" b="1" dirty="0">
                <a:solidFill>
                  <a:srgbClr val="C00000"/>
                </a:solidFill>
              </a:rPr>
              <a:t>What is A* Search Algorithm?</a:t>
            </a:r>
          </a:p>
          <a:p>
            <a:pPr marL="800100" lvl="1" indent="-342900" fontAlgn="base">
              <a:buFont typeface="Arial" panose="020B0604020202020204" pitchFamily="34" charset="0"/>
              <a:buChar char="•"/>
            </a:pPr>
            <a:r>
              <a:rPr lang="en-US" sz="2000" dirty="0"/>
              <a:t>A* Search algorithm is one of the best and popular technique used in path-finding and graph traversals.</a:t>
            </a:r>
          </a:p>
          <a:p>
            <a:pPr fontAlgn="base"/>
            <a:r>
              <a:rPr lang="en-US" sz="2000" b="1" dirty="0">
                <a:solidFill>
                  <a:srgbClr val="C00000"/>
                </a:solidFill>
              </a:rPr>
              <a:t>Why A* Search Algorithm? </a:t>
            </a:r>
          </a:p>
          <a:p>
            <a:pPr marL="800100" lvl="1" indent="-342900" fontAlgn="base">
              <a:buFont typeface="Arial" panose="020B0604020202020204" pitchFamily="34" charset="0"/>
              <a:buChar char="•"/>
            </a:pPr>
            <a:r>
              <a:rPr lang="en-US" sz="2000" dirty="0"/>
              <a:t>Informally speaking, A* Search algorithms, unlike other traversal techniques, it has “brains”. What it means is that it is really a smart algorithm which separates it from the other conventional algorithms.</a:t>
            </a:r>
          </a:p>
          <a:p>
            <a:pPr marL="800100" lvl="1" indent="-342900" fontAlgn="base">
              <a:buFont typeface="Arial" panose="020B0604020202020204" pitchFamily="34" charset="0"/>
              <a:buChar char="•"/>
            </a:pPr>
            <a:r>
              <a:rPr lang="en-US" sz="2000" dirty="0"/>
              <a:t>Many games and web-based maps use this algorithm to find the shortest path very efficiently (approximation).</a:t>
            </a:r>
            <a:endParaRPr lang="en-US" sz="2000" b="0" i="0" dirty="0">
              <a:effectLst/>
            </a:endParaRPr>
          </a:p>
        </p:txBody>
      </p:sp>
    </p:spTree>
    <p:extLst>
      <p:ext uri="{BB962C8B-B14F-4D97-AF65-F5344CB8AC3E}">
        <p14:creationId xmlns:p14="http://schemas.microsoft.com/office/powerpoint/2010/main" val="23485799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1FB70FE3-1C4B-4C01-B4E7-493CA096D2DE}"/>
              </a:ext>
            </a:extLst>
          </p:cNvPr>
          <p:cNvSpPr>
            <a:spLocks noGrp="1"/>
          </p:cNvSpPr>
          <p:nvPr>
            <p:ph type="dt" sz="half" idx="10"/>
          </p:nvPr>
        </p:nvSpPr>
        <p:spPr/>
        <p:txBody>
          <a:bodyPr/>
          <a:lstStyle/>
          <a:p>
            <a:r>
              <a:rPr lang="en-US" sz="800">
                <a:solidFill>
                  <a:srgbClr val="FFE1AD"/>
                </a:solidFill>
              </a:rPr>
              <a:t>2019</a:t>
            </a:r>
            <a:endParaRPr lang="en-US" sz="800" dirty="0">
              <a:solidFill>
                <a:srgbClr val="FFE1AD"/>
              </a:solidFill>
            </a:endParaRPr>
          </a:p>
        </p:txBody>
      </p:sp>
      <p:sp>
        <p:nvSpPr>
          <p:cNvPr id="5" name="Footer Placeholder 4">
            <a:extLst>
              <a:ext uri="{FF2B5EF4-FFF2-40B4-BE49-F238E27FC236}">
                <a16:creationId xmlns:a16="http://schemas.microsoft.com/office/drawing/2014/main" xmlns="" id="{4877CB11-AA22-4894-8F3B-510E3B646473}"/>
              </a:ext>
            </a:extLst>
          </p:cNvPr>
          <p:cNvSpPr>
            <a:spLocks noGrp="1"/>
          </p:cNvSpPr>
          <p:nvPr>
            <p:ph type="ftr" sz="quarter" idx="11"/>
          </p:nvPr>
        </p:nvSpPr>
        <p:spPr/>
        <p:txBody>
          <a:bodyPr/>
          <a:lstStyle/>
          <a:p>
            <a:r>
              <a:rPr lang="en-US" sz="800">
                <a:solidFill>
                  <a:srgbClr val="FFE1AD"/>
                </a:solidFill>
              </a:rPr>
              <a:t>SCSJ 3353: Artificial Intelligence</a:t>
            </a:r>
            <a:endParaRPr lang="en-US" sz="800" dirty="0">
              <a:solidFill>
                <a:srgbClr val="FFE1AD"/>
              </a:solidFill>
            </a:endParaRPr>
          </a:p>
        </p:txBody>
      </p:sp>
      <p:sp>
        <p:nvSpPr>
          <p:cNvPr id="6" name="Slide Number Placeholder 5">
            <a:extLst>
              <a:ext uri="{FF2B5EF4-FFF2-40B4-BE49-F238E27FC236}">
                <a16:creationId xmlns:a16="http://schemas.microsoft.com/office/drawing/2014/main" xmlns="" id="{236EDA3C-DAF8-4E46-A8D7-349C957CDA1C}"/>
              </a:ext>
            </a:extLst>
          </p:cNvPr>
          <p:cNvSpPr>
            <a:spLocks noGrp="1"/>
          </p:cNvSpPr>
          <p:nvPr>
            <p:ph type="sldNum" sz="quarter" idx="12"/>
          </p:nvPr>
        </p:nvSpPr>
        <p:spPr/>
        <p:txBody>
          <a:bodyPr/>
          <a:lstStyle/>
          <a:p>
            <a:fld id="{0362C787-829C-4B6B-B21B-90D8981190F3}" type="slidenum">
              <a:rPr lang="en-US" sz="900" smtClean="0">
                <a:solidFill>
                  <a:srgbClr val="FFE1AD"/>
                </a:solidFill>
              </a:rPr>
              <a:pPr/>
              <a:t>31</a:t>
            </a:fld>
            <a:endParaRPr lang="en-US" sz="900" dirty="0">
              <a:solidFill>
                <a:srgbClr val="FFE1AD"/>
              </a:solidFill>
            </a:endParaRPr>
          </a:p>
        </p:txBody>
      </p:sp>
      <p:sp>
        <p:nvSpPr>
          <p:cNvPr id="10" name="Rectangle 9"/>
          <p:cNvSpPr/>
          <p:nvPr/>
        </p:nvSpPr>
        <p:spPr>
          <a:xfrm>
            <a:off x="1066800" y="304800"/>
            <a:ext cx="8073273" cy="830997"/>
          </a:xfrm>
          <a:prstGeom prst="rect">
            <a:avLst/>
          </a:prstGeom>
        </p:spPr>
        <p:txBody>
          <a:bodyPr wrap="square">
            <a:spAutoFit/>
          </a:bodyPr>
          <a:lstStyle/>
          <a:p>
            <a:pPr algn="ctr"/>
            <a:r>
              <a:rPr lang="en-US" sz="4800" b="1" dirty="0"/>
              <a:t>A* Search</a:t>
            </a:r>
          </a:p>
        </p:txBody>
      </p:sp>
      <p:pic>
        <p:nvPicPr>
          <p:cNvPr id="6146" name="Picture 2" descr="https://media.geeksforgeeks.org/wp-content/uploads/a_-search-algorithm-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447800"/>
            <a:ext cx="5565168" cy="4953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5181600" y="1804993"/>
            <a:ext cx="3958473" cy="2062103"/>
          </a:xfrm>
          <a:prstGeom prst="rect">
            <a:avLst/>
          </a:prstGeom>
        </p:spPr>
        <p:txBody>
          <a:bodyPr wrap="square">
            <a:spAutoFit/>
          </a:bodyPr>
          <a:lstStyle/>
          <a:p>
            <a:pPr fontAlgn="base"/>
            <a:r>
              <a:rPr lang="en-US" sz="2000" b="1" dirty="0">
                <a:solidFill>
                  <a:srgbClr val="C00000"/>
                </a:solidFill>
              </a:rPr>
              <a:t>Approximation Heuristics</a:t>
            </a:r>
          </a:p>
          <a:p>
            <a:pPr fontAlgn="base"/>
            <a:r>
              <a:rPr lang="en-US" i="1" dirty="0"/>
              <a:t>There are generally three approximation heuristics to calculate h</a:t>
            </a:r>
          </a:p>
          <a:p>
            <a:pPr fontAlgn="base"/>
            <a:endParaRPr lang="en-US" dirty="0"/>
          </a:p>
          <a:p>
            <a:pPr marL="342900" indent="-342900" fontAlgn="base">
              <a:buFont typeface="+mj-lt"/>
              <a:buAutoNum type="arabicPeriod"/>
            </a:pPr>
            <a:r>
              <a:rPr lang="en-US" dirty="0"/>
              <a:t>Manhattan Distance </a:t>
            </a:r>
          </a:p>
          <a:p>
            <a:pPr marL="342900" indent="-342900" fontAlgn="base">
              <a:buFont typeface="+mj-lt"/>
              <a:buAutoNum type="arabicPeriod"/>
            </a:pPr>
            <a:r>
              <a:rPr lang="en-US" dirty="0"/>
              <a:t>Diagonal Distance</a:t>
            </a:r>
          </a:p>
          <a:p>
            <a:pPr marL="342900" indent="-342900" fontAlgn="base">
              <a:buFont typeface="+mj-lt"/>
              <a:buAutoNum type="arabicPeriod"/>
            </a:pPr>
            <a:r>
              <a:rPr lang="en-US" dirty="0"/>
              <a:t>Euclidean Distance</a:t>
            </a:r>
          </a:p>
        </p:txBody>
      </p:sp>
    </p:spTree>
    <p:extLst>
      <p:ext uri="{BB962C8B-B14F-4D97-AF65-F5344CB8AC3E}">
        <p14:creationId xmlns:p14="http://schemas.microsoft.com/office/powerpoint/2010/main" val="15581681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1FB70FE3-1C4B-4C01-B4E7-493CA096D2DE}"/>
              </a:ext>
            </a:extLst>
          </p:cNvPr>
          <p:cNvSpPr>
            <a:spLocks noGrp="1"/>
          </p:cNvSpPr>
          <p:nvPr>
            <p:ph type="dt" sz="half" idx="10"/>
          </p:nvPr>
        </p:nvSpPr>
        <p:spPr/>
        <p:txBody>
          <a:bodyPr/>
          <a:lstStyle/>
          <a:p>
            <a:r>
              <a:rPr lang="en-US" sz="800">
                <a:solidFill>
                  <a:srgbClr val="FFE1AD"/>
                </a:solidFill>
              </a:rPr>
              <a:t>2019</a:t>
            </a:r>
            <a:endParaRPr lang="en-US" sz="800" dirty="0">
              <a:solidFill>
                <a:srgbClr val="FFE1AD"/>
              </a:solidFill>
            </a:endParaRPr>
          </a:p>
        </p:txBody>
      </p:sp>
      <p:sp>
        <p:nvSpPr>
          <p:cNvPr id="5" name="Footer Placeholder 4">
            <a:extLst>
              <a:ext uri="{FF2B5EF4-FFF2-40B4-BE49-F238E27FC236}">
                <a16:creationId xmlns:a16="http://schemas.microsoft.com/office/drawing/2014/main" xmlns="" id="{4877CB11-AA22-4894-8F3B-510E3B646473}"/>
              </a:ext>
            </a:extLst>
          </p:cNvPr>
          <p:cNvSpPr>
            <a:spLocks noGrp="1"/>
          </p:cNvSpPr>
          <p:nvPr>
            <p:ph type="ftr" sz="quarter" idx="11"/>
          </p:nvPr>
        </p:nvSpPr>
        <p:spPr/>
        <p:txBody>
          <a:bodyPr/>
          <a:lstStyle/>
          <a:p>
            <a:r>
              <a:rPr lang="en-US" sz="800">
                <a:solidFill>
                  <a:srgbClr val="FFE1AD"/>
                </a:solidFill>
              </a:rPr>
              <a:t>SCSJ 3353: Artificial Intelligence</a:t>
            </a:r>
            <a:endParaRPr lang="en-US" sz="800" dirty="0">
              <a:solidFill>
                <a:srgbClr val="FFE1AD"/>
              </a:solidFill>
            </a:endParaRPr>
          </a:p>
        </p:txBody>
      </p:sp>
      <p:sp>
        <p:nvSpPr>
          <p:cNvPr id="6" name="Slide Number Placeholder 5">
            <a:extLst>
              <a:ext uri="{FF2B5EF4-FFF2-40B4-BE49-F238E27FC236}">
                <a16:creationId xmlns:a16="http://schemas.microsoft.com/office/drawing/2014/main" xmlns="" id="{236EDA3C-DAF8-4E46-A8D7-349C957CDA1C}"/>
              </a:ext>
            </a:extLst>
          </p:cNvPr>
          <p:cNvSpPr>
            <a:spLocks noGrp="1"/>
          </p:cNvSpPr>
          <p:nvPr>
            <p:ph type="sldNum" sz="quarter" idx="12"/>
          </p:nvPr>
        </p:nvSpPr>
        <p:spPr/>
        <p:txBody>
          <a:bodyPr/>
          <a:lstStyle/>
          <a:p>
            <a:fld id="{0362C787-829C-4B6B-B21B-90D8981190F3}" type="slidenum">
              <a:rPr lang="en-US" sz="900" smtClean="0">
                <a:solidFill>
                  <a:srgbClr val="FFE1AD"/>
                </a:solidFill>
              </a:rPr>
              <a:pPr/>
              <a:t>32</a:t>
            </a:fld>
            <a:endParaRPr lang="en-US" sz="900" dirty="0">
              <a:solidFill>
                <a:srgbClr val="FFE1AD"/>
              </a:solidFill>
            </a:endParaRPr>
          </a:p>
        </p:txBody>
      </p:sp>
      <p:sp>
        <p:nvSpPr>
          <p:cNvPr id="10" name="Rectangle 9"/>
          <p:cNvSpPr/>
          <p:nvPr/>
        </p:nvSpPr>
        <p:spPr>
          <a:xfrm>
            <a:off x="1066800" y="304800"/>
            <a:ext cx="8073273" cy="830997"/>
          </a:xfrm>
          <a:prstGeom prst="rect">
            <a:avLst/>
          </a:prstGeom>
        </p:spPr>
        <p:txBody>
          <a:bodyPr wrap="square">
            <a:spAutoFit/>
          </a:bodyPr>
          <a:lstStyle/>
          <a:p>
            <a:pPr algn="ctr"/>
            <a:r>
              <a:rPr lang="en-US" sz="4800" b="1" dirty="0"/>
              <a:t>A* Search</a:t>
            </a:r>
          </a:p>
        </p:txBody>
      </p:sp>
      <p:pic>
        <p:nvPicPr>
          <p:cNvPr id="3" name="Picture 2"/>
          <p:cNvPicPr>
            <a:picLocks noChangeAspect="1"/>
          </p:cNvPicPr>
          <p:nvPr/>
        </p:nvPicPr>
        <p:blipFill>
          <a:blip r:embed="rId2"/>
          <a:stretch>
            <a:fillRect/>
          </a:stretch>
        </p:blipFill>
        <p:spPr>
          <a:xfrm>
            <a:off x="1666875" y="2070323"/>
            <a:ext cx="5953125" cy="4389401"/>
          </a:xfrm>
          <a:prstGeom prst="rect">
            <a:avLst/>
          </a:prstGeom>
        </p:spPr>
      </p:pic>
      <p:sp>
        <p:nvSpPr>
          <p:cNvPr id="2" name="Rectangle 1"/>
          <p:cNvSpPr/>
          <p:nvPr/>
        </p:nvSpPr>
        <p:spPr>
          <a:xfrm>
            <a:off x="289272" y="1509501"/>
            <a:ext cx="6060185" cy="461665"/>
          </a:xfrm>
          <a:prstGeom prst="rect">
            <a:avLst/>
          </a:prstGeom>
        </p:spPr>
        <p:txBody>
          <a:bodyPr wrap="none">
            <a:spAutoFit/>
          </a:bodyPr>
          <a:lstStyle/>
          <a:p>
            <a:pPr fontAlgn="base"/>
            <a:r>
              <a:rPr lang="en-US" sz="2400" dirty="0"/>
              <a:t>What is the </a:t>
            </a:r>
            <a:r>
              <a:rPr lang="en-US" sz="2400" dirty="0">
                <a:solidFill>
                  <a:srgbClr val="C00000"/>
                </a:solidFill>
              </a:rPr>
              <a:t>shortest</a:t>
            </a:r>
            <a:r>
              <a:rPr lang="en-US" sz="2400" dirty="0"/>
              <a:t> path to travel from a to z?</a:t>
            </a:r>
          </a:p>
        </p:txBody>
      </p:sp>
    </p:spTree>
    <p:extLst>
      <p:ext uri="{BB962C8B-B14F-4D97-AF65-F5344CB8AC3E}">
        <p14:creationId xmlns:p14="http://schemas.microsoft.com/office/powerpoint/2010/main" val="9444249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2019</a:t>
            </a:r>
          </a:p>
        </p:txBody>
      </p:sp>
      <p:sp>
        <p:nvSpPr>
          <p:cNvPr id="3" name="Footer Placeholder 2"/>
          <p:cNvSpPr>
            <a:spLocks noGrp="1"/>
          </p:cNvSpPr>
          <p:nvPr>
            <p:ph type="ftr" sz="quarter" idx="11"/>
          </p:nvPr>
        </p:nvSpPr>
        <p:spPr/>
        <p:txBody>
          <a:bodyPr/>
          <a:lstStyle/>
          <a:p>
            <a:r>
              <a:rPr lang="en-US"/>
              <a:t>SCSJ 3353: Artificial Intelligence</a:t>
            </a:r>
          </a:p>
        </p:txBody>
      </p:sp>
      <p:sp>
        <p:nvSpPr>
          <p:cNvPr id="4" name="Slide Number Placeholder 3"/>
          <p:cNvSpPr>
            <a:spLocks noGrp="1"/>
          </p:cNvSpPr>
          <p:nvPr>
            <p:ph type="sldNum" sz="quarter" idx="12"/>
          </p:nvPr>
        </p:nvSpPr>
        <p:spPr/>
        <p:txBody>
          <a:bodyPr/>
          <a:lstStyle/>
          <a:p>
            <a:fld id="{0362C787-829C-4B6B-B21B-90D8981190F3}" type="slidenum">
              <a:rPr lang="en-US" smtClean="0"/>
              <a:pPr/>
              <a:t>33</a:t>
            </a:fld>
            <a:endParaRPr lang="en-US"/>
          </a:p>
        </p:txBody>
      </p:sp>
      <p:pic>
        <p:nvPicPr>
          <p:cNvPr id="6" name="Picture 2" descr="Image result for artificial intelligence icon"/>
          <p:cNvPicPr>
            <a:picLocks noChangeAspect="1" noChangeArrowheads="1"/>
          </p:cNvPicPr>
          <p:nvPr/>
        </p:nvPicPr>
        <p:blipFill rotWithShape="1">
          <a:blip r:embed="rId2" cstate="print">
            <a:duotone>
              <a:prstClr val="black"/>
              <a:schemeClr val="accent2">
                <a:tint val="45000"/>
                <a:satMod val="400000"/>
              </a:schemeClr>
            </a:duotone>
            <a:extLst>
              <a:ext uri="{BEBA8EAE-BF5A-486C-A8C5-ECC9F3942E4B}">
                <a14:imgProps xmlns:a14="http://schemas.microsoft.com/office/drawing/2010/main">
                  <a14:imgLayer r:embed="rId3">
                    <a14:imgEffect>
                      <a14:backgroundRemoval t="5429" b="69497" l="10000" r="90000">
                        <a14:foregroundMark x1="65976" y1="28727" x2="65976" y2="28727"/>
                        <a14:foregroundMark x1="58293" y1="30997" x2="58293" y2="30997"/>
                        <a14:foregroundMark x1="60732" y1="35933" x2="60732" y2="35933"/>
                        <a14:foregroundMark x1="58293" y1="41165" x2="58293" y2="41165"/>
                        <a14:foregroundMark x1="65122" y1="41757" x2="65122" y2="41757"/>
                        <a14:foregroundMark x1="69634" y1="36130" x2="69634" y2="36130"/>
                        <a14:foregroundMark x1="61220" y1="48963" x2="61220" y2="48963"/>
                        <a14:foregroundMark x1="50854" y1="66732" x2="50854" y2="66732"/>
                        <a14:foregroundMark x1="51098" y1="5429" x2="51098" y2="5429"/>
                      </a14:backgroundRemoval>
                    </a14:imgEffect>
                  </a14:imgLayer>
                </a14:imgProps>
              </a:ext>
              <a:ext uri="{28A0092B-C50C-407E-A947-70E740481C1C}">
                <a14:useLocalDpi xmlns:a14="http://schemas.microsoft.com/office/drawing/2010/main" val="0"/>
              </a:ext>
            </a:extLst>
          </a:blip>
          <a:srcRect l="14092" r="15445" b="29337"/>
          <a:stretch/>
        </p:blipFill>
        <p:spPr bwMode="auto">
          <a:xfrm>
            <a:off x="64826" y="2259238"/>
            <a:ext cx="2071412" cy="2566251"/>
          </a:xfrm>
          <a:prstGeom prst="rect">
            <a:avLst/>
          </a:prstGeom>
          <a:noFill/>
          <a:extLst>
            <a:ext uri="{909E8E84-426E-40DD-AFC4-6F175D3DCCD1}">
              <a14:hiddenFill xmlns:a14="http://schemas.microsoft.com/office/drawing/2010/main">
                <a:solidFill>
                  <a:srgbClr val="FFFFFF"/>
                </a:solidFill>
              </a14:hiddenFill>
            </a:ext>
          </a:extLst>
        </p:spPr>
      </p:pic>
      <p:sp>
        <p:nvSpPr>
          <p:cNvPr id="7" name="Title 1"/>
          <p:cNvSpPr txBox="1">
            <a:spLocks/>
          </p:cNvSpPr>
          <p:nvPr/>
        </p:nvSpPr>
        <p:spPr>
          <a:xfrm>
            <a:off x="1733612" y="2314726"/>
            <a:ext cx="7257988" cy="936625"/>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4000" b="1" dirty="0">
                <a:latin typeface="Roboto" pitchFamily="2" charset="0"/>
                <a:ea typeface="Roboto" pitchFamily="2" charset="0"/>
              </a:rPr>
              <a:t>Heuristic Evaluation Function </a:t>
            </a:r>
            <a:r>
              <a:rPr lang="en-US" sz="4000" b="1" dirty="0">
                <a:solidFill>
                  <a:srgbClr val="C00000"/>
                </a:solidFill>
                <a:latin typeface="Roboto" pitchFamily="2" charset="0"/>
                <a:ea typeface="Roboto" pitchFamily="2" charset="0"/>
              </a:rPr>
              <a:t>f(n)</a:t>
            </a:r>
          </a:p>
        </p:txBody>
      </p:sp>
    </p:spTree>
    <p:extLst>
      <p:ext uri="{BB962C8B-B14F-4D97-AF65-F5344CB8AC3E}">
        <p14:creationId xmlns:p14="http://schemas.microsoft.com/office/powerpoint/2010/main" val="9099803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1FB70FE3-1C4B-4C01-B4E7-493CA096D2DE}"/>
              </a:ext>
            </a:extLst>
          </p:cNvPr>
          <p:cNvSpPr>
            <a:spLocks noGrp="1"/>
          </p:cNvSpPr>
          <p:nvPr>
            <p:ph type="dt" sz="half" idx="10"/>
          </p:nvPr>
        </p:nvSpPr>
        <p:spPr/>
        <p:txBody>
          <a:bodyPr/>
          <a:lstStyle/>
          <a:p>
            <a:r>
              <a:rPr lang="en-US" sz="800">
                <a:solidFill>
                  <a:srgbClr val="FFE1AD"/>
                </a:solidFill>
              </a:rPr>
              <a:t>2019</a:t>
            </a:r>
            <a:endParaRPr lang="en-US" sz="800" dirty="0">
              <a:solidFill>
                <a:srgbClr val="FFE1AD"/>
              </a:solidFill>
            </a:endParaRPr>
          </a:p>
        </p:txBody>
      </p:sp>
      <p:sp>
        <p:nvSpPr>
          <p:cNvPr id="5" name="Footer Placeholder 4">
            <a:extLst>
              <a:ext uri="{FF2B5EF4-FFF2-40B4-BE49-F238E27FC236}">
                <a16:creationId xmlns:a16="http://schemas.microsoft.com/office/drawing/2014/main" xmlns="" id="{4877CB11-AA22-4894-8F3B-510E3B646473}"/>
              </a:ext>
            </a:extLst>
          </p:cNvPr>
          <p:cNvSpPr>
            <a:spLocks noGrp="1"/>
          </p:cNvSpPr>
          <p:nvPr>
            <p:ph type="ftr" sz="quarter" idx="11"/>
          </p:nvPr>
        </p:nvSpPr>
        <p:spPr/>
        <p:txBody>
          <a:bodyPr/>
          <a:lstStyle/>
          <a:p>
            <a:r>
              <a:rPr lang="en-US" sz="800">
                <a:solidFill>
                  <a:srgbClr val="FFE1AD"/>
                </a:solidFill>
              </a:rPr>
              <a:t>SCSJ 3353: Artificial Intelligence</a:t>
            </a:r>
            <a:endParaRPr lang="en-US" sz="800" dirty="0">
              <a:solidFill>
                <a:srgbClr val="FFE1AD"/>
              </a:solidFill>
            </a:endParaRPr>
          </a:p>
        </p:txBody>
      </p:sp>
      <p:sp>
        <p:nvSpPr>
          <p:cNvPr id="6" name="Slide Number Placeholder 5">
            <a:extLst>
              <a:ext uri="{FF2B5EF4-FFF2-40B4-BE49-F238E27FC236}">
                <a16:creationId xmlns:a16="http://schemas.microsoft.com/office/drawing/2014/main" xmlns="" id="{236EDA3C-DAF8-4E46-A8D7-349C957CDA1C}"/>
              </a:ext>
            </a:extLst>
          </p:cNvPr>
          <p:cNvSpPr>
            <a:spLocks noGrp="1"/>
          </p:cNvSpPr>
          <p:nvPr>
            <p:ph type="sldNum" sz="quarter" idx="12"/>
          </p:nvPr>
        </p:nvSpPr>
        <p:spPr/>
        <p:txBody>
          <a:bodyPr/>
          <a:lstStyle/>
          <a:p>
            <a:fld id="{0362C787-829C-4B6B-B21B-90D8981190F3}" type="slidenum">
              <a:rPr lang="en-US" sz="900" smtClean="0">
                <a:solidFill>
                  <a:srgbClr val="FFE1AD"/>
                </a:solidFill>
              </a:rPr>
              <a:pPr/>
              <a:t>34</a:t>
            </a:fld>
            <a:endParaRPr lang="en-US" sz="900" dirty="0">
              <a:solidFill>
                <a:srgbClr val="FFE1AD"/>
              </a:solidFill>
            </a:endParaRPr>
          </a:p>
        </p:txBody>
      </p:sp>
      <p:sp>
        <p:nvSpPr>
          <p:cNvPr id="10" name="Rectangle 9"/>
          <p:cNvSpPr/>
          <p:nvPr/>
        </p:nvSpPr>
        <p:spPr>
          <a:xfrm>
            <a:off x="1066800" y="304800"/>
            <a:ext cx="8073273" cy="830997"/>
          </a:xfrm>
          <a:prstGeom prst="rect">
            <a:avLst/>
          </a:prstGeom>
        </p:spPr>
        <p:txBody>
          <a:bodyPr wrap="square">
            <a:spAutoFit/>
          </a:bodyPr>
          <a:lstStyle/>
          <a:p>
            <a:pPr algn="ctr"/>
            <a:r>
              <a:rPr lang="en-US" sz="4400" b="1" dirty="0">
                <a:solidFill>
                  <a:srgbClr val="C00000"/>
                </a:solidFill>
              </a:rPr>
              <a:t>Heuristic Evaluation Function </a:t>
            </a:r>
            <a:r>
              <a:rPr lang="en-US" sz="4800" b="1" dirty="0"/>
              <a:t>f(n)</a:t>
            </a:r>
          </a:p>
        </p:txBody>
      </p:sp>
      <p:sp>
        <p:nvSpPr>
          <p:cNvPr id="7" name="Rectangle 6"/>
          <p:cNvSpPr/>
          <p:nvPr/>
        </p:nvSpPr>
        <p:spPr>
          <a:xfrm>
            <a:off x="279400" y="1600200"/>
            <a:ext cx="8712200" cy="4708981"/>
          </a:xfrm>
          <a:prstGeom prst="rect">
            <a:avLst/>
          </a:prstGeom>
        </p:spPr>
        <p:txBody>
          <a:bodyPr wrap="square">
            <a:spAutoFit/>
          </a:bodyPr>
          <a:lstStyle/>
          <a:p>
            <a:pPr marL="285750" indent="-285750">
              <a:buFont typeface="Arial" panose="020B0604020202020204" pitchFamily="34" charset="0"/>
              <a:buChar char="•"/>
            </a:pPr>
            <a:r>
              <a:rPr lang="en-US" sz="2000" dirty="0">
                <a:latin typeface="Arial" panose="020B0604020202020204" pitchFamily="34" charset="0"/>
              </a:rPr>
              <a:t>To evaluate performances of heuristics for solving a problem</a:t>
            </a:r>
          </a:p>
          <a:p>
            <a:pPr marL="285750" indent="-285750">
              <a:buFont typeface="Arial" panose="020B0604020202020204" pitchFamily="34" charset="0"/>
              <a:buChar char="•"/>
            </a:pPr>
            <a:endParaRPr lang="en-US" sz="2000" dirty="0">
              <a:latin typeface="Arial" panose="020B0604020202020204" pitchFamily="34" charset="0"/>
            </a:endParaRPr>
          </a:p>
          <a:p>
            <a:pPr marL="285750" indent="-285750">
              <a:buFont typeface="Arial" panose="020B0604020202020204" pitchFamily="34" charset="0"/>
              <a:buChar char="•"/>
            </a:pPr>
            <a:r>
              <a:rPr lang="en-US" sz="2000" dirty="0">
                <a:solidFill>
                  <a:srgbClr val="C00000"/>
                </a:solidFill>
                <a:latin typeface="Arial" panose="020B0604020202020204" pitchFamily="34" charset="0"/>
              </a:rPr>
              <a:t>Devise good heuristic </a:t>
            </a:r>
            <a:r>
              <a:rPr lang="en-US" sz="2000" dirty="0">
                <a:latin typeface="Arial" panose="020B0604020202020204" pitchFamily="34" charset="0"/>
              </a:rPr>
              <a:t>using limited information to make intelligent choices</a:t>
            </a:r>
          </a:p>
          <a:p>
            <a:endParaRPr lang="en-US" sz="2000" dirty="0">
              <a:latin typeface="Arial" panose="020B0604020202020204" pitchFamily="34" charset="0"/>
            </a:endParaRPr>
          </a:p>
          <a:p>
            <a:pPr marL="285750" indent="-285750">
              <a:buFont typeface="Arial" panose="020B0604020202020204" pitchFamily="34" charset="0"/>
              <a:buChar char="•"/>
            </a:pPr>
            <a:r>
              <a:rPr lang="en-US" sz="2000" dirty="0">
                <a:latin typeface="Arial" panose="020B0604020202020204" pitchFamily="34" charset="0"/>
              </a:rPr>
              <a:t>To better heuristic, f(n)=g(n)+h(n), where h(n) distance from start to n, g(n) is distance from n to goal</a:t>
            </a:r>
          </a:p>
          <a:p>
            <a:endParaRPr lang="en-US" sz="2000" dirty="0">
              <a:latin typeface="Arial" panose="020B0604020202020204" pitchFamily="34" charset="0"/>
            </a:endParaRPr>
          </a:p>
          <a:p>
            <a:pPr marL="285750" indent="-285750">
              <a:buFont typeface="Arial" panose="020B0604020202020204" pitchFamily="34" charset="0"/>
              <a:buChar char="•"/>
            </a:pPr>
            <a:r>
              <a:rPr lang="en-US" sz="2000" dirty="0" err="1">
                <a:latin typeface="Arial" panose="020B0604020202020204" pitchFamily="34" charset="0"/>
              </a:rPr>
              <a:t>Eg</a:t>
            </a:r>
            <a:r>
              <a:rPr lang="en-US" sz="2000" dirty="0">
                <a:latin typeface="Arial" panose="020B0604020202020204" pitchFamily="34" charset="0"/>
              </a:rPr>
              <a:t>. 8 puzzle, heuristics h(n) could be:</a:t>
            </a:r>
          </a:p>
          <a:p>
            <a:pPr marL="742950" lvl="1" indent="-285750">
              <a:buFont typeface="Arial" panose="020B0604020202020204" pitchFamily="34" charset="0"/>
              <a:buChar char="•"/>
            </a:pPr>
            <a:r>
              <a:rPr lang="en-US" sz="2000" dirty="0">
                <a:latin typeface="Arial" panose="020B0604020202020204" pitchFamily="34" charset="0"/>
              </a:rPr>
              <a:t>No. of tiles in wrong position</a:t>
            </a:r>
          </a:p>
          <a:p>
            <a:pPr marL="742950" lvl="1" indent="-285750">
              <a:buFont typeface="Arial" panose="020B0604020202020204" pitchFamily="34" charset="0"/>
              <a:buChar char="•"/>
            </a:pPr>
            <a:r>
              <a:rPr lang="en-US" sz="2000" dirty="0">
                <a:latin typeface="Arial" panose="020B0604020202020204" pitchFamily="34" charset="0"/>
              </a:rPr>
              <a:t>No. of tiles in correct position</a:t>
            </a:r>
          </a:p>
          <a:p>
            <a:pPr marL="742950" lvl="1" indent="-285750">
              <a:buFont typeface="Arial" panose="020B0604020202020204" pitchFamily="34" charset="0"/>
              <a:buChar char="•"/>
            </a:pPr>
            <a:r>
              <a:rPr lang="en-US" sz="2000" dirty="0">
                <a:latin typeface="Arial" panose="020B0604020202020204" pitchFamily="34" charset="0"/>
              </a:rPr>
              <a:t>Number of direct reversal (2X)</a:t>
            </a:r>
          </a:p>
          <a:p>
            <a:pPr marL="742950" lvl="1" indent="-285750">
              <a:buFont typeface="Arial" panose="020B0604020202020204" pitchFamily="34" charset="0"/>
              <a:buChar char="•"/>
            </a:pPr>
            <a:r>
              <a:rPr lang="en-US" sz="2000" dirty="0">
                <a:latin typeface="Arial" panose="020B0604020202020204" pitchFamily="34" charset="0"/>
              </a:rPr>
              <a:t>Sum of distances out of place</a:t>
            </a:r>
          </a:p>
          <a:p>
            <a:pPr lvl="1"/>
            <a:endParaRPr lang="en-US" sz="2000" dirty="0">
              <a:latin typeface="Arial" panose="020B0604020202020204" pitchFamily="34" charset="0"/>
            </a:endParaRPr>
          </a:p>
          <a:p>
            <a:pPr marL="285750" indent="-285750">
              <a:buFont typeface="Arial" panose="020B0604020202020204" pitchFamily="34" charset="0"/>
              <a:buChar char="•"/>
            </a:pPr>
            <a:r>
              <a:rPr lang="en-US" sz="2000" dirty="0">
                <a:latin typeface="Arial" panose="020B0604020202020204" pitchFamily="34" charset="0"/>
              </a:rPr>
              <a:t>And g(n) is the depth measure</a:t>
            </a:r>
            <a:endParaRPr lang="en-GB" sz="2000" dirty="0"/>
          </a:p>
        </p:txBody>
      </p:sp>
    </p:spTree>
    <p:extLst>
      <p:ext uri="{BB962C8B-B14F-4D97-AF65-F5344CB8AC3E}">
        <p14:creationId xmlns:p14="http://schemas.microsoft.com/office/powerpoint/2010/main" val="1038611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1FB70FE3-1C4B-4C01-B4E7-493CA096D2DE}"/>
              </a:ext>
            </a:extLst>
          </p:cNvPr>
          <p:cNvSpPr>
            <a:spLocks noGrp="1"/>
          </p:cNvSpPr>
          <p:nvPr>
            <p:ph type="dt" sz="half" idx="10"/>
          </p:nvPr>
        </p:nvSpPr>
        <p:spPr/>
        <p:txBody>
          <a:bodyPr/>
          <a:lstStyle/>
          <a:p>
            <a:r>
              <a:rPr lang="en-US" sz="800">
                <a:solidFill>
                  <a:srgbClr val="FFE1AD"/>
                </a:solidFill>
              </a:rPr>
              <a:t>2019</a:t>
            </a:r>
            <a:endParaRPr lang="en-US" sz="800" dirty="0">
              <a:solidFill>
                <a:srgbClr val="FFE1AD"/>
              </a:solidFill>
            </a:endParaRPr>
          </a:p>
        </p:txBody>
      </p:sp>
      <p:sp>
        <p:nvSpPr>
          <p:cNvPr id="5" name="Footer Placeholder 4">
            <a:extLst>
              <a:ext uri="{FF2B5EF4-FFF2-40B4-BE49-F238E27FC236}">
                <a16:creationId xmlns:a16="http://schemas.microsoft.com/office/drawing/2014/main" xmlns="" id="{4877CB11-AA22-4894-8F3B-510E3B646473}"/>
              </a:ext>
            </a:extLst>
          </p:cNvPr>
          <p:cNvSpPr>
            <a:spLocks noGrp="1"/>
          </p:cNvSpPr>
          <p:nvPr>
            <p:ph type="ftr" sz="quarter" idx="11"/>
          </p:nvPr>
        </p:nvSpPr>
        <p:spPr/>
        <p:txBody>
          <a:bodyPr/>
          <a:lstStyle/>
          <a:p>
            <a:r>
              <a:rPr lang="en-US" sz="800">
                <a:solidFill>
                  <a:srgbClr val="FFE1AD"/>
                </a:solidFill>
              </a:rPr>
              <a:t>SCSJ 3353: Artificial Intelligence</a:t>
            </a:r>
            <a:endParaRPr lang="en-US" sz="800" dirty="0">
              <a:solidFill>
                <a:srgbClr val="FFE1AD"/>
              </a:solidFill>
            </a:endParaRPr>
          </a:p>
        </p:txBody>
      </p:sp>
      <p:sp>
        <p:nvSpPr>
          <p:cNvPr id="6" name="Slide Number Placeholder 5">
            <a:extLst>
              <a:ext uri="{FF2B5EF4-FFF2-40B4-BE49-F238E27FC236}">
                <a16:creationId xmlns:a16="http://schemas.microsoft.com/office/drawing/2014/main" xmlns="" id="{236EDA3C-DAF8-4E46-A8D7-349C957CDA1C}"/>
              </a:ext>
            </a:extLst>
          </p:cNvPr>
          <p:cNvSpPr>
            <a:spLocks noGrp="1"/>
          </p:cNvSpPr>
          <p:nvPr>
            <p:ph type="sldNum" sz="quarter" idx="12"/>
          </p:nvPr>
        </p:nvSpPr>
        <p:spPr/>
        <p:txBody>
          <a:bodyPr/>
          <a:lstStyle/>
          <a:p>
            <a:fld id="{0362C787-829C-4B6B-B21B-90D8981190F3}" type="slidenum">
              <a:rPr lang="en-US" sz="900" smtClean="0">
                <a:solidFill>
                  <a:srgbClr val="FFE1AD"/>
                </a:solidFill>
              </a:rPr>
              <a:pPr/>
              <a:t>35</a:t>
            </a:fld>
            <a:endParaRPr lang="en-US" sz="900" dirty="0">
              <a:solidFill>
                <a:srgbClr val="FFE1AD"/>
              </a:solidFill>
            </a:endParaRPr>
          </a:p>
        </p:txBody>
      </p:sp>
      <p:sp>
        <p:nvSpPr>
          <p:cNvPr id="10" name="Rectangle 9"/>
          <p:cNvSpPr/>
          <p:nvPr/>
        </p:nvSpPr>
        <p:spPr>
          <a:xfrm>
            <a:off x="1066800" y="304800"/>
            <a:ext cx="8073273" cy="830997"/>
          </a:xfrm>
          <a:prstGeom prst="rect">
            <a:avLst/>
          </a:prstGeom>
        </p:spPr>
        <p:txBody>
          <a:bodyPr wrap="square">
            <a:spAutoFit/>
          </a:bodyPr>
          <a:lstStyle/>
          <a:p>
            <a:pPr algn="ctr"/>
            <a:r>
              <a:rPr lang="en-US" sz="4400" b="1" dirty="0">
                <a:solidFill>
                  <a:srgbClr val="C00000"/>
                </a:solidFill>
              </a:rPr>
              <a:t>Heuristic Evaluation Function </a:t>
            </a:r>
            <a:r>
              <a:rPr lang="en-US" sz="4800" b="1" dirty="0"/>
              <a:t>f(n)</a:t>
            </a:r>
          </a:p>
        </p:txBody>
      </p:sp>
      <p:pic>
        <p:nvPicPr>
          <p:cNvPr id="2" name="Picture 1"/>
          <p:cNvPicPr>
            <a:picLocks noChangeAspect="1"/>
          </p:cNvPicPr>
          <p:nvPr/>
        </p:nvPicPr>
        <p:blipFill>
          <a:blip r:embed="rId2">
            <a:clrChange>
              <a:clrFrom>
                <a:srgbClr val="FFFFFF"/>
              </a:clrFrom>
              <a:clrTo>
                <a:srgbClr val="FFFFFF">
                  <a:alpha val="0"/>
                </a:srgbClr>
              </a:clrTo>
            </a:clrChange>
          </a:blip>
          <a:stretch>
            <a:fillRect/>
          </a:stretch>
        </p:blipFill>
        <p:spPr>
          <a:xfrm>
            <a:off x="1219200" y="1670538"/>
            <a:ext cx="4362379" cy="4883711"/>
          </a:xfrm>
          <a:prstGeom prst="rect">
            <a:avLst/>
          </a:prstGeom>
        </p:spPr>
      </p:pic>
      <p:sp>
        <p:nvSpPr>
          <p:cNvPr id="3" name="Rectangle 2"/>
          <p:cNvSpPr/>
          <p:nvPr/>
        </p:nvSpPr>
        <p:spPr>
          <a:xfrm>
            <a:off x="183776" y="1456351"/>
            <a:ext cx="8350623" cy="338554"/>
          </a:xfrm>
          <a:prstGeom prst="rect">
            <a:avLst/>
          </a:prstGeom>
        </p:spPr>
        <p:txBody>
          <a:bodyPr wrap="square">
            <a:spAutoFit/>
          </a:bodyPr>
          <a:lstStyle/>
          <a:p>
            <a:r>
              <a:rPr lang="en-US" sz="1600" dirty="0">
                <a:solidFill>
                  <a:srgbClr val="C00000"/>
                </a:solidFill>
                <a:latin typeface="Arial" panose="020B0604020202020204" pitchFamily="34" charset="0"/>
              </a:rPr>
              <a:t>The start state, first set of moves, and goal state for an 8-puzzle instance.</a:t>
            </a:r>
            <a:endParaRPr lang="en-GB" sz="1600" dirty="0">
              <a:solidFill>
                <a:srgbClr val="C00000"/>
              </a:solidFill>
            </a:endParaRPr>
          </a:p>
        </p:txBody>
      </p:sp>
      <p:sp>
        <p:nvSpPr>
          <p:cNvPr id="8" name="Rectangle 7"/>
          <p:cNvSpPr/>
          <p:nvPr/>
        </p:nvSpPr>
        <p:spPr>
          <a:xfrm>
            <a:off x="2040813" y="2149393"/>
            <a:ext cx="857927" cy="369332"/>
          </a:xfrm>
          <a:prstGeom prst="rect">
            <a:avLst/>
          </a:prstGeom>
        </p:spPr>
        <p:txBody>
          <a:bodyPr wrap="none">
            <a:spAutoFit/>
          </a:bodyPr>
          <a:lstStyle/>
          <a:p>
            <a:r>
              <a:rPr lang="en-GB" dirty="0">
                <a:solidFill>
                  <a:srgbClr val="3898B2"/>
                </a:solidFill>
                <a:latin typeface="Arial" panose="020B0604020202020204" pitchFamily="34" charset="0"/>
              </a:rPr>
              <a:t>g(n)=0</a:t>
            </a:r>
            <a:endParaRPr lang="en-GB" dirty="0">
              <a:solidFill>
                <a:srgbClr val="3898B2"/>
              </a:solidFill>
            </a:endParaRPr>
          </a:p>
        </p:txBody>
      </p:sp>
      <p:sp>
        <p:nvSpPr>
          <p:cNvPr id="9" name="Rectangle 8"/>
          <p:cNvSpPr/>
          <p:nvPr/>
        </p:nvSpPr>
        <p:spPr>
          <a:xfrm>
            <a:off x="272525" y="3927727"/>
            <a:ext cx="857927" cy="369332"/>
          </a:xfrm>
          <a:prstGeom prst="rect">
            <a:avLst/>
          </a:prstGeom>
        </p:spPr>
        <p:txBody>
          <a:bodyPr wrap="none">
            <a:spAutoFit/>
          </a:bodyPr>
          <a:lstStyle/>
          <a:p>
            <a:r>
              <a:rPr lang="en-GB" dirty="0">
                <a:solidFill>
                  <a:srgbClr val="3898B2"/>
                </a:solidFill>
                <a:latin typeface="Arial" panose="020B0604020202020204" pitchFamily="34" charset="0"/>
              </a:rPr>
              <a:t>g(n)=1</a:t>
            </a:r>
            <a:endParaRPr lang="en-GB" dirty="0">
              <a:solidFill>
                <a:srgbClr val="3898B2"/>
              </a:solidFill>
            </a:endParaRPr>
          </a:p>
        </p:txBody>
      </p:sp>
      <p:sp>
        <p:nvSpPr>
          <p:cNvPr id="11" name="Rectangle 10"/>
          <p:cNvSpPr/>
          <p:nvPr/>
        </p:nvSpPr>
        <p:spPr>
          <a:xfrm>
            <a:off x="5136931" y="1886105"/>
            <a:ext cx="3733800" cy="923330"/>
          </a:xfrm>
          <a:prstGeom prst="rect">
            <a:avLst/>
          </a:prstGeom>
        </p:spPr>
        <p:txBody>
          <a:bodyPr wrap="square">
            <a:spAutoFit/>
          </a:bodyPr>
          <a:lstStyle/>
          <a:p>
            <a:r>
              <a:rPr lang="en-GB" dirty="0">
                <a:solidFill>
                  <a:srgbClr val="3898B2"/>
                </a:solidFill>
                <a:latin typeface="Arial" panose="020B0604020202020204" pitchFamily="34" charset="0"/>
              </a:rPr>
              <a:t>f(n) = g(n) + h(n)</a:t>
            </a:r>
          </a:p>
          <a:p>
            <a:r>
              <a:rPr lang="en-US" dirty="0">
                <a:solidFill>
                  <a:srgbClr val="3898B2"/>
                </a:solidFill>
                <a:latin typeface="Arial" panose="020B0604020202020204" pitchFamily="34" charset="0"/>
              </a:rPr>
              <a:t>g(n) = actual dist. From n to start</a:t>
            </a:r>
          </a:p>
          <a:p>
            <a:r>
              <a:rPr lang="en-US" dirty="0">
                <a:solidFill>
                  <a:srgbClr val="3898B2"/>
                </a:solidFill>
                <a:latin typeface="Arial" panose="020B0604020202020204" pitchFamily="34" charset="0"/>
              </a:rPr>
              <a:t>h(n) = no. of tiles in wrong position</a:t>
            </a:r>
            <a:endParaRPr lang="en-GB" dirty="0">
              <a:solidFill>
                <a:srgbClr val="3898B2"/>
              </a:solidFill>
            </a:endParaRPr>
          </a:p>
        </p:txBody>
      </p:sp>
    </p:spTree>
    <p:extLst>
      <p:ext uri="{BB962C8B-B14F-4D97-AF65-F5344CB8AC3E}">
        <p14:creationId xmlns:p14="http://schemas.microsoft.com/office/powerpoint/2010/main" val="17902049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1FB70FE3-1C4B-4C01-B4E7-493CA096D2DE}"/>
              </a:ext>
            </a:extLst>
          </p:cNvPr>
          <p:cNvSpPr>
            <a:spLocks noGrp="1"/>
          </p:cNvSpPr>
          <p:nvPr>
            <p:ph type="dt" sz="half" idx="10"/>
          </p:nvPr>
        </p:nvSpPr>
        <p:spPr/>
        <p:txBody>
          <a:bodyPr/>
          <a:lstStyle/>
          <a:p>
            <a:r>
              <a:rPr lang="en-US" sz="800">
                <a:solidFill>
                  <a:srgbClr val="FFE1AD"/>
                </a:solidFill>
              </a:rPr>
              <a:t>2019</a:t>
            </a:r>
            <a:endParaRPr lang="en-US" sz="800" dirty="0">
              <a:solidFill>
                <a:srgbClr val="FFE1AD"/>
              </a:solidFill>
            </a:endParaRPr>
          </a:p>
        </p:txBody>
      </p:sp>
      <p:sp>
        <p:nvSpPr>
          <p:cNvPr id="5" name="Footer Placeholder 4">
            <a:extLst>
              <a:ext uri="{FF2B5EF4-FFF2-40B4-BE49-F238E27FC236}">
                <a16:creationId xmlns:a16="http://schemas.microsoft.com/office/drawing/2014/main" xmlns="" id="{4877CB11-AA22-4894-8F3B-510E3B646473}"/>
              </a:ext>
            </a:extLst>
          </p:cNvPr>
          <p:cNvSpPr>
            <a:spLocks noGrp="1"/>
          </p:cNvSpPr>
          <p:nvPr>
            <p:ph type="ftr" sz="quarter" idx="11"/>
          </p:nvPr>
        </p:nvSpPr>
        <p:spPr/>
        <p:txBody>
          <a:bodyPr/>
          <a:lstStyle/>
          <a:p>
            <a:r>
              <a:rPr lang="en-US" sz="800">
                <a:solidFill>
                  <a:srgbClr val="FFE1AD"/>
                </a:solidFill>
              </a:rPr>
              <a:t>SCSJ 3353: Artificial Intelligence</a:t>
            </a:r>
            <a:endParaRPr lang="en-US" sz="800" dirty="0">
              <a:solidFill>
                <a:srgbClr val="FFE1AD"/>
              </a:solidFill>
            </a:endParaRPr>
          </a:p>
        </p:txBody>
      </p:sp>
      <p:sp>
        <p:nvSpPr>
          <p:cNvPr id="6" name="Slide Number Placeholder 5">
            <a:extLst>
              <a:ext uri="{FF2B5EF4-FFF2-40B4-BE49-F238E27FC236}">
                <a16:creationId xmlns:a16="http://schemas.microsoft.com/office/drawing/2014/main" xmlns="" id="{236EDA3C-DAF8-4E46-A8D7-349C957CDA1C}"/>
              </a:ext>
            </a:extLst>
          </p:cNvPr>
          <p:cNvSpPr>
            <a:spLocks noGrp="1"/>
          </p:cNvSpPr>
          <p:nvPr>
            <p:ph type="sldNum" sz="quarter" idx="12"/>
          </p:nvPr>
        </p:nvSpPr>
        <p:spPr/>
        <p:txBody>
          <a:bodyPr/>
          <a:lstStyle/>
          <a:p>
            <a:fld id="{0362C787-829C-4B6B-B21B-90D8981190F3}" type="slidenum">
              <a:rPr lang="en-US" sz="900" smtClean="0">
                <a:solidFill>
                  <a:srgbClr val="FFE1AD"/>
                </a:solidFill>
              </a:rPr>
              <a:pPr/>
              <a:t>36</a:t>
            </a:fld>
            <a:endParaRPr lang="en-US" sz="900" dirty="0">
              <a:solidFill>
                <a:srgbClr val="FFE1AD"/>
              </a:solidFill>
            </a:endParaRPr>
          </a:p>
        </p:txBody>
      </p:sp>
      <p:sp>
        <p:nvSpPr>
          <p:cNvPr id="10" name="Rectangle 9"/>
          <p:cNvSpPr/>
          <p:nvPr/>
        </p:nvSpPr>
        <p:spPr>
          <a:xfrm>
            <a:off x="1066800" y="304800"/>
            <a:ext cx="8073273" cy="584775"/>
          </a:xfrm>
          <a:prstGeom prst="rect">
            <a:avLst/>
          </a:prstGeom>
        </p:spPr>
        <p:txBody>
          <a:bodyPr wrap="square">
            <a:spAutoFit/>
          </a:bodyPr>
          <a:lstStyle/>
          <a:p>
            <a:pPr algn="ctr"/>
            <a:r>
              <a:rPr lang="en-US" sz="3200" b="1" dirty="0">
                <a:solidFill>
                  <a:srgbClr val="C00000"/>
                </a:solidFill>
              </a:rPr>
              <a:t>Activity: Heuristic Evaluation Function </a:t>
            </a:r>
            <a:r>
              <a:rPr lang="en-US" sz="3200" b="1" dirty="0"/>
              <a:t>f(n)</a:t>
            </a:r>
          </a:p>
        </p:txBody>
      </p:sp>
      <p:sp>
        <p:nvSpPr>
          <p:cNvPr id="3" name="Rectangle 2"/>
          <p:cNvSpPr/>
          <p:nvPr/>
        </p:nvSpPr>
        <p:spPr>
          <a:xfrm>
            <a:off x="183776" y="1456351"/>
            <a:ext cx="8807824" cy="830997"/>
          </a:xfrm>
          <a:prstGeom prst="rect">
            <a:avLst/>
          </a:prstGeom>
        </p:spPr>
        <p:txBody>
          <a:bodyPr wrap="square">
            <a:spAutoFit/>
          </a:bodyPr>
          <a:lstStyle/>
          <a:p>
            <a:r>
              <a:rPr lang="en-US" sz="1600" dirty="0">
                <a:latin typeface="Arial" panose="020B0604020202020204" pitchFamily="34" charset="0"/>
              </a:rPr>
              <a:t>Three heuristics applied to states in the 8 puzzle</a:t>
            </a:r>
          </a:p>
          <a:p>
            <a:pPr marL="285750" indent="-285750">
              <a:buFont typeface="Arial" panose="020B0604020202020204" pitchFamily="34" charset="0"/>
              <a:buChar char="•"/>
            </a:pPr>
            <a:r>
              <a:rPr lang="en-US" sz="1600" dirty="0">
                <a:solidFill>
                  <a:srgbClr val="C00000"/>
                </a:solidFill>
                <a:latin typeface="Arial" panose="020B0604020202020204" pitchFamily="34" charset="0"/>
              </a:rPr>
              <a:t>Devising good heuristics is sometimes difficult; OUR GOAL is to use the limited information available to make INTELLIGENT CHOICE</a:t>
            </a:r>
            <a:endParaRPr lang="en-GB" sz="1600" dirty="0">
              <a:solidFill>
                <a:srgbClr val="C00000"/>
              </a:solidFill>
            </a:endParaRPr>
          </a:p>
        </p:txBody>
      </p:sp>
      <p:pic>
        <p:nvPicPr>
          <p:cNvPr id="7" name="Picture 6"/>
          <p:cNvPicPr>
            <a:picLocks noChangeAspect="1"/>
          </p:cNvPicPr>
          <p:nvPr/>
        </p:nvPicPr>
        <p:blipFill>
          <a:blip r:embed="rId2"/>
          <a:stretch>
            <a:fillRect/>
          </a:stretch>
        </p:blipFill>
        <p:spPr>
          <a:xfrm>
            <a:off x="1051560" y="2257834"/>
            <a:ext cx="6400800" cy="4142966"/>
          </a:xfrm>
          <a:prstGeom prst="rect">
            <a:avLst/>
          </a:prstGeom>
        </p:spPr>
      </p:pic>
      <p:sp>
        <p:nvSpPr>
          <p:cNvPr id="8" name="Rectangle 7">
            <a:extLst>
              <a:ext uri="{FF2B5EF4-FFF2-40B4-BE49-F238E27FC236}">
                <a16:creationId xmlns:a16="http://schemas.microsoft.com/office/drawing/2014/main" xmlns="" id="{2246BC81-9E2D-43A0-8349-249E8083FD7A}"/>
              </a:ext>
            </a:extLst>
          </p:cNvPr>
          <p:cNvSpPr/>
          <p:nvPr/>
        </p:nvSpPr>
        <p:spPr>
          <a:xfrm>
            <a:off x="6061262" y="2180855"/>
            <a:ext cx="3117476" cy="954107"/>
          </a:xfrm>
          <a:prstGeom prst="rect">
            <a:avLst/>
          </a:prstGeom>
        </p:spPr>
        <p:txBody>
          <a:bodyPr wrap="square">
            <a:spAutoFit/>
          </a:bodyPr>
          <a:lstStyle/>
          <a:p>
            <a:r>
              <a:rPr lang="en-GB" sz="1400" dirty="0">
                <a:solidFill>
                  <a:srgbClr val="3898B2"/>
                </a:solidFill>
                <a:latin typeface="Arial" panose="020B0604020202020204" pitchFamily="34" charset="0"/>
              </a:rPr>
              <a:t>Use formula as follows:</a:t>
            </a:r>
          </a:p>
          <a:p>
            <a:r>
              <a:rPr lang="en-GB" sz="1400" dirty="0">
                <a:solidFill>
                  <a:srgbClr val="3898B2"/>
                </a:solidFill>
                <a:latin typeface="Arial" panose="020B0604020202020204" pitchFamily="34" charset="0"/>
              </a:rPr>
              <a:t>f(n) = g(n) + h(n)</a:t>
            </a:r>
          </a:p>
          <a:p>
            <a:r>
              <a:rPr lang="en-US" sz="1400" dirty="0">
                <a:solidFill>
                  <a:srgbClr val="3898B2"/>
                </a:solidFill>
                <a:latin typeface="Arial" panose="020B0604020202020204" pitchFamily="34" charset="0"/>
              </a:rPr>
              <a:t>g(n) = actual dist. From n to start</a:t>
            </a:r>
          </a:p>
          <a:p>
            <a:r>
              <a:rPr lang="en-US" sz="1400" dirty="0">
                <a:solidFill>
                  <a:srgbClr val="3898B2"/>
                </a:solidFill>
                <a:latin typeface="Arial" panose="020B0604020202020204" pitchFamily="34" charset="0"/>
              </a:rPr>
              <a:t>h(n) = no. of tiles in wrong position</a:t>
            </a:r>
            <a:endParaRPr lang="en-GB" sz="1400" dirty="0">
              <a:solidFill>
                <a:srgbClr val="3898B2"/>
              </a:solidFill>
            </a:endParaRPr>
          </a:p>
        </p:txBody>
      </p:sp>
      <p:sp>
        <p:nvSpPr>
          <p:cNvPr id="2" name="Rectangle 1">
            <a:extLst>
              <a:ext uri="{FF2B5EF4-FFF2-40B4-BE49-F238E27FC236}">
                <a16:creationId xmlns:a16="http://schemas.microsoft.com/office/drawing/2014/main" xmlns="" id="{357E591C-EAC0-4378-89AA-F19FF9E8AFC5}"/>
              </a:ext>
            </a:extLst>
          </p:cNvPr>
          <p:cNvSpPr/>
          <p:nvPr/>
        </p:nvSpPr>
        <p:spPr>
          <a:xfrm>
            <a:off x="232917" y="2720225"/>
            <a:ext cx="833883" cy="307777"/>
          </a:xfrm>
          <a:prstGeom prst="rect">
            <a:avLst/>
          </a:prstGeom>
          <a:solidFill>
            <a:srgbClr val="FFFF00"/>
          </a:solidFill>
        </p:spPr>
        <p:txBody>
          <a:bodyPr wrap="square">
            <a:spAutoFit/>
          </a:bodyPr>
          <a:lstStyle/>
          <a:p>
            <a:r>
              <a:rPr lang="en-GB" sz="1400" b="1" dirty="0">
                <a:solidFill>
                  <a:srgbClr val="3898B2"/>
                </a:solidFill>
                <a:latin typeface="Arial" panose="020B0604020202020204" pitchFamily="34" charset="0"/>
              </a:rPr>
              <a:t>g(n) = ?</a:t>
            </a:r>
            <a:endParaRPr lang="en-MY" sz="1400" b="1" dirty="0"/>
          </a:p>
        </p:txBody>
      </p:sp>
      <p:sp>
        <p:nvSpPr>
          <p:cNvPr id="11" name="Rectangle 10">
            <a:extLst>
              <a:ext uri="{FF2B5EF4-FFF2-40B4-BE49-F238E27FC236}">
                <a16:creationId xmlns:a16="http://schemas.microsoft.com/office/drawing/2014/main" xmlns="" id="{269DCEAB-9508-4239-9E93-F071629C1375}"/>
              </a:ext>
            </a:extLst>
          </p:cNvPr>
          <p:cNvSpPr/>
          <p:nvPr/>
        </p:nvSpPr>
        <p:spPr>
          <a:xfrm>
            <a:off x="225297" y="3859312"/>
            <a:ext cx="833883" cy="307777"/>
          </a:xfrm>
          <a:prstGeom prst="rect">
            <a:avLst/>
          </a:prstGeom>
          <a:solidFill>
            <a:srgbClr val="FFFF00"/>
          </a:solidFill>
        </p:spPr>
        <p:txBody>
          <a:bodyPr wrap="square">
            <a:spAutoFit/>
          </a:bodyPr>
          <a:lstStyle/>
          <a:p>
            <a:r>
              <a:rPr lang="en-GB" sz="1400" b="1" dirty="0">
                <a:solidFill>
                  <a:srgbClr val="3898B2"/>
                </a:solidFill>
                <a:latin typeface="Arial" panose="020B0604020202020204" pitchFamily="34" charset="0"/>
              </a:rPr>
              <a:t>g(n) = ?</a:t>
            </a:r>
            <a:endParaRPr lang="en-MY" sz="1400" b="1" dirty="0"/>
          </a:p>
        </p:txBody>
      </p:sp>
      <p:sp>
        <p:nvSpPr>
          <p:cNvPr id="12" name="Rectangle 11">
            <a:extLst>
              <a:ext uri="{FF2B5EF4-FFF2-40B4-BE49-F238E27FC236}">
                <a16:creationId xmlns:a16="http://schemas.microsoft.com/office/drawing/2014/main" xmlns="" id="{3CA5EB34-92B8-484E-81FC-894913C18CE2}"/>
              </a:ext>
            </a:extLst>
          </p:cNvPr>
          <p:cNvSpPr/>
          <p:nvPr/>
        </p:nvSpPr>
        <p:spPr>
          <a:xfrm>
            <a:off x="245235" y="4844177"/>
            <a:ext cx="833883" cy="307777"/>
          </a:xfrm>
          <a:prstGeom prst="rect">
            <a:avLst/>
          </a:prstGeom>
          <a:solidFill>
            <a:srgbClr val="FFFF00"/>
          </a:solidFill>
        </p:spPr>
        <p:txBody>
          <a:bodyPr wrap="square">
            <a:spAutoFit/>
          </a:bodyPr>
          <a:lstStyle/>
          <a:p>
            <a:r>
              <a:rPr lang="en-GB" sz="1400" b="1" dirty="0">
                <a:solidFill>
                  <a:srgbClr val="3898B2"/>
                </a:solidFill>
                <a:latin typeface="Arial" panose="020B0604020202020204" pitchFamily="34" charset="0"/>
              </a:rPr>
              <a:t>g(n) = ?</a:t>
            </a:r>
            <a:endParaRPr lang="en-MY" sz="1400" b="1" dirty="0"/>
          </a:p>
        </p:txBody>
      </p:sp>
      <p:sp>
        <p:nvSpPr>
          <p:cNvPr id="13" name="Rectangle 12">
            <a:extLst>
              <a:ext uri="{FF2B5EF4-FFF2-40B4-BE49-F238E27FC236}">
                <a16:creationId xmlns:a16="http://schemas.microsoft.com/office/drawing/2014/main" xmlns="" id="{1D7187F1-7D59-40BD-A466-99F158289B60}"/>
              </a:ext>
            </a:extLst>
          </p:cNvPr>
          <p:cNvSpPr/>
          <p:nvPr/>
        </p:nvSpPr>
        <p:spPr>
          <a:xfrm>
            <a:off x="2469777" y="6266054"/>
            <a:ext cx="590043" cy="307777"/>
          </a:xfrm>
          <a:prstGeom prst="rect">
            <a:avLst/>
          </a:prstGeom>
          <a:solidFill>
            <a:srgbClr val="FFFF00"/>
          </a:solidFill>
        </p:spPr>
        <p:txBody>
          <a:bodyPr wrap="square">
            <a:spAutoFit/>
          </a:bodyPr>
          <a:lstStyle/>
          <a:p>
            <a:pPr algn="ctr"/>
            <a:r>
              <a:rPr lang="en-GB" sz="1400" b="1" dirty="0">
                <a:solidFill>
                  <a:srgbClr val="3898B2"/>
                </a:solidFill>
                <a:latin typeface="Arial" panose="020B0604020202020204" pitchFamily="34" charset="0"/>
              </a:rPr>
              <a:t>h(n)</a:t>
            </a:r>
            <a:endParaRPr lang="en-MY" sz="1400" b="1" dirty="0"/>
          </a:p>
        </p:txBody>
      </p:sp>
      <p:sp>
        <p:nvSpPr>
          <p:cNvPr id="14" name="Rectangle 13">
            <a:extLst>
              <a:ext uri="{FF2B5EF4-FFF2-40B4-BE49-F238E27FC236}">
                <a16:creationId xmlns:a16="http://schemas.microsoft.com/office/drawing/2014/main" xmlns="" id="{FE7BAC24-7582-43CE-A9EE-FA6973483BCE}"/>
              </a:ext>
            </a:extLst>
          </p:cNvPr>
          <p:cNvSpPr/>
          <p:nvPr/>
        </p:nvSpPr>
        <p:spPr>
          <a:xfrm>
            <a:off x="3717797" y="6272172"/>
            <a:ext cx="590043" cy="307777"/>
          </a:xfrm>
          <a:prstGeom prst="rect">
            <a:avLst/>
          </a:prstGeom>
          <a:solidFill>
            <a:srgbClr val="FFFF00"/>
          </a:solidFill>
        </p:spPr>
        <p:txBody>
          <a:bodyPr wrap="square">
            <a:spAutoFit/>
          </a:bodyPr>
          <a:lstStyle/>
          <a:p>
            <a:pPr algn="ctr"/>
            <a:r>
              <a:rPr lang="en-GB" sz="1400" b="1" dirty="0">
                <a:solidFill>
                  <a:srgbClr val="3898B2"/>
                </a:solidFill>
                <a:latin typeface="Arial" panose="020B0604020202020204" pitchFamily="34" charset="0"/>
              </a:rPr>
              <a:t>f(n)</a:t>
            </a:r>
            <a:endParaRPr lang="en-MY" sz="1400" b="1" dirty="0"/>
          </a:p>
        </p:txBody>
      </p:sp>
      <p:sp>
        <p:nvSpPr>
          <p:cNvPr id="9" name="TextBox 8">
            <a:extLst>
              <a:ext uri="{FF2B5EF4-FFF2-40B4-BE49-F238E27FC236}">
                <a16:creationId xmlns:a16="http://schemas.microsoft.com/office/drawing/2014/main" xmlns="" id="{348C3D07-2431-4D39-8962-F4D5717CFA14}"/>
              </a:ext>
            </a:extLst>
          </p:cNvPr>
          <p:cNvSpPr txBox="1"/>
          <p:nvPr/>
        </p:nvSpPr>
        <p:spPr>
          <a:xfrm>
            <a:off x="2590800" y="2655253"/>
            <a:ext cx="295022" cy="584775"/>
          </a:xfrm>
          <a:prstGeom prst="rect">
            <a:avLst/>
          </a:prstGeom>
          <a:solidFill>
            <a:srgbClr val="FFFF00"/>
          </a:solidFill>
        </p:spPr>
        <p:txBody>
          <a:bodyPr wrap="square" rtlCol="0">
            <a:spAutoFit/>
          </a:bodyPr>
          <a:lstStyle/>
          <a:p>
            <a:r>
              <a:rPr lang="en-US" sz="3200" dirty="0"/>
              <a:t>?</a:t>
            </a:r>
            <a:endParaRPr lang="en-MY" sz="3200" dirty="0"/>
          </a:p>
        </p:txBody>
      </p:sp>
      <p:sp>
        <p:nvSpPr>
          <p:cNvPr id="15" name="TextBox 14">
            <a:extLst>
              <a:ext uri="{FF2B5EF4-FFF2-40B4-BE49-F238E27FC236}">
                <a16:creationId xmlns:a16="http://schemas.microsoft.com/office/drawing/2014/main" xmlns="" id="{8EEBF75C-706C-42C2-B739-7DC6F0536C99}"/>
              </a:ext>
            </a:extLst>
          </p:cNvPr>
          <p:cNvSpPr txBox="1"/>
          <p:nvPr/>
        </p:nvSpPr>
        <p:spPr>
          <a:xfrm>
            <a:off x="3865307" y="2655253"/>
            <a:ext cx="295022" cy="584775"/>
          </a:xfrm>
          <a:prstGeom prst="rect">
            <a:avLst/>
          </a:prstGeom>
          <a:solidFill>
            <a:srgbClr val="FFFF00"/>
          </a:solidFill>
        </p:spPr>
        <p:txBody>
          <a:bodyPr wrap="square" rtlCol="0">
            <a:spAutoFit/>
          </a:bodyPr>
          <a:lstStyle/>
          <a:p>
            <a:r>
              <a:rPr lang="en-US" sz="3200" dirty="0"/>
              <a:t>?</a:t>
            </a:r>
            <a:endParaRPr lang="en-MY" sz="3200" dirty="0"/>
          </a:p>
        </p:txBody>
      </p:sp>
      <p:sp>
        <p:nvSpPr>
          <p:cNvPr id="16" name="TextBox 15">
            <a:extLst>
              <a:ext uri="{FF2B5EF4-FFF2-40B4-BE49-F238E27FC236}">
                <a16:creationId xmlns:a16="http://schemas.microsoft.com/office/drawing/2014/main" xmlns="" id="{7BEFC3C0-3302-4B78-93CD-261727AB1C59}"/>
              </a:ext>
            </a:extLst>
          </p:cNvPr>
          <p:cNvSpPr txBox="1"/>
          <p:nvPr/>
        </p:nvSpPr>
        <p:spPr>
          <a:xfrm>
            <a:off x="2590800" y="3626255"/>
            <a:ext cx="295022" cy="584775"/>
          </a:xfrm>
          <a:prstGeom prst="rect">
            <a:avLst/>
          </a:prstGeom>
          <a:solidFill>
            <a:srgbClr val="FFFF00"/>
          </a:solidFill>
        </p:spPr>
        <p:txBody>
          <a:bodyPr wrap="square" rtlCol="0">
            <a:spAutoFit/>
          </a:bodyPr>
          <a:lstStyle/>
          <a:p>
            <a:r>
              <a:rPr lang="en-US" sz="3200" dirty="0"/>
              <a:t>?</a:t>
            </a:r>
            <a:endParaRPr lang="en-MY" sz="3200" dirty="0"/>
          </a:p>
        </p:txBody>
      </p:sp>
      <p:sp>
        <p:nvSpPr>
          <p:cNvPr id="17" name="TextBox 16">
            <a:extLst>
              <a:ext uri="{FF2B5EF4-FFF2-40B4-BE49-F238E27FC236}">
                <a16:creationId xmlns:a16="http://schemas.microsoft.com/office/drawing/2014/main" xmlns="" id="{D9731CFE-D84B-46AC-BD8F-3E3D46F17BCA}"/>
              </a:ext>
            </a:extLst>
          </p:cNvPr>
          <p:cNvSpPr txBox="1"/>
          <p:nvPr/>
        </p:nvSpPr>
        <p:spPr>
          <a:xfrm>
            <a:off x="3865307" y="3626255"/>
            <a:ext cx="295022" cy="584775"/>
          </a:xfrm>
          <a:prstGeom prst="rect">
            <a:avLst/>
          </a:prstGeom>
          <a:solidFill>
            <a:srgbClr val="FFFF00"/>
          </a:solidFill>
        </p:spPr>
        <p:txBody>
          <a:bodyPr wrap="square" rtlCol="0">
            <a:spAutoFit/>
          </a:bodyPr>
          <a:lstStyle/>
          <a:p>
            <a:r>
              <a:rPr lang="en-US" sz="3200" dirty="0"/>
              <a:t>?</a:t>
            </a:r>
            <a:endParaRPr lang="en-MY" sz="3200" dirty="0"/>
          </a:p>
        </p:txBody>
      </p:sp>
      <p:sp>
        <p:nvSpPr>
          <p:cNvPr id="18" name="TextBox 17">
            <a:extLst>
              <a:ext uri="{FF2B5EF4-FFF2-40B4-BE49-F238E27FC236}">
                <a16:creationId xmlns:a16="http://schemas.microsoft.com/office/drawing/2014/main" xmlns="" id="{BDFDA2AC-110A-43EF-A877-E64DC1F5BFDA}"/>
              </a:ext>
            </a:extLst>
          </p:cNvPr>
          <p:cNvSpPr txBox="1"/>
          <p:nvPr/>
        </p:nvSpPr>
        <p:spPr>
          <a:xfrm>
            <a:off x="2590800" y="4835316"/>
            <a:ext cx="295022" cy="584775"/>
          </a:xfrm>
          <a:prstGeom prst="rect">
            <a:avLst/>
          </a:prstGeom>
          <a:solidFill>
            <a:srgbClr val="FFFF00"/>
          </a:solidFill>
        </p:spPr>
        <p:txBody>
          <a:bodyPr wrap="square" rtlCol="0">
            <a:spAutoFit/>
          </a:bodyPr>
          <a:lstStyle/>
          <a:p>
            <a:r>
              <a:rPr lang="en-US" sz="3200" dirty="0"/>
              <a:t>?</a:t>
            </a:r>
            <a:endParaRPr lang="en-MY" sz="3200" dirty="0"/>
          </a:p>
        </p:txBody>
      </p:sp>
      <p:sp>
        <p:nvSpPr>
          <p:cNvPr id="19" name="TextBox 18">
            <a:extLst>
              <a:ext uri="{FF2B5EF4-FFF2-40B4-BE49-F238E27FC236}">
                <a16:creationId xmlns:a16="http://schemas.microsoft.com/office/drawing/2014/main" xmlns="" id="{D2B52D28-3939-48CB-B67F-9E5000DD4DA3}"/>
              </a:ext>
            </a:extLst>
          </p:cNvPr>
          <p:cNvSpPr txBox="1"/>
          <p:nvPr/>
        </p:nvSpPr>
        <p:spPr>
          <a:xfrm>
            <a:off x="3845369" y="4859566"/>
            <a:ext cx="295022" cy="584775"/>
          </a:xfrm>
          <a:prstGeom prst="rect">
            <a:avLst/>
          </a:prstGeom>
          <a:solidFill>
            <a:srgbClr val="FFFF00"/>
          </a:solidFill>
        </p:spPr>
        <p:txBody>
          <a:bodyPr wrap="square" rtlCol="0">
            <a:spAutoFit/>
          </a:bodyPr>
          <a:lstStyle/>
          <a:p>
            <a:r>
              <a:rPr lang="en-US" sz="3200" dirty="0"/>
              <a:t>?</a:t>
            </a:r>
            <a:endParaRPr lang="en-MY" sz="3200" dirty="0"/>
          </a:p>
        </p:txBody>
      </p:sp>
    </p:spTree>
    <p:extLst>
      <p:ext uri="{BB962C8B-B14F-4D97-AF65-F5344CB8AC3E}">
        <p14:creationId xmlns:p14="http://schemas.microsoft.com/office/powerpoint/2010/main" val="13608451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1FB70FE3-1C4B-4C01-B4E7-493CA096D2DE}"/>
              </a:ext>
            </a:extLst>
          </p:cNvPr>
          <p:cNvSpPr>
            <a:spLocks noGrp="1"/>
          </p:cNvSpPr>
          <p:nvPr>
            <p:ph type="dt" sz="half" idx="10"/>
          </p:nvPr>
        </p:nvSpPr>
        <p:spPr/>
        <p:txBody>
          <a:bodyPr/>
          <a:lstStyle/>
          <a:p>
            <a:r>
              <a:rPr lang="en-US" sz="800">
                <a:solidFill>
                  <a:srgbClr val="FFE1AD"/>
                </a:solidFill>
              </a:rPr>
              <a:t>2019</a:t>
            </a:r>
            <a:endParaRPr lang="en-US" sz="800" dirty="0">
              <a:solidFill>
                <a:srgbClr val="FFE1AD"/>
              </a:solidFill>
            </a:endParaRPr>
          </a:p>
        </p:txBody>
      </p:sp>
      <p:sp>
        <p:nvSpPr>
          <p:cNvPr id="5" name="Footer Placeholder 4">
            <a:extLst>
              <a:ext uri="{FF2B5EF4-FFF2-40B4-BE49-F238E27FC236}">
                <a16:creationId xmlns:a16="http://schemas.microsoft.com/office/drawing/2014/main" xmlns="" id="{4877CB11-AA22-4894-8F3B-510E3B646473}"/>
              </a:ext>
            </a:extLst>
          </p:cNvPr>
          <p:cNvSpPr>
            <a:spLocks noGrp="1"/>
          </p:cNvSpPr>
          <p:nvPr>
            <p:ph type="ftr" sz="quarter" idx="11"/>
          </p:nvPr>
        </p:nvSpPr>
        <p:spPr/>
        <p:txBody>
          <a:bodyPr/>
          <a:lstStyle/>
          <a:p>
            <a:r>
              <a:rPr lang="en-US" sz="800">
                <a:solidFill>
                  <a:srgbClr val="FFE1AD"/>
                </a:solidFill>
              </a:rPr>
              <a:t>SCSJ 3353: Artificial Intelligence</a:t>
            </a:r>
            <a:endParaRPr lang="en-US" sz="800" dirty="0">
              <a:solidFill>
                <a:srgbClr val="FFE1AD"/>
              </a:solidFill>
            </a:endParaRPr>
          </a:p>
        </p:txBody>
      </p:sp>
      <p:sp>
        <p:nvSpPr>
          <p:cNvPr id="6" name="Slide Number Placeholder 5">
            <a:extLst>
              <a:ext uri="{FF2B5EF4-FFF2-40B4-BE49-F238E27FC236}">
                <a16:creationId xmlns:a16="http://schemas.microsoft.com/office/drawing/2014/main" xmlns="" id="{236EDA3C-DAF8-4E46-A8D7-349C957CDA1C}"/>
              </a:ext>
            </a:extLst>
          </p:cNvPr>
          <p:cNvSpPr>
            <a:spLocks noGrp="1"/>
          </p:cNvSpPr>
          <p:nvPr>
            <p:ph type="sldNum" sz="quarter" idx="12"/>
          </p:nvPr>
        </p:nvSpPr>
        <p:spPr/>
        <p:txBody>
          <a:bodyPr/>
          <a:lstStyle/>
          <a:p>
            <a:fld id="{0362C787-829C-4B6B-B21B-90D8981190F3}" type="slidenum">
              <a:rPr lang="en-US" sz="900" smtClean="0">
                <a:solidFill>
                  <a:srgbClr val="FFE1AD"/>
                </a:solidFill>
              </a:rPr>
              <a:pPr/>
              <a:t>37</a:t>
            </a:fld>
            <a:endParaRPr lang="en-US" sz="900" dirty="0">
              <a:solidFill>
                <a:srgbClr val="FFE1AD"/>
              </a:solidFill>
            </a:endParaRPr>
          </a:p>
        </p:txBody>
      </p:sp>
      <p:sp>
        <p:nvSpPr>
          <p:cNvPr id="10" name="Rectangle 9"/>
          <p:cNvSpPr/>
          <p:nvPr/>
        </p:nvSpPr>
        <p:spPr>
          <a:xfrm>
            <a:off x="1066800" y="304800"/>
            <a:ext cx="8073273" cy="830997"/>
          </a:xfrm>
          <a:prstGeom prst="rect">
            <a:avLst/>
          </a:prstGeom>
        </p:spPr>
        <p:txBody>
          <a:bodyPr wrap="square">
            <a:spAutoFit/>
          </a:bodyPr>
          <a:lstStyle/>
          <a:p>
            <a:pPr algn="ctr"/>
            <a:r>
              <a:rPr lang="en-US" sz="4400" b="1" dirty="0">
                <a:solidFill>
                  <a:srgbClr val="C00000"/>
                </a:solidFill>
              </a:rPr>
              <a:t>Heuristic Evaluation Function </a:t>
            </a:r>
            <a:r>
              <a:rPr lang="en-US" sz="4800" b="1" dirty="0"/>
              <a:t>f(n)</a:t>
            </a:r>
          </a:p>
        </p:txBody>
      </p:sp>
      <p:sp>
        <p:nvSpPr>
          <p:cNvPr id="3" name="Rectangle 2"/>
          <p:cNvSpPr/>
          <p:nvPr/>
        </p:nvSpPr>
        <p:spPr>
          <a:xfrm>
            <a:off x="183776" y="1456351"/>
            <a:ext cx="8807824" cy="830997"/>
          </a:xfrm>
          <a:prstGeom prst="rect">
            <a:avLst/>
          </a:prstGeom>
        </p:spPr>
        <p:txBody>
          <a:bodyPr wrap="square">
            <a:spAutoFit/>
          </a:bodyPr>
          <a:lstStyle/>
          <a:p>
            <a:r>
              <a:rPr lang="en-US" sz="1600" dirty="0">
                <a:latin typeface="Arial" panose="020B0604020202020204" pitchFamily="34" charset="0"/>
              </a:rPr>
              <a:t>Three heuristics applied to states in the 8 puzzle</a:t>
            </a:r>
          </a:p>
          <a:p>
            <a:pPr marL="285750" indent="-285750">
              <a:buFont typeface="Arial" panose="020B0604020202020204" pitchFamily="34" charset="0"/>
              <a:buChar char="•"/>
            </a:pPr>
            <a:r>
              <a:rPr lang="en-US" sz="1600" dirty="0">
                <a:solidFill>
                  <a:srgbClr val="C00000"/>
                </a:solidFill>
                <a:latin typeface="Arial" panose="020B0604020202020204" pitchFamily="34" charset="0"/>
              </a:rPr>
              <a:t>Devising good heuristics is sometimes difficult; OUR GOAL is to use the limited information available to make INTELLIGENT CHOICE</a:t>
            </a:r>
            <a:endParaRPr lang="en-GB" sz="1600" dirty="0">
              <a:solidFill>
                <a:srgbClr val="C00000"/>
              </a:solidFill>
            </a:endParaRPr>
          </a:p>
        </p:txBody>
      </p:sp>
      <p:pic>
        <p:nvPicPr>
          <p:cNvPr id="7" name="Picture 6"/>
          <p:cNvPicPr>
            <a:picLocks noChangeAspect="1"/>
          </p:cNvPicPr>
          <p:nvPr/>
        </p:nvPicPr>
        <p:blipFill>
          <a:blip r:embed="rId2"/>
          <a:stretch>
            <a:fillRect/>
          </a:stretch>
        </p:blipFill>
        <p:spPr>
          <a:xfrm>
            <a:off x="1051560" y="2257834"/>
            <a:ext cx="6400800" cy="4142966"/>
          </a:xfrm>
          <a:prstGeom prst="rect">
            <a:avLst/>
          </a:prstGeom>
        </p:spPr>
      </p:pic>
      <p:sp>
        <p:nvSpPr>
          <p:cNvPr id="8" name="Rectangle 7">
            <a:extLst>
              <a:ext uri="{FF2B5EF4-FFF2-40B4-BE49-F238E27FC236}">
                <a16:creationId xmlns:a16="http://schemas.microsoft.com/office/drawing/2014/main" xmlns="" id="{2246BC81-9E2D-43A0-8349-249E8083FD7A}"/>
              </a:ext>
            </a:extLst>
          </p:cNvPr>
          <p:cNvSpPr/>
          <p:nvPr/>
        </p:nvSpPr>
        <p:spPr>
          <a:xfrm>
            <a:off x="6061262" y="2180855"/>
            <a:ext cx="3117476" cy="954107"/>
          </a:xfrm>
          <a:prstGeom prst="rect">
            <a:avLst/>
          </a:prstGeom>
        </p:spPr>
        <p:txBody>
          <a:bodyPr wrap="square">
            <a:spAutoFit/>
          </a:bodyPr>
          <a:lstStyle/>
          <a:p>
            <a:r>
              <a:rPr lang="en-GB" sz="1400" dirty="0">
                <a:solidFill>
                  <a:srgbClr val="3898B2"/>
                </a:solidFill>
                <a:latin typeface="Arial" panose="020B0604020202020204" pitchFamily="34" charset="0"/>
              </a:rPr>
              <a:t>Use formula as follows:</a:t>
            </a:r>
          </a:p>
          <a:p>
            <a:r>
              <a:rPr lang="en-GB" sz="1400" dirty="0">
                <a:solidFill>
                  <a:srgbClr val="3898B2"/>
                </a:solidFill>
                <a:latin typeface="Arial" panose="020B0604020202020204" pitchFamily="34" charset="0"/>
              </a:rPr>
              <a:t>f(n) = g(n) + h(n)</a:t>
            </a:r>
          </a:p>
          <a:p>
            <a:r>
              <a:rPr lang="en-US" sz="1400" dirty="0">
                <a:solidFill>
                  <a:srgbClr val="3898B2"/>
                </a:solidFill>
                <a:latin typeface="Arial" panose="020B0604020202020204" pitchFamily="34" charset="0"/>
              </a:rPr>
              <a:t>g(n) = actual dist. From n to start</a:t>
            </a:r>
          </a:p>
          <a:p>
            <a:r>
              <a:rPr lang="en-US" sz="1400" dirty="0">
                <a:solidFill>
                  <a:srgbClr val="3898B2"/>
                </a:solidFill>
                <a:latin typeface="Arial" panose="020B0604020202020204" pitchFamily="34" charset="0"/>
              </a:rPr>
              <a:t>h(n) = no. of tiles in wrong position</a:t>
            </a:r>
            <a:endParaRPr lang="en-GB" sz="1400" dirty="0">
              <a:solidFill>
                <a:srgbClr val="3898B2"/>
              </a:solidFill>
            </a:endParaRPr>
          </a:p>
        </p:txBody>
      </p:sp>
      <p:sp>
        <p:nvSpPr>
          <p:cNvPr id="2" name="Rectangle 1">
            <a:extLst>
              <a:ext uri="{FF2B5EF4-FFF2-40B4-BE49-F238E27FC236}">
                <a16:creationId xmlns:a16="http://schemas.microsoft.com/office/drawing/2014/main" xmlns="" id="{357E591C-EAC0-4378-89AA-F19FF9E8AFC5}"/>
              </a:ext>
            </a:extLst>
          </p:cNvPr>
          <p:cNvSpPr/>
          <p:nvPr/>
        </p:nvSpPr>
        <p:spPr>
          <a:xfrm>
            <a:off x="232917" y="2720225"/>
            <a:ext cx="833883" cy="307777"/>
          </a:xfrm>
          <a:prstGeom prst="rect">
            <a:avLst/>
          </a:prstGeom>
          <a:solidFill>
            <a:srgbClr val="FFFF00"/>
          </a:solidFill>
        </p:spPr>
        <p:txBody>
          <a:bodyPr wrap="square">
            <a:spAutoFit/>
          </a:bodyPr>
          <a:lstStyle/>
          <a:p>
            <a:r>
              <a:rPr lang="en-GB" sz="1400" b="1" dirty="0">
                <a:solidFill>
                  <a:srgbClr val="3898B2"/>
                </a:solidFill>
                <a:latin typeface="Arial" panose="020B0604020202020204" pitchFamily="34" charset="0"/>
              </a:rPr>
              <a:t>g(n) = 1</a:t>
            </a:r>
            <a:endParaRPr lang="en-MY" sz="1400" b="1" dirty="0"/>
          </a:p>
        </p:txBody>
      </p:sp>
      <p:sp>
        <p:nvSpPr>
          <p:cNvPr id="11" name="Rectangle 10">
            <a:extLst>
              <a:ext uri="{FF2B5EF4-FFF2-40B4-BE49-F238E27FC236}">
                <a16:creationId xmlns:a16="http://schemas.microsoft.com/office/drawing/2014/main" xmlns="" id="{269DCEAB-9508-4239-9E93-F071629C1375}"/>
              </a:ext>
            </a:extLst>
          </p:cNvPr>
          <p:cNvSpPr/>
          <p:nvPr/>
        </p:nvSpPr>
        <p:spPr>
          <a:xfrm>
            <a:off x="225297" y="3859312"/>
            <a:ext cx="833883" cy="307777"/>
          </a:xfrm>
          <a:prstGeom prst="rect">
            <a:avLst/>
          </a:prstGeom>
          <a:solidFill>
            <a:srgbClr val="FFFF00"/>
          </a:solidFill>
        </p:spPr>
        <p:txBody>
          <a:bodyPr wrap="square">
            <a:spAutoFit/>
          </a:bodyPr>
          <a:lstStyle/>
          <a:p>
            <a:r>
              <a:rPr lang="en-GB" sz="1400" b="1" dirty="0">
                <a:solidFill>
                  <a:srgbClr val="3898B2"/>
                </a:solidFill>
                <a:latin typeface="Arial" panose="020B0604020202020204" pitchFamily="34" charset="0"/>
              </a:rPr>
              <a:t>g(n) = 2</a:t>
            </a:r>
            <a:endParaRPr lang="en-MY" sz="1400" b="1" dirty="0"/>
          </a:p>
        </p:txBody>
      </p:sp>
      <p:sp>
        <p:nvSpPr>
          <p:cNvPr id="12" name="Rectangle 11">
            <a:extLst>
              <a:ext uri="{FF2B5EF4-FFF2-40B4-BE49-F238E27FC236}">
                <a16:creationId xmlns:a16="http://schemas.microsoft.com/office/drawing/2014/main" xmlns="" id="{3CA5EB34-92B8-484E-81FC-894913C18CE2}"/>
              </a:ext>
            </a:extLst>
          </p:cNvPr>
          <p:cNvSpPr/>
          <p:nvPr/>
        </p:nvSpPr>
        <p:spPr>
          <a:xfrm>
            <a:off x="245235" y="4844177"/>
            <a:ext cx="833883" cy="307777"/>
          </a:xfrm>
          <a:prstGeom prst="rect">
            <a:avLst/>
          </a:prstGeom>
          <a:solidFill>
            <a:srgbClr val="FFFF00"/>
          </a:solidFill>
        </p:spPr>
        <p:txBody>
          <a:bodyPr wrap="square">
            <a:spAutoFit/>
          </a:bodyPr>
          <a:lstStyle/>
          <a:p>
            <a:r>
              <a:rPr lang="en-GB" sz="1400" b="1" dirty="0">
                <a:solidFill>
                  <a:srgbClr val="3898B2"/>
                </a:solidFill>
                <a:latin typeface="Arial" panose="020B0604020202020204" pitchFamily="34" charset="0"/>
              </a:rPr>
              <a:t>g(n) = 3</a:t>
            </a:r>
            <a:endParaRPr lang="en-MY" sz="1400" b="1" dirty="0"/>
          </a:p>
        </p:txBody>
      </p:sp>
      <p:sp>
        <p:nvSpPr>
          <p:cNvPr id="13" name="Rectangle 12">
            <a:extLst>
              <a:ext uri="{FF2B5EF4-FFF2-40B4-BE49-F238E27FC236}">
                <a16:creationId xmlns:a16="http://schemas.microsoft.com/office/drawing/2014/main" xmlns="" id="{1D7187F1-7D59-40BD-A466-99F158289B60}"/>
              </a:ext>
            </a:extLst>
          </p:cNvPr>
          <p:cNvSpPr/>
          <p:nvPr/>
        </p:nvSpPr>
        <p:spPr>
          <a:xfrm>
            <a:off x="2469777" y="6266054"/>
            <a:ext cx="590043" cy="307777"/>
          </a:xfrm>
          <a:prstGeom prst="rect">
            <a:avLst/>
          </a:prstGeom>
          <a:solidFill>
            <a:srgbClr val="FFFF00"/>
          </a:solidFill>
        </p:spPr>
        <p:txBody>
          <a:bodyPr wrap="square">
            <a:spAutoFit/>
          </a:bodyPr>
          <a:lstStyle/>
          <a:p>
            <a:pPr algn="ctr"/>
            <a:r>
              <a:rPr lang="en-GB" sz="1400" b="1" dirty="0">
                <a:solidFill>
                  <a:srgbClr val="3898B2"/>
                </a:solidFill>
                <a:latin typeface="Arial" panose="020B0604020202020204" pitchFamily="34" charset="0"/>
              </a:rPr>
              <a:t>h(n)</a:t>
            </a:r>
            <a:endParaRPr lang="en-MY" sz="1400" b="1" dirty="0"/>
          </a:p>
        </p:txBody>
      </p:sp>
      <p:sp>
        <p:nvSpPr>
          <p:cNvPr id="14" name="Rectangle 13">
            <a:extLst>
              <a:ext uri="{FF2B5EF4-FFF2-40B4-BE49-F238E27FC236}">
                <a16:creationId xmlns:a16="http://schemas.microsoft.com/office/drawing/2014/main" xmlns="" id="{FE7BAC24-7582-43CE-A9EE-FA6973483BCE}"/>
              </a:ext>
            </a:extLst>
          </p:cNvPr>
          <p:cNvSpPr/>
          <p:nvPr/>
        </p:nvSpPr>
        <p:spPr>
          <a:xfrm>
            <a:off x="3717797" y="6272172"/>
            <a:ext cx="590043" cy="307777"/>
          </a:xfrm>
          <a:prstGeom prst="rect">
            <a:avLst/>
          </a:prstGeom>
          <a:solidFill>
            <a:srgbClr val="FFFF00"/>
          </a:solidFill>
        </p:spPr>
        <p:txBody>
          <a:bodyPr wrap="square">
            <a:spAutoFit/>
          </a:bodyPr>
          <a:lstStyle/>
          <a:p>
            <a:pPr algn="ctr"/>
            <a:r>
              <a:rPr lang="en-GB" sz="1400" b="1" dirty="0">
                <a:solidFill>
                  <a:srgbClr val="3898B2"/>
                </a:solidFill>
                <a:latin typeface="Arial" panose="020B0604020202020204" pitchFamily="34" charset="0"/>
              </a:rPr>
              <a:t>f(n)</a:t>
            </a:r>
            <a:endParaRPr lang="en-MY" sz="1400" b="1" dirty="0"/>
          </a:p>
        </p:txBody>
      </p:sp>
    </p:spTree>
    <p:extLst>
      <p:ext uri="{BB962C8B-B14F-4D97-AF65-F5344CB8AC3E}">
        <p14:creationId xmlns:p14="http://schemas.microsoft.com/office/powerpoint/2010/main" val="217410211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1FB70FE3-1C4B-4C01-B4E7-493CA096D2DE}"/>
              </a:ext>
            </a:extLst>
          </p:cNvPr>
          <p:cNvSpPr>
            <a:spLocks noGrp="1"/>
          </p:cNvSpPr>
          <p:nvPr>
            <p:ph type="dt" sz="half" idx="10"/>
          </p:nvPr>
        </p:nvSpPr>
        <p:spPr/>
        <p:txBody>
          <a:bodyPr/>
          <a:lstStyle/>
          <a:p>
            <a:r>
              <a:rPr lang="en-US" sz="800">
                <a:solidFill>
                  <a:srgbClr val="FFE1AD"/>
                </a:solidFill>
              </a:rPr>
              <a:t>2019</a:t>
            </a:r>
            <a:endParaRPr lang="en-US" sz="800" dirty="0">
              <a:solidFill>
                <a:srgbClr val="FFE1AD"/>
              </a:solidFill>
            </a:endParaRPr>
          </a:p>
        </p:txBody>
      </p:sp>
      <p:sp>
        <p:nvSpPr>
          <p:cNvPr id="5" name="Footer Placeholder 4">
            <a:extLst>
              <a:ext uri="{FF2B5EF4-FFF2-40B4-BE49-F238E27FC236}">
                <a16:creationId xmlns:a16="http://schemas.microsoft.com/office/drawing/2014/main" xmlns="" id="{4877CB11-AA22-4894-8F3B-510E3B646473}"/>
              </a:ext>
            </a:extLst>
          </p:cNvPr>
          <p:cNvSpPr>
            <a:spLocks noGrp="1"/>
          </p:cNvSpPr>
          <p:nvPr>
            <p:ph type="ftr" sz="quarter" idx="11"/>
          </p:nvPr>
        </p:nvSpPr>
        <p:spPr/>
        <p:txBody>
          <a:bodyPr/>
          <a:lstStyle/>
          <a:p>
            <a:r>
              <a:rPr lang="en-US" sz="800">
                <a:solidFill>
                  <a:srgbClr val="FFE1AD"/>
                </a:solidFill>
              </a:rPr>
              <a:t>SCSJ 3353: Artificial Intelligence</a:t>
            </a:r>
            <a:endParaRPr lang="en-US" sz="800" dirty="0">
              <a:solidFill>
                <a:srgbClr val="FFE1AD"/>
              </a:solidFill>
            </a:endParaRPr>
          </a:p>
        </p:txBody>
      </p:sp>
      <p:sp>
        <p:nvSpPr>
          <p:cNvPr id="6" name="Slide Number Placeholder 5">
            <a:extLst>
              <a:ext uri="{FF2B5EF4-FFF2-40B4-BE49-F238E27FC236}">
                <a16:creationId xmlns:a16="http://schemas.microsoft.com/office/drawing/2014/main" xmlns="" id="{236EDA3C-DAF8-4E46-A8D7-349C957CDA1C}"/>
              </a:ext>
            </a:extLst>
          </p:cNvPr>
          <p:cNvSpPr>
            <a:spLocks noGrp="1"/>
          </p:cNvSpPr>
          <p:nvPr>
            <p:ph type="sldNum" sz="quarter" idx="12"/>
          </p:nvPr>
        </p:nvSpPr>
        <p:spPr/>
        <p:txBody>
          <a:bodyPr/>
          <a:lstStyle/>
          <a:p>
            <a:fld id="{0362C787-829C-4B6B-B21B-90D8981190F3}" type="slidenum">
              <a:rPr lang="en-US" sz="900" smtClean="0">
                <a:solidFill>
                  <a:srgbClr val="FFE1AD"/>
                </a:solidFill>
              </a:rPr>
              <a:pPr/>
              <a:t>38</a:t>
            </a:fld>
            <a:endParaRPr lang="en-US" sz="900" dirty="0">
              <a:solidFill>
                <a:srgbClr val="FFE1AD"/>
              </a:solidFill>
            </a:endParaRPr>
          </a:p>
        </p:txBody>
      </p:sp>
      <p:sp>
        <p:nvSpPr>
          <p:cNvPr id="10" name="Rectangle 9"/>
          <p:cNvSpPr/>
          <p:nvPr/>
        </p:nvSpPr>
        <p:spPr>
          <a:xfrm>
            <a:off x="1066800" y="304800"/>
            <a:ext cx="8073273" cy="769441"/>
          </a:xfrm>
          <a:prstGeom prst="rect">
            <a:avLst/>
          </a:prstGeom>
        </p:spPr>
        <p:txBody>
          <a:bodyPr wrap="square">
            <a:spAutoFit/>
          </a:bodyPr>
          <a:lstStyle/>
          <a:p>
            <a:pPr algn="ctr"/>
            <a:r>
              <a:rPr lang="en-US" sz="4400" b="1" dirty="0">
                <a:solidFill>
                  <a:srgbClr val="C00000"/>
                </a:solidFill>
              </a:rPr>
              <a:t>Activity: Open &amp; Closed states </a:t>
            </a:r>
            <a:endParaRPr lang="en-US" sz="4800" b="1" dirty="0"/>
          </a:p>
        </p:txBody>
      </p:sp>
      <p:sp>
        <p:nvSpPr>
          <p:cNvPr id="3" name="Rectangle 2"/>
          <p:cNvSpPr/>
          <p:nvPr/>
        </p:nvSpPr>
        <p:spPr>
          <a:xfrm>
            <a:off x="183776" y="1456351"/>
            <a:ext cx="4007224" cy="3046988"/>
          </a:xfrm>
          <a:prstGeom prst="rect">
            <a:avLst/>
          </a:prstGeom>
        </p:spPr>
        <p:txBody>
          <a:bodyPr wrap="square">
            <a:spAutoFit/>
          </a:bodyPr>
          <a:lstStyle/>
          <a:p>
            <a:pPr marL="285750" indent="-285750">
              <a:buFont typeface="Arial" panose="020B0604020202020204" pitchFamily="34" charset="0"/>
              <a:buChar char="•"/>
            </a:pPr>
            <a:r>
              <a:rPr lang="en-US" sz="1600" dirty="0">
                <a:latin typeface="Arial" panose="020B0604020202020204" pitchFamily="34" charset="0"/>
              </a:rPr>
              <a:t>In the tree of 8 puzzle given in the next slide, Give the value of f(n) for each state, based on g(n) and h(n) </a:t>
            </a:r>
          </a:p>
          <a:p>
            <a:endParaRPr lang="en-US" sz="1600" dirty="0">
              <a:latin typeface="Arial" panose="020B0604020202020204" pitchFamily="34" charset="0"/>
            </a:endParaRPr>
          </a:p>
          <a:p>
            <a:endParaRPr lang="en-US" sz="1600" dirty="0">
              <a:latin typeface="Arial" panose="020B0604020202020204" pitchFamily="34" charset="0"/>
            </a:endParaRPr>
          </a:p>
          <a:p>
            <a:endParaRPr lang="en-US" sz="1600" dirty="0">
              <a:latin typeface="Arial" panose="020B0604020202020204" pitchFamily="34" charset="0"/>
            </a:endParaRPr>
          </a:p>
          <a:p>
            <a:endParaRPr lang="en-US" sz="1600" dirty="0">
              <a:latin typeface="Arial" panose="020B0604020202020204" pitchFamily="34" charset="0"/>
            </a:endParaRPr>
          </a:p>
          <a:p>
            <a:endParaRPr lang="en-US" sz="1600" dirty="0">
              <a:latin typeface="Arial" panose="020B0604020202020204" pitchFamily="34" charset="0"/>
            </a:endParaRPr>
          </a:p>
          <a:p>
            <a:pPr marL="285750" indent="-285750">
              <a:buFont typeface="Arial" panose="020B0604020202020204" pitchFamily="34" charset="0"/>
              <a:buChar char="•"/>
            </a:pPr>
            <a:r>
              <a:rPr lang="en-US" sz="1600" dirty="0">
                <a:latin typeface="Arial" panose="020B0604020202020204" pitchFamily="34" charset="0"/>
              </a:rPr>
              <a:t>Trace using best first search, what will be the lists of open and closed states? Complete the lists below until successfully achieving the goal.</a:t>
            </a:r>
            <a:endParaRPr lang="en-GB" sz="1600" dirty="0">
              <a:solidFill>
                <a:srgbClr val="C00000"/>
              </a:solidFill>
            </a:endParaRPr>
          </a:p>
        </p:txBody>
      </p:sp>
      <p:pic>
        <p:nvPicPr>
          <p:cNvPr id="2" name="Picture 1"/>
          <p:cNvPicPr>
            <a:picLocks noChangeAspect="1"/>
          </p:cNvPicPr>
          <p:nvPr/>
        </p:nvPicPr>
        <p:blipFill>
          <a:blip r:embed="rId2"/>
          <a:stretch>
            <a:fillRect/>
          </a:stretch>
        </p:blipFill>
        <p:spPr>
          <a:xfrm>
            <a:off x="4455033" y="1453839"/>
            <a:ext cx="4536567" cy="5023902"/>
          </a:xfrm>
          <a:prstGeom prst="rect">
            <a:avLst/>
          </a:prstGeom>
        </p:spPr>
      </p:pic>
      <p:sp>
        <p:nvSpPr>
          <p:cNvPr id="9" name="Rectangle 8"/>
          <p:cNvSpPr/>
          <p:nvPr/>
        </p:nvSpPr>
        <p:spPr>
          <a:xfrm>
            <a:off x="457200" y="2429418"/>
            <a:ext cx="3733800" cy="923330"/>
          </a:xfrm>
          <a:prstGeom prst="rect">
            <a:avLst/>
          </a:prstGeom>
        </p:spPr>
        <p:txBody>
          <a:bodyPr wrap="square">
            <a:spAutoFit/>
          </a:bodyPr>
          <a:lstStyle/>
          <a:p>
            <a:r>
              <a:rPr lang="en-GB" dirty="0">
                <a:solidFill>
                  <a:srgbClr val="3898B2"/>
                </a:solidFill>
                <a:latin typeface="Arial" panose="020B0604020202020204" pitchFamily="34" charset="0"/>
              </a:rPr>
              <a:t>f(n) = g(n) + h(n)</a:t>
            </a:r>
          </a:p>
          <a:p>
            <a:r>
              <a:rPr lang="en-US" dirty="0">
                <a:solidFill>
                  <a:srgbClr val="3898B2"/>
                </a:solidFill>
                <a:latin typeface="Arial" panose="020B0604020202020204" pitchFamily="34" charset="0"/>
              </a:rPr>
              <a:t>g(n) = actual dist. From n to start</a:t>
            </a:r>
          </a:p>
          <a:p>
            <a:r>
              <a:rPr lang="en-US" dirty="0">
                <a:solidFill>
                  <a:srgbClr val="3898B2"/>
                </a:solidFill>
                <a:latin typeface="Arial" panose="020B0604020202020204" pitchFamily="34" charset="0"/>
              </a:rPr>
              <a:t>h(n) = no. of tiles in wrong position</a:t>
            </a:r>
            <a:endParaRPr lang="en-GB" dirty="0">
              <a:solidFill>
                <a:srgbClr val="3898B2"/>
              </a:solidFill>
            </a:endParaRPr>
          </a:p>
        </p:txBody>
      </p:sp>
      <p:pic>
        <p:nvPicPr>
          <p:cNvPr id="7" name="Picture 6">
            <a:extLst>
              <a:ext uri="{FF2B5EF4-FFF2-40B4-BE49-F238E27FC236}">
                <a16:creationId xmlns:a16="http://schemas.microsoft.com/office/drawing/2014/main" xmlns="" id="{13114053-7E8C-426B-BD67-AD9C3E9AA819}"/>
              </a:ext>
            </a:extLst>
          </p:cNvPr>
          <p:cNvPicPr>
            <a:picLocks noChangeAspect="1"/>
          </p:cNvPicPr>
          <p:nvPr/>
        </p:nvPicPr>
        <p:blipFill>
          <a:blip r:embed="rId3"/>
          <a:stretch>
            <a:fillRect/>
          </a:stretch>
        </p:blipFill>
        <p:spPr>
          <a:xfrm>
            <a:off x="525236" y="4509592"/>
            <a:ext cx="3676650" cy="1876425"/>
          </a:xfrm>
          <a:prstGeom prst="rect">
            <a:avLst/>
          </a:prstGeom>
        </p:spPr>
      </p:pic>
    </p:spTree>
    <p:extLst>
      <p:ext uri="{BB962C8B-B14F-4D97-AF65-F5344CB8AC3E}">
        <p14:creationId xmlns:p14="http://schemas.microsoft.com/office/powerpoint/2010/main" val="40262297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1FB70FE3-1C4B-4C01-B4E7-493CA096D2DE}"/>
              </a:ext>
            </a:extLst>
          </p:cNvPr>
          <p:cNvSpPr>
            <a:spLocks noGrp="1"/>
          </p:cNvSpPr>
          <p:nvPr>
            <p:ph type="dt" sz="half" idx="10"/>
          </p:nvPr>
        </p:nvSpPr>
        <p:spPr/>
        <p:txBody>
          <a:bodyPr/>
          <a:lstStyle/>
          <a:p>
            <a:r>
              <a:rPr lang="en-US" sz="800">
                <a:solidFill>
                  <a:srgbClr val="FFE1AD"/>
                </a:solidFill>
              </a:rPr>
              <a:t>2019</a:t>
            </a:r>
            <a:endParaRPr lang="en-US" sz="800" dirty="0">
              <a:solidFill>
                <a:srgbClr val="FFE1AD"/>
              </a:solidFill>
            </a:endParaRPr>
          </a:p>
        </p:txBody>
      </p:sp>
      <p:sp>
        <p:nvSpPr>
          <p:cNvPr id="5" name="Footer Placeholder 4">
            <a:extLst>
              <a:ext uri="{FF2B5EF4-FFF2-40B4-BE49-F238E27FC236}">
                <a16:creationId xmlns:a16="http://schemas.microsoft.com/office/drawing/2014/main" xmlns="" id="{4877CB11-AA22-4894-8F3B-510E3B646473}"/>
              </a:ext>
            </a:extLst>
          </p:cNvPr>
          <p:cNvSpPr>
            <a:spLocks noGrp="1"/>
          </p:cNvSpPr>
          <p:nvPr>
            <p:ph type="ftr" sz="quarter" idx="11"/>
          </p:nvPr>
        </p:nvSpPr>
        <p:spPr/>
        <p:txBody>
          <a:bodyPr/>
          <a:lstStyle/>
          <a:p>
            <a:r>
              <a:rPr lang="en-US" sz="800">
                <a:solidFill>
                  <a:srgbClr val="FFE1AD"/>
                </a:solidFill>
              </a:rPr>
              <a:t>SCSJ 3353: Artificial Intelligence</a:t>
            </a:r>
            <a:endParaRPr lang="en-US" sz="800" dirty="0">
              <a:solidFill>
                <a:srgbClr val="FFE1AD"/>
              </a:solidFill>
            </a:endParaRPr>
          </a:p>
        </p:txBody>
      </p:sp>
      <p:sp>
        <p:nvSpPr>
          <p:cNvPr id="6" name="Slide Number Placeholder 5">
            <a:extLst>
              <a:ext uri="{FF2B5EF4-FFF2-40B4-BE49-F238E27FC236}">
                <a16:creationId xmlns:a16="http://schemas.microsoft.com/office/drawing/2014/main" xmlns="" id="{236EDA3C-DAF8-4E46-A8D7-349C957CDA1C}"/>
              </a:ext>
            </a:extLst>
          </p:cNvPr>
          <p:cNvSpPr>
            <a:spLocks noGrp="1"/>
          </p:cNvSpPr>
          <p:nvPr>
            <p:ph type="sldNum" sz="quarter" idx="12"/>
          </p:nvPr>
        </p:nvSpPr>
        <p:spPr/>
        <p:txBody>
          <a:bodyPr/>
          <a:lstStyle/>
          <a:p>
            <a:fld id="{0362C787-829C-4B6B-B21B-90D8981190F3}" type="slidenum">
              <a:rPr lang="en-US" sz="900" smtClean="0">
                <a:solidFill>
                  <a:srgbClr val="FFE1AD"/>
                </a:solidFill>
              </a:rPr>
              <a:pPr/>
              <a:t>39</a:t>
            </a:fld>
            <a:endParaRPr lang="en-US" sz="900" dirty="0">
              <a:solidFill>
                <a:srgbClr val="FFE1AD"/>
              </a:solidFill>
            </a:endParaRPr>
          </a:p>
        </p:txBody>
      </p:sp>
      <p:sp>
        <p:nvSpPr>
          <p:cNvPr id="10" name="Rectangle 9"/>
          <p:cNvSpPr/>
          <p:nvPr/>
        </p:nvSpPr>
        <p:spPr>
          <a:xfrm>
            <a:off x="1066800" y="304800"/>
            <a:ext cx="8073273" cy="769441"/>
          </a:xfrm>
          <a:prstGeom prst="rect">
            <a:avLst/>
          </a:prstGeom>
        </p:spPr>
        <p:txBody>
          <a:bodyPr wrap="square">
            <a:spAutoFit/>
          </a:bodyPr>
          <a:lstStyle/>
          <a:p>
            <a:pPr algn="ctr"/>
            <a:r>
              <a:rPr lang="en-US" sz="4400" b="1" dirty="0">
                <a:solidFill>
                  <a:srgbClr val="C00000"/>
                </a:solidFill>
              </a:rPr>
              <a:t>Answer: Open &amp; Closed states  </a:t>
            </a:r>
            <a:endParaRPr lang="en-US" sz="4800" b="1" dirty="0"/>
          </a:p>
        </p:txBody>
      </p:sp>
      <p:sp>
        <p:nvSpPr>
          <p:cNvPr id="3" name="Rectangle 2"/>
          <p:cNvSpPr/>
          <p:nvPr/>
        </p:nvSpPr>
        <p:spPr>
          <a:xfrm>
            <a:off x="183776" y="1456351"/>
            <a:ext cx="4007224" cy="830997"/>
          </a:xfrm>
          <a:prstGeom prst="rect">
            <a:avLst/>
          </a:prstGeom>
        </p:spPr>
        <p:txBody>
          <a:bodyPr wrap="square">
            <a:spAutoFit/>
          </a:bodyPr>
          <a:lstStyle/>
          <a:p>
            <a:pPr marL="285750" indent="-285750">
              <a:buFont typeface="Arial" panose="020B0604020202020204" pitchFamily="34" charset="0"/>
              <a:buChar char="•"/>
            </a:pPr>
            <a:r>
              <a:rPr lang="en-US" sz="1600" dirty="0">
                <a:latin typeface="Arial" panose="020B0604020202020204" pitchFamily="34" charset="0"/>
              </a:rPr>
              <a:t>The successive stages of open and closed that generate previous graph are:</a:t>
            </a:r>
            <a:endParaRPr lang="en-GB" sz="1600" dirty="0">
              <a:solidFill>
                <a:srgbClr val="C00000"/>
              </a:solidFill>
            </a:endParaRPr>
          </a:p>
        </p:txBody>
      </p:sp>
      <p:pic>
        <p:nvPicPr>
          <p:cNvPr id="7" name="Picture 6"/>
          <p:cNvPicPr>
            <a:picLocks noChangeAspect="1"/>
          </p:cNvPicPr>
          <p:nvPr/>
        </p:nvPicPr>
        <p:blipFill>
          <a:blip r:embed="rId2"/>
          <a:stretch>
            <a:fillRect/>
          </a:stretch>
        </p:blipFill>
        <p:spPr>
          <a:xfrm>
            <a:off x="4841176" y="1532551"/>
            <a:ext cx="4273497" cy="4944449"/>
          </a:xfrm>
          <a:prstGeom prst="rect">
            <a:avLst/>
          </a:prstGeom>
        </p:spPr>
      </p:pic>
    </p:spTree>
    <p:extLst>
      <p:ext uri="{BB962C8B-B14F-4D97-AF65-F5344CB8AC3E}">
        <p14:creationId xmlns:p14="http://schemas.microsoft.com/office/powerpoint/2010/main" val="352842649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1FB70FE3-1C4B-4C01-B4E7-493CA096D2DE}"/>
              </a:ext>
            </a:extLst>
          </p:cNvPr>
          <p:cNvSpPr>
            <a:spLocks noGrp="1"/>
          </p:cNvSpPr>
          <p:nvPr>
            <p:ph type="dt" sz="half" idx="10"/>
          </p:nvPr>
        </p:nvSpPr>
        <p:spPr/>
        <p:txBody>
          <a:bodyPr/>
          <a:lstStyle/>
          <a:p>
            <a:r>
              <a:rPr lang="en-US" sz="800">
                <a:solidFill>
                  <a:srgbClr val="FFE1AD"/>
                </a:solidFill>
              </a:rPr>
              <a:t>2019</a:t>
            </a:r>
            <a:endParaRPr lang="en-US" sz="800" dirty="0">
              <a:solidFill>
                <a:srgbClr val="FFE1AD"/>
              </a:solidFill>
            </a:endParaRPr>
          </a:p>
        </p:txBody>
      </p:sp>
      <p:sp>
        <p:nvSpPr>
          <p:cNvPr id="5" name="Footer Placeholder 4">
            <a:extLst>
              <a:ext uri="{FF2B5EF4-FFF2-40B4-BE49-F238E27FC236}">
                <a16:creationId xmlns:a16="http://schemas.microsoft.com/office/drawing/2014/main" xmlns="" id="{4877CB11-AA22-4894-8F3B-510E3B646473}"/>
              </a:ext>
            </a:extLst>
          </p:cNvPr>
          <p:cNvSpPr>
            <a:spLocks noGrp="1"/>
          </p:cNvSpPr>
          <p:nvPr>
            <p:ph type="ftr" sz="quarter" idx="11"/>
          </p:nvPr>
        </p:nvSpPr>
        <p:spPr/>
        <p:txBody>
          <a:bodyPr/>
          <a:lstStyle/>
          <a:p>
            <a:r>
              <a:rPr lang="en-US" sz="800">
                <a:solidFill>
                  <a:srgbClr val="FFE1AD"/>
                </a:solidFill>
              </a:rPr>
              <a:t>SCSJ 3353: Artificial Intelligence</a:t>
            </a:r>
            <a:endParaRPr lang="en-US" sz="800" dirty="0">
              <a:solidFill>
                <a:srgbClr val="FFE1AD"/>
              </a:solidFill>
            </a:endParaRPr>
          </a:p>
        </p:txBody>
      </p:sp>
      <p:sp>
        <p:nvSpPr>
          <p:cNvPr id="6" name="Slide Number Placeholder 5">
            <a:extLst>
              <a:ext uri="{FF2B5EF4-FFF2-40B4-BE49-F238E27FC236}">
                <a16:creationId xmlns:a16="http://schemas.microsoft.com/office/drawing/2014/main" xmlns="" id="{236EDA3C-DAF8-4E46-A8D7-349C957CDA1C}"/>
              </a:ext>
            </a:extLst>
          </p:cNvPr>
          <p:cNvSpPr>
            <a:spLocks noGrp="1"/>
          </p:cNvSpPr>
          <p:nvPr>
            <p:ph type="sldNum" sz="quarter" idx="12"/>
          </p:nvPr>
        </p:nvSpPr>
        <p:spPr/>
        <p:txBody>
          <a:bodyPr/>
          <a:lstStyle/>
          <a:p>
            <a:fld id="{0362C787-829C-4B6B-B21B-90D8981190F3}" type="slidenum">
              <a:rPr lang="en-US" sz="900" smtClean="0">
                <a:solidFill>
                  <a:srgbClr val="FFE1AD"/>
                </a:solidFill>
              </a:rPr>
              <a:pPr/>
              <a:t>40</a:t>
            </a:fld>
            <a:endParaRPr lang="en-US" sz="900" dirty="0">
              <a:solidFill>
                <a:srgbClr val="FFE1AD"/>
              </a:solidFill>
            </a:endParaRPr>
          </a:p>
        </p:txBody>
      </p:sp>
      <p:sp>
        <p:nvSpPr>
          <p:cNvPr id="10" name="Rectangle 9"/>
          <p:cNvSpPr/>
          <p:nvPr/>
        </p:nvSpPr>
        <p:spPr>
          <a:xfrm>
            <a:off x="1066800" y="304800"/>
            <a:ext cx="8073273" cy="769441"/>
          </a:xfrm>
          <a:prstGeom prst="rect">
            <a:avLst/>
          </a:prstGeom>
        </p:spPr>
        <p:txBody>
          <a:bodyPr wrap="square">
            <a:spAutoFit/>
          </a:bodyPr>
          <a:lstStyle/>
          <a:p>
            <a:pPr algn="ctr"/>
            <a:r>
              <a:rPr lang="en-US" sz="4400" b="1" dirty="0">
                <a:solidFill>
                  <a:srgbClr val="C00000"/>
                </a:solidFill>
              </a:rPr>
              <a:t>Activity: Evaluate f(n)</a:t>
            </a:r>
            <a:endParaRPr lang="en-US" sz="4800" b="1" dirty="0"/>
          </a:p>
        </p:txBody>
      </p:sp>
      <p:sp>
        <p:nvSpPr>
          <p:cNvPr id="3" name="Rectangle 2"/>
          <p:cNvSpPr/>
          <p:nvPr/>
        </p:nvSpPr>
        <p:spPr>
          <a:xfrm>
            <a:off x="5334000" y="1600569"/>
            <a:ext cx="3505200" cy="2246769"/>
          </a:xfrm>
          <a:prstGeom prst="rect">
            <a:avLst/>
          </a:prstGeom>
        </p:spPr>
        <p:txBody>
          <a:bodyPr wrap="square">
            <a:spAutoFit/>
          </a:bodyPr>
          <a:lstStyle/>
          <a:p>
            <a:r>
              <a:rPr lang="en-US" sz="2000" i="1" dirty="0"/>
              <a:t>Open and closed as they appear after the third iteration of heuristic search.</a:t>
            </a:r>
          </a:p>
          <a:p>
            <a:endParaRPr lang="en-US" sz="2000" i="1" dirty="0"/>
          </a:p>
          <a:p>
            <a:r>
              <a:rPr lang="en-US" sz="2000" dirty="0"/>
              <a:t>Evaluate why from the current state e5, this algorithm moves to f5 but not i7 in the next step.</a:t>
            </a:r>
            <a:endParaRPr lang="en-GB" sz="2000" dirty="0"/>
          </a:p>
        </p:txBody>
      </p:sp>
      <p:pic>
        <p:nvPicPr>
          <p:cNvPr id="2" name="Picture 1"/>
          <p:cNvPicPr>
            <a:picLocks noChangeAspect="1"/>
          </p:cNvPicPr>
          <p:nvPr/>
        </p:nvPicPr>
        <p:blipFill>
          <a:blip r:embed="rId3">
            <a:clrChange>
              <a:clrFrom>
                <a:srgbClr val="FEFEFE"/>
              </a:clrFrom>
              <a:clrTo>
                <a:srgbClr val="FEFEFE">
                  <a:alpha val="0"/>
                </a:srgbClr>
              </a:clrTo>
            </a:clrChange>
          </a:blip>
          <a:stretch>
            <a:fillRect/>
          </a:stretch>
        </p:blipFill>
        <p:spPr>
          <a:xfrm>
            <a:off x="152400" y="1447801"/>
            <a:ext cx="4947558" cy="4958680"/>
          </a:xfrm>
          <a:prstGeom prst="rect">
            <a:avLst/>
          </a:prstGeom>
        </p:spPr>
      </p:pic>
    </p:spTree>
    <p:extLst>
      <p:ext uri="{BB962C8B-B14F-4D97-AF65-F5344CB8AC3E}">
        <p14:creationId xmlns:p14="http://schemas.microsoft.com/office/powerpoint/2010/main" val="3165503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2919</TotalTime>
  <Words>2348</Words>
  <Application>Microsoft Office PowerPoint</Application>
  <PresentationFormat>On-screen Show (4:3)</PresentationFormat>
  <Paragraphs>387</Paragraphs>
  <Slides>40</Slides>
  <Notes>10</Notes>
  <HiddenSlides>2</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40</vt:i4>
      </vt:variant>
    </vt:vector>
  </HeadingPairs>
  <TitlesOfParts>
    <vt:vector size="52" baseType="lpstr">
      <vt:lpstr>ＭＳ Ｐゴシック</vt:lpstr>
      <vt:lpstr>Arial</vt:lpstr>
      <vt:lpstr>Baskerville Old Face</vt:lpstr>
      <vt:lpstr>Calibri</vt:lpstr>
      <vt:lpstr>lora</vt:lpstr>
      <vt:lpstr>open sans</vt:lpstr>
      <vt:lpstr>Papyrus</vt:lpstr>
      <vt:lpstr>Perpetua</vt:lpstr>
      <vt:lpstr>Roboto</vt:lpstr>
      <vt:lpstr>Wingdings</vt:lpstr>
      <vt:lpstr>Office Theme</vt:lpstr>
      <vt:lpstr>Custom Design</vt:lpstr>
      <vt:lpstr>Heuristic Search Algorithm</vt:lpstr>
      <vt:lpstr>Outline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Referee</dc:creator>
  <cp:lastModifiedBy>RUHAIDA</cp:lastModifiedBy>
  <cp:revision>352</cp:revision>
  <dcterms:created xsi:type="dcterms:W3CDTF">2012-07-30T02:22:03Z</dcterms:created>
  <dcterms:modified xsi:type="dcterms:W3CDTF">2019-10-25T08:16:38Z</dcterms:modified>
</cp:coreProperties>
</file>