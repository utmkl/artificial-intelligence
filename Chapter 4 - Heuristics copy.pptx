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6" r:id="rId2"/>
    <p:sldId id="267" r:id="rId3"/>
    <p:sldId id="268"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62" r:id="rId2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73" d="100"/>
          <a:sy n="73" d="100"/>
        </p:scale>
        <p:origin x="39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5816344F-40B8-CB46-BEBF-0E20F13C14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xmlns="" id="{FB2B9E7B-644F-D040-B07A-E756EE61C8F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C6A114AA-F7CD-40A9-9783-EC59B5CEB70C}" type="datetimeFigureOut">
              <a:rPr lang="en-US"/>
              <a:pPr>
                <a:defRPr/>
              </a:pPr>
              <a:t>10/25/2019</a:t>
            </a:fld>
            <a:endParaRPr lang="en-US"/>
          </a:p>
        </p:txBody>
      </p:sp>
      <p:sp>
        <p:nvSpPr>
          <p:cNvPr id="4" name="Slide Image Placeholder 3">
            <a:extLst>
              <a:ext uri="{FF2B5EF4-FFF2-40B4-BE49-F238E27FC236}">
                <a16:creationId xmlns:a16="http://schemas.microsoft.com/office/drawing/2014/main" xmlns="" id="{65FFB084-2E3D-7E4E-9A42-366C64FD197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xmlns="" id="{5304827A-4B82-414B-B731-EB8435AB38C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a:extLst>
              <a:ext uri="{FF2B5EF4-FFF2-40B4-BE49-F238E27FC236}">
                <a16:creationId xmlns:a16="http://schemas.microsoft.com/office/drawing/2014/main" xmlns="" id="{ED2AF2F6-E988-864E-BFA3-D2F56C6E8C31}"/>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xmlns="" id="{8BE80717-E125-5242-BC1D-00E58A050D22}"/>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111EAA6F-A07E-4B00-8B5F-785DA3402366}" type="slidenum">
              <a:rPr lang="en-US"/>
              <a:pPr>
                <a:defRPr/>
              </a:pPr>
              <a:t>‹#›</a:t>
            </a:fld>
            <a:endParaRPr lang="en-US"/>
          </a:p>
        </p:txBody>
      </p:sp>
    </p:spTree>
    <p:extLst>
      <p:ext uri="{BB962C8B-B14F-4D97-AF65-F5344CB8AC3E}">
        <p14:creationId xmlns:p14="http://schemas.microsoft.com/office/powerpoint/2010/main" val="24101782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xmlns="" id="{5F91DBA9-10B5-BF46-A1A5-AF97956F80CD}"/>
              </a:ext>
            </a:extLst>
          </p:cNvPr>
          <p:cNvSpPr>
            <a:spLocks noGrp="1"/>
          </p:cNvSpPr>
          <p:nvPr>
            <p:ph type="dt" sz="half" idx="10"/>
          </p:nvPr>
        </p:nvSpPr>
        <p:spPr/>
        <p:txBody>
          <a:bodyPr/>
          <a:lstStyle>
            <a:lvl1pPr>
              <a:defRPr/>
            </a:lvl1pPr>
          </a:lstStyle>
          <a:p>
            <a:pPr>
              <a:defRPr/>
            </a:pPr>
            <a:fld id="{43C03433-880C-4719-B187-D723827398F6}" type="datetimeFigureOut">
              <a:rPr lang="en-US"/>
              <a:pPr>
                <a:defRPr/>
              </a:pPr>
              <a:t>10/25/2019</a:t>
            </a:fld>
            <a:endParaRPr lang="en-US"/>
          </a:p>
        </p:txBody>
      </p:sp>
      <p:sp>
        <p:nvSpPr>
          <p:cNvPr id="4" name="Footer Placeholder 3">
            <a:extLst>
              <a:ext uri="{FF2B5EF4-FFF2-40B4-BE49-F238E27FC236}">
                <a16:creationId xmlns:a16="http://schemas.microsoft.com/office/drawing/2014/main" xmlns="" id="{96BA6F98-6F24-D34F-990A-D19B1E906D0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xmlns="" id="{4CB21995-AF81-664F-8FBA-CFAC904404B8}"/>
              </a:ext>
            </a:extLst>
          </p:cNvPr>
          <p:cNvSpPr>
            <a:spLocks noGrp="1"/>
          </p:cNvSpPr>
          <p:nvPr>
            <p:ph type="sldNum" sz="quarter" idx="12"/>
          </p:nvPr>
        </p:nvSpPr>
        <p:spPr/>
        <p:txBody>
          <a:bodyPr/>
          <a:lstStyle>
            <a:lvl1pPr>
              <a:defRPr/>
            </a:lvl1pPr>
          </a:lstStyle>
          <a:p>
            <a:pPr>
              <a:defRPr/>
            </a:pPr>
            <a:fld id="{E7A659B3-DC7C-4C47-9640-A1AE5581277D}" type="slidenum">
              <a:rPr lang="en-US"/>
              <a:pPr>
                <a:defRPr/>
              </a:pPr>
              <a:t>‹#›</a:t>
            </a:fld>
            <a:endParaRPr lang="en-US"/>
          </a:p>
        </p:txBody>
      </p:sp>
    </p:spTree>
    <p:extLst>
      <p:ext uri="{BB962C8B-B14F-4D97-AF65-F5344CB8AC3E}">
        <p14:creationId xmlns:p14="http://schemas.microsoft.com/office/powerpoint/2010/main" val="1368713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xmlns="" id="{56CD9F48-4EF1-4043-A3C7-DF1323DCB606}"/>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17349A80-F880-48D2-A8C3-0B02E2589C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Date Placeholder 3">
            <a:extLst>
              <a:ext uri="{FF2B5EF4-FFF2-40B4-BE49-F238E27FC236}">
                <a16:creationId xmlns:a16="http://schemas.microsoft.com/office/drawing/2014/main" xmlns="" id="{E50AEEB9-3563-0C42-8751-0F9EC309CD16}"/>
              </a:ext>
            </a:extLst>
          </p:cNvPr>
          <p:cNvSpPr>
            <a:spLocks noGrp="1"/>
          </p:cNvSpPr>
          <p:nvPr>
            <p:ph type="dt" sz="half" idx="10"/>
          </p:nvPr>
        </p:nvSpPr>
        <p:spPr/>
        <p:txBody>
          <a:bodyPr/>
          <a:lstStyle>
            <a:lvl1pPr>
              <a:defRPr/>
            </a:lvl1pPr>
          </a:lstStyle>
          <a:p>
            <a:pPr>
              <a:defRPr/>
            </a:pPr>
            <a:fld id="{F210E7A5-C147-4B94-B0A0-09825FEDDE53}" type="datetimeFigureOut">
              <a:rPr lang="en-US"/>
              <a:pPr>
                <a:defRPr/>
              </a:pPr>
              <a:t>10/25/2019</a:t>
            </a:fld>
            <a:endParaRPr lang="en-US"/>
          </a:p>
        </p:txBody>
      </p:sp>
      <p:sp>
        <p:nvSpPr>
          <p:cNvPr id="6" name="Footer Placeholder 4">
            <a:extLst>
              <a:ext uri="{FF2B5EF4-FFF2-40B4-BE49-F238E27FC236}">
                <a16:creationId xmlns:a16="http://schemas.microsoft.com/office/drawing/2014/main" xmlns="" id="{19FC4768-051E-0B48-931F-A8C4604468B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5B8EA7D9-ADC6-B047-BFFE-FECEA361C65D}"/>
              </a:ext>
            </a:extLst>
          </p:cNvPr>
          <p:cNvSpPr>
            <a:spLocks noGrp="1"/>
          </p:cNvSpPr>
          <p:nvPr>
            <p:ph type="sldNum" sz="quarter" idx="12"/>
          </p:nvPr>
        </p:nvSpPr>
        <p:spPr/>
        <p:txBody>
          <a:bodyPr/>
          <a:lstStyle>
            <a:lvl1pPr>
              <a:defRPr/>
            </a:lvl1pPr>
          </a:lstStyle>
          <a:p>
            <a:pPr>
              <a:defRPr/>
            </a:pPr>
            <a:fld id="{090DCFE7-2AF1-4F3E-8EC3-E6F9E60490AF}" type="slidenum">
              <a:rPr lang="en-US"/>
              <a:pPr>
                <a:defRPr/>
              </a:pPr>
              <a:t>‹#›</a:t>
            </a:fld>
            <a:endParaRPr lang="en-US"/>
          </a:p>
        </p:txBody>
      </p:sp>
    </p:spTree>
    <p:extLst>
      <p:ext uri="{BB962C8B-B14F-4D97-AF65-F5344CB8AC3E}">
        <p14:creationId xmlns:p14="http://schemas.microsoft.com/office/powerpoint/2010/main" val="1242258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xmlns="" id="{1D5B2406-E771-494E-960F-6BCA8C7D1638}"/>
              </a:ext>
            </a:extLst>
          </p:cNvPr>
          <p:cNvSpPr>
            <a:spLocks noGrp="1"/>
          </p:cNvSpPr>
          <p:nvPr>
            <p:ph type="dt" sz="half" idx="10"/>
          </p:nvPr>
        </p:nvSpPr>
        <p:spPr/>
        <p:txBody>
          <a:bodyPr/>
          <a:lstStyle>
            <a:lvl1pPr>
              <a:defRPr/>
            </a:lvl1pPr>
          </a:lstStyle>
          <a:p>
            <a:pPr>
              <a:defRPr/>
            </a:pPr>
            <a:fld id="{C9E62835-588C-4569-89B1-3C4AC06E1EA8}" type="datetimeFigureOut">
              <a:rPr lang="en-US"/>
              <a:pPr>
                <a:defRPr/>
              </a:pPr>
              <a:t>10/25/2019</a:t>
            </a:fld>
            <a:endParaRPr lang="en-US"/>
          </a:p>
        </p:txBody>
      </p:sp>
      <p:sp>
        <p:nvSpPr>
          <p:cNvPr id="4" name="Footer Placeholder 4">
            <a:extLst>
              <a:ext uri="{FF2B5EF4-FFF2-40B4-BE49-F238E27FC236}">
                <a16:creationId xmlns:a16="http://schemas.microsoft.com/office/drawing/2014/main" xmlns="" id="{5ECF29B9-012D-5447-A624-ADFC0CABBA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xmlns="" id="{4D1F6EAD-133C-6B41-94F6-FB5AC3570FDC}"/>
              </a:ext>
            </a:extLst>
          </p:cNvPr>
          <p:cNvSpPr>
            <a:spLocks noGrp="1"/>
          </p:cNvSpPr>
          <p:nvPr>
            <p:ph type="sldNum" sz="quarter" idx="12"/>
          </p:nvPr>
        </p:nvSpPr>
        <p:spPr/>
        <p:txBody>
          <a:bodyPr/>
          <a:lstStyle>
            <a:lvl1pPr>
              <a:defRPr/>
            </a:lvl1pPr>
          </a:lstStyle>
          <a:p>
            <a:pPr>
              <a:defRPr/>
            </a:pPr>
            <a:fld id="{A1DCBE43-4643-47EC-8F57-4E1532CA1AF5}" type="slidenum">
              <a:rPr lang="en-US"/>
              <a:pPr>
                <a:defRPr/>
              </a:pPr>
              <a:t>‹#›</a:t>
            </a:fld>
            <a:endParaRPr lang="en-US"/>
          </a:p>
        </p:txBody>
      </p:sp>
    </p:spTree>
    <p:extLst>
      <p:ext uri="{BB962C8B-B14F-4D97-AF65-F5344CB8AC3E}">
        <p14:creationId xmlns:p14="http://schemas.microsoft.com/office/powerpoint/2010/main" val="107507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xmlns="" id="{8D008091-AA51-494B-AE9F-750D1033ABD0}"/>
              </a:ext>
            </a:extLst>
          </p:cNvPr>
          <p:cNvSpPr>
            <a:spLocks noGrp="1"/>
          </p:cNvSpPr>
          <p:nvPr>
            <p:ph type="dt" sz="half" idx="10"/>
          </p:nvPr>
        </p:nvSpPr>
        <p:spPr/>
        <p:txBody>
          <a:bodyPr/>
          <a:lstStyle>
            <a:lvl1pPr>
              <a:defRPr/>
            </a:lvl1pPr>
          </a:lstStyle>
          <a:p>
            <a:pPr>
              <a:defRPr/>
            </a:pPr>
            <a:fld id="{CA4B3249-140C-427D-BCDE-0307DD0661FA}" type="datetimeFigureOut">
              <a:rPr lang="en-US"/>
              <a:pPr>
                <a:defRPr/>
              </a:pPr>
              <a:t>10/25/2019</a:t>
            </a:fld>
            <a:endParaRPr lang="en-US"/>
          </a:p>
        </p:txBody>
      </p:sp>
      <p:sp>
        <p:nvSpPr>
          <p:cNvPr id="4" name="Footer Placeholder 4">
            <a:extLst>
              <a:ext uri="{FF2B5EF4-FFF2-40B4-BE49-F238E27FC236}">
                <a16:creationId xmlns:a16="http://schemas.microsoft.com/office/drawing/2014/main" xmlns="" id="{0587F3B5-599F-FC44-A469-BDD766880BA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xmlns="" id="{73056C15-AFAC-084C-9B58-4A9A7FE23888}"/>
              </a:ext>
            </a:extLst>
          </p:cNvPr>
          <p:cNvSpPr>
            <a:spLocks noGrp="1"/>
          </p:cNvSpPr>
          <p:nvPr>
            <p:ph type="sldNum" sz="quarter" idx="12"/>
          </p:nvPr>
        </p:nvSpPr>
        <p:spPr/>
        <p:txBody>
          <a:bodyPr/>
          <a:lstStyle>
            <a:lvl1pPr>
              <a:defRPr/>
            </a:lvl1pPr>
          </a:lstStyle>
          <a:p>
            <a:pPr>
              <a:defRPr/>
            </a:pPr>
            <a:fld id="{FAA0446F-085D-45B2-B851-CBC45A227529}" type="slidenum">
              <a:rPr lang="en-US"/>
              <a:pPr>
                <a:defRPr/>
              </a:pPr>
              <a:t>‹#›</a:t>
            </a:fld>
            <a:endParaRPr lang="en-US"/>
          </a:p>
        </p:txBody>
      </p:sp>
    </p:spTree>
    <p:extLst>
      <p:ext uri="{BB962C8B-B14F-4D97-AF65-F5344CB8AC3E}">
        <p14:creationId xmlns:p14="http://schemas.microsoft.com/office/powerpoint/2010/main" val="159846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xmlns="" id="{E0DE207D-6691-4CB8-88CE-6CF5B9F399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D805C8B-38F6-4ACA-A38B-3548E945FBA9}"/>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30049F08-1805-4624-93F8-916A81B759F7}"/>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xmlns="" id="{779210A2-6671-9C4C-AD2E-A394898E55E1}"/>
              </a:ext>
            </a:extLst>
          </p:cNvPr>
          <p:cNvSpPr>
            <a:spLocks noGrp="1"/>
          </p:cNvSpPr>
          <p:nvPr>
            <p:ph type="dt" sz="half" idx="10"/>
          </p:nvPr>
        </p:nvSpPr>
        <p:spPr/>
        <p:txBody>
          <a:bodyPr/>
          <a:lstStyle>
            <a:lvl1pPr>
              <a:defRPr/>
            </a:lvl1pPr>
          </a:lstStyle>
          <a:p>
            <a:pPr>
              <a:defRPr/>
            </a:pPr>
            <a:fld id="{40ACBD45-8145-4054-8833-86597C64892F}" type="datetimeFigureOut">
              <a:rPr lang="en-US"/>
              <a:pPr>
                <a:defRPr/>
              </a:pPr>
              <a:t>10/25/2019</a:t>
            </a:fld>
            <a:endParaRPr lang="en-US"/>
          </a:p>
        </p:txBody>
      </p:sp>
      <p:sp>
        <p:nvSpPr>
          <p:cNvPr id="7" name="Footer Placeholder 5">
            <a:extLst>
              <a:ext uri="{FF2B5EF4-FFF2-40B4-BE49-F238E27FC236}">
                <a16:creationId xmlns:a16="http://schemas.microsoft.com/office/drawing/2014/main" xmlns="" id="{AC313DC1-CE4E-3645-8BBB-15027805CB75}"/>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xmlns="" id="{44851F3F-14F0-134F-B7B7-ED5D07CCA386}"/>
              </a:ext>
            </a:extLst>
          </p:cNvPr>
          <p:cNvSpPr>
            <a:spLocks noGrp="1"/>
          </p:cNvSpPr>
          <p:nvPr>
            <p:ph type="sldNum" sz="quarter" idx="12"/>
          </p:nvPr>
        </p:nvSpPr>
        <p:spPr/>
        <p:txBody>
          <a:bodyPr/>
          <a:lstStyle>
            <a:lvl1pPr>
              <a:defRPr/>
            </a:lvl1pPr>
          </a:lstStyle>
          <a:p>
            <a:pPr>
              <a:defRPr/>
            </a:pPr>
            <a:fld id="{97C46D5E-3610-4062-B87A-1A49E7706356}" type="slidenum">
              <a:rPr lang="en-US"/>
              <a:pPr>
                <a:defRPr/>
              </a:pPr>
              <a:t>‹#›</a:t>
            </a:fld>
            <a:endParaRPr lang="en-US"/>
          </a:p>
        </p:txBody>
      </p:sp>
    </p:spTree>
    <p:extLst>
      <p:ext uri="{BB962C8B-B14F-4D97-AF65-F5344CB8AC3E}">
        <p14:creationId xmlns:p14="http://schemas.microsoft.com/office/powerpoint/2010/main" val="643190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6">
            <a:extLst>
              <a:ext uri="{FF2B5EF4-FFF2-40B4-BE49-F238E27FC236}">
                <a16:creationId xmlns:a16="http://schemas.microsoft.com/office/drawing/2014/main" xmlns="" id="{C40332C6-AD05-3846-A094-6EF6B6EF5B19}"/>
              </a:ext>
            </a:extLst>
          </p:cNvPr>
          <p:cNvSpPr>
            <a:spLocks noGrp="1"/>
          </p:cNvSpPr>
          <p:nvPr>
            <p:ph type="dt" sz="half" idx="10"/>
          </p:nvPr>
        </p:nvSpPr>
        <p:spPr/>
        <p:txBody>
          <a:bodyPr/>
          <a:lstStyle>
            <a:lvl1pPr>
              <a:defRPr/>
            </a:lvl1pPr>
          </a:lstStyle>
          <a:p>
            <a:pPr>
              <a:defRPr/>
            </a:pPr>
            <a:fld id="{430EDCCC-FD91-4BA6-A51A-FC8AD3EC5153}" type="datetimeFigureOut">
              <a:rPr lang="en-US"/>
              <a:pPr>
                <a:defRPr/>
              </a:pPr>
              <a:t>10/25/2019</a:t>
            </a:fld>
            <a:endParaRPr lang="en-US"/>
          </a:p>
        </p:txBody>
      </p:sp>
      <p:sp>
        <p:nvSpPr>
          <p:cNvPr id="4" name="Footer Placeholder 7">
            <a:extLst>
              <a:ext uri="{FF2B5EF4-FFF2-40B4-BE49-F238E27FC236}">
                <a16:creationId xmlns:a16="http://schemas.microsoft.com/office/drawing/2014/main" xmlns="" id="{D1781E93-3141-7A49-B201-3BA2D3627A6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8">
            <a:extLst>
              <a:ext uri="{FF2B5EF4-FFF2-40B4-BE49-F238E27FC236}">
                <a16:creationId xmlns:a16="http://schemas.microsoft.com/office/drawing/2014/main" xmlns="" id="{D5579E52-B7A7-E74D-A683-7EBE558604D3}"/>
              </a:ext>
            </a:extLst>
          </p:cNvPr>
          <p:cNvSpPr>
            <a:spLocks noGrp="1"/>
          </p:cNvSpPr>
          <p:nvPr>
            <p:ph type="sldNum" sz="quarter" idx="12"/>
          </p:nvPr>
        </p:nvSpPr>
        <p:spPr/>
        <p:txBody>
          <a:bodyPr/>
          <a:lstStyle>
            <a:lvl1pPr>
              <a:defRPr/>
            </a:lvl1pPr>
          </a:lstStyle>
          <a:p>
            <a:pPr>
              <a:defRPr/>
            </a:pPr>
            <a:fld id="{5067B4A0-8537-46FA-8F2D-E73F111B1762}" type="slidenum">
              <a:rPr lang="en-US"/>
              <a:pPr>
                <a:defRPr/>
              </a:pPr>
              <a:t>‹#›</a:t>
            </a:fld>
            <a:endParaRPr lang="en-US"/>
          </a:p>
        </p:txBody>
      </p:sp>
    </p:spTree>
    <p:extLst>
      <p:ext uri="{BB962C8B-B14F-4D97-AF65-F5344CB8AC3E}">
        <p14:creationId xmlns:p14="http://schemas.microsoft.com/office/powerpoint/2010/main" val="1385552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xmlns="" id="{034D6447-46EF-4D76-B6F0-24723C8FA94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xmlns="" id="{2FDA41F5-D6E9-2F42-BAF4-0693DC10005B}"/>
              </a:ext>
            </a:extLst>
          </p:cNvPr>
          <p:cNvSpPr>
            <a:spLocks noGrp="1"/>
          </p:cNvSpPr>
          <p:nvPr>
            <p:ph type="dt" sz="half" idx="10"/>
          </p:nvPr>
        </p:nvSpPr>
        <p:spPr/>
        <p:txBody>
          <a:bodyPr/>
          <a:lstStyle>
            <a:lvl1pPr>
              <a:defRPr/>
            </a:lvl1pPr>
          </a:lstStyle>
          <a:p>
            <a:pPr>
              <a:defRPr/>
            </a:pPr>
            <a:fld id="{40DA6B0F-C26F-4A1F-9F95-51856B9DD39A}" type="datetimeFigureOut">
              <a:rPr lang="en-US"/>
              <a:pPr>
                <a:defRPr/>
              </a:pPr>
              <a:t>10/25/2019</a:t>
            </a:fld>
            <a:endParaRPr lang="en-US"/>
          </a:p>
        </p:txBody>
      </p:sp>
      <p:sp>
        <p:nvSpPr>
          <p:cNvPr id="5" name="Footer Placeholder 3">
            <a:extLst>
              <a:ext uri="{FF2B5EF4-FFF2-40B4-BE49-F238E27FC236}">
                <a16:creationId xmlns:a16="http://schemas.microsoft.com/office/drawing/2014/main" xmlns="" id="{DC1696ED-612F-2247-A39A-88CC2D97A6D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xmlns="" id="{82984179-E650-344B-AC5D-2D50F11E21AC}"/>
              </a:ext>
            </a:extLst>
          </p:cNvPr>
          <p:cNvSpPr>
            <a:spLocks noGrp="1"/>
          </p:cNvSpPr>
          <p:nvPr>
            <p:ph type="sldNum" sz="quarter" idx="12"/>
          </p:nvPr>
        </p:nvSpPr>
        <p:spPr/>
        <p:txBody>
          <a:bodyPr/>
          <a:lstStyle>
            <a:lvl1pPr>
              <a:defRPr/>
            </a:lvl1pPr>
          </a:lstStyle>
          <a:p>
            <a:pPr>
              <a:defRPr/>
            </a:pPr>
            <a:fld id="{C1B06857-0A1B-429C-852A-3DB037347AD0}" type="slidenum">
              <a:rPr lang="en-US"/>
              <a:pPr>
                <a:defRPr/>
              </a:pPr>
              <a:t>‹#›</a:t>
            </a:fld>
            <a:endParaRPr lang="en-US"/>
          </a:p>
        </p:txBody>
      </p:sp>
    </p:spTree>
    <p:extLst>
      <p:ext uri="{BB962C8B-B14F-4D97-AF65-F5344CB8AC3E}">
        <p14:creationId xmlns:p14="http://schemas.microsoft.com/office/powerpoint/2010/main" val="443329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xmlns="" id="{8A59D11D-D97F-42D6-ACE2-0CBB2BA319A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xmlns="" id="{13BB0B7F-325A-024D-8EAA-7A0239BC7B21}"/>
              </a:ext>
            </a:extLst>
          </p:cNvPr>
          <p:cNvSpPr>
            <a:spLocks noGrp="1"/>
          </p:cNvSpPr>
          <p:nvPr>
            <p:ph type="dt" sz="half" idx="10"/>
          </p:nvPr>
        </p:nvSpPr>
        <p:spPr/>
        <p:txBody>
          <a:bodyPr/>
          <a:lstStyle>
            <a:lvl1pPr>
              <a:defRPr/>
            </a:lvl1pPr>
          </a:lstStyle>
          <a:p>
            <a:pPr>
              <a:defRPr/>
            </a:pPr>
            <a:fld id="{182878CC-A614-4E78-AF62-FE59734E53B7}" type="datetimeFigureOut">
              <a:rPr lang="en-US"/>
              <a:pPr>
                <a:defRPr/>
              </a:pPr>
              <a:t>10/25/2019</a:t>
            </a:fld>
            <a:endParaRPr lang="en-US"/>
          </a:p>
        </p:txBody>
      </p:sp>
      <p:sp>
        <p:nvSpPr>
          <p:cNvPr id="5" name="Footer Placeholder 3">
            <a:extLst>
              <a:ext uri="{FF2B5EF4-FFF2-40B4-BE49-F238E27FC236}">
                <a16:creationId xmlns:a16="http://schemas.microsoft.com/office/drawing/2014/main" xmlns="" id="{BAC08603-6DC3-B840-B2C1-0B81C509EDB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xmlns="" id="{E8DA4334-CB0A-F140-BF83-689845C73F70}"/>
              </a:ext>
            </a:extLst>
          </p:cNvPr>
          <p:cNvSpPr>
            <a:spLocks noGrp="1"/>
          </p:cNvSpPr>
          <p:nvPr>
            <p:ph type="sldNum" sz="quarter" idx="12"/>
          </p:nvPr>
        </p:nvSpPr>
        <p:spPr/>
        <p:txBody>
          <a:bodyPr/>
          <a:lstStyle>
            <a:lvl1pPr>
              <a:defRPr/>
            </a:lvl1pPr>
          </a:lstStyle>
          <a:p>
            <a:pPr>
              <a:defRPr/>
            </a:pPr>
            <a:fld id="{0F531A91-F912-40BD-93D0-30799D1C08F9}" type="slidenum">
              <a:rPr lang="en-US"/>
              <a:pPr>
                <a:defRPr/>
              </a:pPr>
              <a:t>‹#›</a:t>
            </a:fld>
            <a:endParaRPr lang="en-US"/>
          </a:p>
        </p:txBody>
      </p:sp>
    </p:spTree>
    <p:extLst>
      <p:ext uri="{BB962C8B-B14F-4D97-AF65-F5344CB8AC3E}">
        <p14:creationId xmlns:p14="http://schemas.microsoft.com/office/powerpoint/2010/main" val="695608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xmlns="" id="{C64D3F30-2FCF-884B-A2AD-3DD36F6A23D8}"/>
              </a:ext>
            </a:extLst>
          </p:cNvPr>
          <p:cNvSpPr>
            <a:spLocks noGrp="1"/>
          </p:cNvSpPr>
          <p:nvPr>
            <p:ph type="dt" sz="half" idx="10"/>
          </p:nvPr>
        </p:nvSpPr>
        <p:spPr/>
        <p:txBody>
          <a:bodyPr/>
          <a:lstStyle>
            <a:lvl1pPr>
              <a:defRPr/>
            </a:lvl1pPr>
          </a:lstStyle>
          <a:p>
            <a:pPr>
              <a:defRPr/>
            </a:pPr>
            <a:fld id="{C1CB8D36-E7A4-40E4-B8E2-BE783979D10C}" type="datetimeFigureOut">
              <a:rPr lang="en-US"/>
              <a:pPr>
                <a:defRPr/>
              </a:pPr>
              <a:t>10/25/2019</a:t>
            </a:fld>
            <a:endParaRPr lang="en-US"/>
          </a:p>
        </p:txBody>
      </p:sp>
      <p:sp>
        <p:nvSpPr>
          <p:cNvPr id="4" name="Footer Placeholder 3">
            <a:extLst>
              <a:ext uri="{FF2B5EF4-FFF2-40B4-BE49-F238E27FC236}">
                <a16:creationId xmlns:a16="http://schemas.microsoft.com/office/drawing/2014/main" xmlns="" id="{9780A019-FE0D-914B-AD97-A3C14C4D67E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xmlns="" id="{492D8046-2FAE-964C-8F00-13E666432DB2}"/>
              </a:ext>
            </a:extLst>
          </p:cNvPr>
          <p:cNvSpPr>
            <a:spLocks noGrp="1"/>
          </p:cNvSpPr>
          <p:nvPr>
            <p:ph type="sldNum" sz="quarter" idx="12"/>
          </p:nvPr>
        </p:nvSpPr>
        <p:spPr/>
        <p:txBody>
          <a:bodyPr/>
          <a:lstStyle>
            <a:lvl1pPr>
              <a:defRPr/>
            </a:lvl1pPr>
          </a:lstStyle>
          <a:p>
            <a:pPr>
              <a:defRPr/>
            </a:pPr>
            <a:fld id="{D7792BA9-3FEB-4B88-88E5-D112300B33E5}" type="slidenum">
              <a:rPr lang="en-US"/>
              <a:pPr>
                <a:defRPr/>
              </a:pPr>
              <a:t>‹#›</a:t>
            </a:fld>
            <a:endParaRPr lang="en-US"/>
          </a:p>
        </p:txBody>
      </p:sp>
    </p:spTree>
    <p:extLst>
      <p:ext uri="{BB962C8B-B14F-4D97-AF65-F5344CB8AC3E}">
        <p14:creationId xmlns:p14="http://schemas.microsoft.com/office/powerpoint/2010/main" val="2529004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1">
            <a:extLst>
              <a:ext uri="{FF2B5EF4-FFF2-40B4-BE49-F238E27FC236}">
                <a16:creationId xmlns:a16="http://schemas.microsoft.com/office/drawing/2014/main" xmlns="" id="{C118C838-0E28-5149-A878-ACBF4AF8CE60}"/>
              </a:ext>
            </a:extLst>
          </p:cNvPr>
          <p:cNvSpPr>
            <a:spLocks noGrp="1"/>
          </p:cNvSpPr>
          <p:nvPr>
            <p:ph type="dt" sz="half" idx="10"/>
          </p:nvPr>
        </p:nvSpPr>
        <p:spPr/>
        <p:txBody>
          <a:bodyPr/>
          <a:lstStyle>
            <a:lvl1pPr>
              <a:defRPr/>
            </a:lvl1pPr>
          </a:lstStyle>
          <a:p>
            <a:pPr>
              <a:defRPr/>
            </a:pPr>
            <a:fld id="{590F9DAF-FEA6-4D7D-9525-7675BA8D92D3}" type="datetimeFigureOut">
              <a:rPr lang="en-US"/>
              <a:pPr>
                <a:defRPr/>
              </a:pPr>
              <a:t>10/25/2019</a:t>
            </a:fld>
            <a:endParaRPr lang="en-US"/>
          </a:p>
        </p:txBody>
      </p:sp>
      <p:sp>
        <p:nvSpPr>
          <p:cNvPr id="4" name="Footer Placeholder 2">
            <a:extLst>
              <a:ext uri="{FF2B5EF4-FFF2-40B4-BE49-F238E27FC236}">
                <a16:creationId xmlns:a16="http://schemas.microsoft.com/office/drawing/2014/main" xmlns="" id="{069AD302-5EBB-6749-A84A-E134509834A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3">
            <a:extLst>
              <a:ext uri="{FF2B5EF4-FFF2-40B4-BE49-F238E27FC236}">
                <a16:creationId xmlns:a16="http://schemas.microsoft.com/office/drawing/2014/main" xmlns="" id="{EB627E97-382D-6745-B232-6710101093CA}"/>
              </a:ext>
            </a:extLst>
          </p:cNvPr>
          <p:cNvSpPr>
            <a:spLocks noGrp="1"/>
          </p:cNvSpPr>
          <p:nvPr>
            <p:ph type="sldNum" sz="quarter" idx="12"/>
          </p:nvPr>
        </p:nvSpPr>
        <p:spPr/>
        <p:txBody>
          <a:bodyPr/>
          <a:lstStyle>
            <a:lvl1pPr>
              <a:defRPr/>
            </a:lvl1pPr>
          </a:lstStyle>
          <a:p>
            <a:pPr>
              <a:defRPr/>
            </a:pPr>
            <a:fld id="{764C9BD4-E4FB-4520-AF8B-C7F39873E884}" type="slidenum">
              <a:rPr lang="en-US"/>
              <a:pPr>
                <a:defRPr/>
              </a:pPr>
              <a:t>‹#›</a:t>
            </a:fld>
            <a:endParaRPr lang="en-US"/>
          </a:p>
        </p:txBody>
      </p:sp>
    </p:spTree>
    <p:extLst>
      <p:ext uri="{BB962C8B-B14F-4D97-AF65-F5344CB8AC3E}">
        <p14:creationId xmlns:p14="http://schemas.microsoft.com/office/powerpoint/2010/main" val="380117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EF500E-6285-47B7-953E-7536D61995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43822BB6-902B-4B71-A064-12279185E061}"/>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E680F693-3BC1-4F84-8E52-8FB92EDC8EE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xmlns="" id="{61D2DF8C-500E-4EF9-950E-4D1F912BC39C}"/>
              </a:ext>
            </a:extLst>
          </p:cNvPr>
          <p:cNvSpPr>
            <a:spLocks noGrp="1"/>
          </p:cNvSpPr>
          <p:nvPr>
            <p:ph type="dt" sz="half" idx="10"/>
          </p:nvPr>
        </p:nvSpPr>
        <p:spPr/>
        <p:txBody>
          <a:bodyPr/>
          <a:lstStyle>
            <a:lvl1pPr>
              <a:defRPr/>
            </a:lvl1pPr>
          </a:lstStyle>
          <a:p>
            <a:pPr>
              <a:defRPr/>
            </a:pPr>
            <a:fld id="{34034516-87DE-40BD-9140-C63157BC982D}" type="datetimeFigureOut">
              <a:rPr lang="en-US"/>
              <a:pPr>
                <a:defRPr/>
              </a:pPr>
              <a:t>10/25/2019</a:t>
            </a:fld>
            <a:endParaRPr lang="en-US"/>
          </a:p>
        </p:txBody>
      </p:sp>
      <p:sp>
        <p:nvSpPr>
          <p:cNvPr id="6" name="Footer Placeholder 4">
            <a:extLst>
              <a:ext uri="{FF2B5EF4-FFF2-40B4-BE49-F238E27FC236}">
                <a16:creationId xmlns:a16="http://schemas.microsoft.com/office/drawing/2014/main" xmlns="" id="{168F2BA2-A22B-4E34-80A5-84D2C3F4DBF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66521561-873F-4C1D-BD8B-3AFBA233EDC5}"/>
              </a:ext>
            </a:extLst>
          </p:cNvPr>
          <p:cNvSpPr>
            <a:spLocks noGrp="1"/>
          </p:cNvSpPr>
          <p:nvPr>
            <p:ph type="sldNum" sz="quarter" idx="12"/>
          </p:nvPr>
        </p:nvSpPr>
        <p:spPr/>
        <p:txBody>
          <a:bodyPr/>
          <a:lstStyle>
            <a:lvl1pPr>
              <a:defRPr/>
            </a:lvl1pPr>
          </a:lstStyle>
          <a:p>
            <a:pPr>
              <a:defRPr/>
            </a:pPr>
            <a:fld id="{124DB60B-6725-492D-955D-A00B0184E17D}" type="slidenum">
              <a:rPr lang="en-US"/>
              <a:pPr>
                <a:defRPr/>
              </a:pPr>
              <a:t>‹#›</a:t>
            </a:fld>
            <a:endParaRPr lang="en-US"/>
          </a:p>
        </p:txBody>
      </p:sp>
    </p:spTree>
    <p:extLst>
      <p:ext uri="{BB962C8B-B14F-4D97-AF65-F5344CB8AC3E}">
        <p14:creationId xmlns:p14="http://schemas.microsoft.com/office/powerpoint/2010/main" val="7702577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B93017-577D-4F1F-B2E2-D11D0645586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9A262013-2353-4184-AF0C-5493C31AAC7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xmlns="" id="{C979331E-511A-4572-B108-37D5980F989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xmlns="" id="{61D2DF8C-500E-4EF9-950E-4D1F912BC39C}"/>
              </a:ext>
            </a:extLst>
          </p:cNvPr>
          <p:cNvSpPr>
            <a:spLocks noGrp="1"/>
          </p:cNvSpPr>
          <p:nvPr>
            <p:ph type="dt" sz="half" idx="10"/>
          </p:nvPr>
        </p:nvSpPr>
        <p:spPr/>
        <p:txBody>
          <a:bodyPr/>
          <a:lstStyle>
            <a:lvl1pPr>
              <a:defRPr/>
            </a:lvl1pPr>
          </a:lstStyle>
          <a:p>
            <a:pPr>
              <a:defRPr/>
            </a:pPr>
            <a:fld id="{9319049A-4597-4AE2-A1A7-1E5480470953}" type="datetimeFigureOut">
              <a:rPr lang="en-US"/>
              <a:pPr>
                <a:defRPr/>
              </a:pPr>
              <a:t>10/25/2019</a:t>
            </a:fld>
            <a:endParaRPr lang="en-US"/>
          </a:p>
        </p:txBody>
      </p:sp>
      <p:sp>
        <p:nvSpPr>
          <p:cNvPr id="6" name="Footer Placeholder 4">
            <a:extLst>
              <a:ext uri="{FF2B5EF4-FFF2-40B4-BE49-F238E27FC236}">
                <a16:creationId xmlns:a16="http://schemas.microsoft.com/office/drawing/2014/main" xmlns="" id="{168F2BA2-A22B-4E34-80A5-84D2C3F4DBF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66521561-873F-4C1D-BD8B-3AFBA233EDC5}"/>
              </a:ext>
            </a:extLst>
          </p:cNvPr>
          <p:cNvSpPr>
            <a:spLocks noGrp="1"/>
          </p:cNvSpPr>
          <p:nvPr>
            <p:ph type="sldNum" sz="quarter" idx="12"/>
          </p:nvPr>
        </p:nvSpPr>
        <p:spPr/>
        <p:txBody>
          <a:bodyPr/>
          <a:lstStyle>
            <a:lvl1pPr>
              <a:defRPr/>
            </a:lvl1pPr>
          </a:lstStyle>
          <a:p>
            <a:pPr>
              <a:defRPr/>
            </a:pPr>
            <a:fld id="{57D970AB-1748-4755-A1DA-DEC309E77403}" type="slidenum">
              <a:rPr lang="en-US"/>
              <a:pPr>
                <a:defRPr/>
              </a:pPr>
              <a:t>‹#›</a:t>
            </a:fld>
            <a:endParaRPr lang="en-US"/>
          </a:p>
        </p:txBody>
      </p:sp>
    </p:spTree>
    <p:extLst>
      <p:ext uri="{BB962C8B-B14F-4D97-AF65-F5344CB8AC3E}">
        <p14:creationId xmlns:p14="http://schemas.microsoft.com/office/powerpoint/2010/main" val="1899389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5BC5C2-75E0-4760-B4AB-EAF43C069FF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18D19DDB-0729-4696-8863-907665458212}"/>
              </a:ext>
            </a:extLst>
          </p:cNvPr>
          <p:cNvSpPr>
            <a:spLocks noGrp="1"/>
          </p:cNvSpPr>
          <p:nvPr>
            <p:ph type="body" orient="vert" idx="1"/>
          </p:nvPr>
        </p:nvSpPr>
        <p:spPr>
          <a:xfrm>
            <a:off x="838200" y="1825625"/>
            <a:ext cx="10515600" cy="3000375"/>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1D2DF8C-500E-4EF9-950E-4D1F912BC39C}"/>
              </a:ext>
            </a:extLst>
          </p:cNvPr>
          <p:cNvSpPr>
            <a:spLocks noGrp="1"/>
          </p:cNvSpPr>
          <p:nvPr>
            <p:ph type="dt" sz="half" idx="10"/>
          </p:nvPr>
        </p:nvSpPr>
        <p:spPr/>
        <p:txBody>
          <a:bodyPr/>
          <a:lstStyle>
            <a:lvl1pPr>
              <a:defRPr/>
            </a:lvl1pPr>
          </a:lstStyle>
          <a:p>
            <a:pPr>
              <a:defRPr/>
            </a:pPr>
            <a:fld id="{E2132FEA-77D7-4C63-8466-340C0E64A7D3}" type="datetimeFigureOut">
              <a:rPr lang="en-US"/>
              <a:pPr>
                <a:defRPr/>
              </a:pPr>
              <a:t>10/25/2019</a:t>
            </a:fld>
            <a:endParaRPr lang="en-US"/>
          </a:p>
        </p:txBody>
      </p:sp>
      <p:sp>
        <p:nvSpPr>
          <p:cNvPr id="5" name="Footer Placeholder 4">
            <a:extLst>
              <a:ext uri="{FF2B5EF4-FFF2-40B4-BE49-F238E27FC236}">
                <a16:creationId xmlns:a16="http://schemas.microsoft.com/office/drawing/2014/main" xmlns="" id="{168F2BA2-A22B-4E34-80A5-84D2C3F4DBF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66521561-873F-4C1D-BD8B-3AFBA233EDC5}"/>
              </a:ext>
            </a:extLst>
          </p:cNvPr>
          <p:cNvSpPr>
            <a:spLocks noGrp="1"/>
          </p:cNvSpPr>
          <p:nvPr>
            <p:ph type="sldNum" sz="quarter" idx="12"/>
          </p:nvPr>
        </p:nvSpPr>
        <p:spPr/>
        <p:txBody>
          <a:bodyPr/>
          <a:lstStyle>
            <a:lvl1pPr>
              <a:defRPr/>
            </a:lvl1pPr>
          </a:lstStyle>
          <a:p>
            <a:pPr>
              <a:defRPr/>
            </a:pPr>
            <a:fld id="{8C9BD304-9F56-417E-BBB7-F16F39BC9B24}" type="slidenum">
              <a:rPr lang="en-US"/>
              <a:pPr>
                <a:defRPr/>
              </a:pPr>
              <a:t>‹#›</a:t>
            </a:fld>
            <a:endParaRPr lang="en-US"/>
          </a:p>
        </p:txBody>
      </p:sp>
    </p:spTree>
    <p:extLst>
      <p:ext uri="{BB962C8B-B14F-4D97-AF65-F5344CB8AC3E}">
        <p14:creationId xmlns:p14="http://schemas.microsoft.com/office/powerpoint/2010/main" val="28604011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185E3B64-C723-44B3-BBB0-617FC6B1C3D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A84FB109-9D8B-485B-9CA0-576A358F5DA0}"/>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1D2DF8C-500E-4EF9-950E-4D1F912BC39C}"/>
              </a:ext>
            </a:extLst>
          </p:cNvPr>
          <p:cNvSpPr>
            <a:spLocks noGrp="1"/>
          </p:cNvSpPr>
          <p:nvPr>
            <p:ph type="dt" sz="half" idx="10"/>
          </p:nvPr>
        </p:nvSpPr>
        <p:spPr/>
        <p:txBody>
          <a:bodyPr/>
          <a:lstStyle>
            <a:lvl1pPr>
              <a:defRPr/>
            </a:lvl1pPr>
          </a:lstStyle>
          <a:p>
            <a:pPr>
              <a:defRPr/>
            </a:pPr>
            <a:fld id="{6EB8AF2F-B1E0-4B7F-9311-7B36712C2A71}" type="datetimeFigureOut">
              <a:rPr lang="en-US"/>
              <a:pPr>
                <a:defRPr/>
              </a:pPr>
              <a:t>10/25/2019</a:t>
            </a:fld>
            <a:endParaRPr lang="en-US"/>
          </a:p>
        </p:txBody>
      </p:sp>
      <p:sp>
        <p:nvSpPr>
          <p:cNvPr id="5" name="Footer Placeholder 4">
            <a:extLst>
              <a:ext uri="{FF2B5EF4-FFF2-40B4-BE49-F238E27FC236}">
                <a16:creationId xmlns:a16="http://schemas.microsoft.com/office/drawing/2014/main" xmlns="" id="{168F2BA2-A22B-4E34-80A5-84D2C3F4DBF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66521561-873F-4C1D-BD8B-3AFBA233EDC5}"/>
              </a:ext>
            </a:extLst>
          </p:cNvPr>
          <p:cNvSpPr>
            <a:spLocks noGrp="1"/>
          </p:cNvSpPr>
          <p:nvPr>
            <p:ph type="sldNum" sz="quarter" idx="12"/>
          </p:nvPr>
        </p:nvSpPr>
        <p:spPr/>
        <p:txBody>
          <a:bodyPr/>
          <a:lstStyle>
            <a:lvl1pPr>
              <a:defRPr/>
            </a:lvl1pPr>
          </a:lstStyle>
          <a:p>
            <a:pPr>
              <a:defRPr/>
            </a:pPr>
            <a:fld id="{A44A1962-52E2-432B-98B9-2A47611E8431}" type="slidenum">
              <a:rPr lang="en-US"/>
              <a:pPr>
                <a:defRPr/>
              </a:pPr>
              <a:t>‹#›</a:t>
            </a:fld>
            <a:endParaRPr lang="en-US"/>
          </a:p>
        </p:txBody>
      </p:sp>
    </p:spTree>
    <p:extLst>
      <p:ext uri="{BB962C8B-B14F-4D97-AF65-F5344CB8AC3E}">
        <p14:creationId xmlns:p14="http://schemas.microsoft.com/office/powerpoint/2010/main" val="2977418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61D2DF8C-500E-4EF9-950E-4D1F912BC3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AA0A8A86-F7DF-4D23-B0FE-F58148BAB643}" type="datetimeFigureOut">
              <a:rPr lang="en-US"/>
              <a:pPr>
                <a:defRPr/>
              </a:pPr>
              <a:t>10/25/2019</a:t>
            </a:fld>
            <a:endParaRPr lang="en-US"/>
          </a:p>
        </p:txBody>
      </p:sp>
      <p:sp>
        <p:nvSpPr>
          <p:cNvPr id="5" name="Footer Placeholder 4">
            <a:extLst>
              <a:ext uri="{FF2B5EF4-FFF2-40B4-BE49-F238E27FC236}">
                <a16:creationId xmlns:a16="http://schemas.microsoft.com/office/drawing/2014/main" xmlns="" id="{168F2BA2-A22B-4E34-80A5-84D2C3F4DB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xmlns="" id="{66521561-873F-4C1D-BD8B-3AFBA233ED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1642D9D6-0053-4790-8203-7A524D36FD7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41" r:id="rId1"/>
    <p:sldLayoutId id="2147483942" r:id="rId2"/>
    <p:sldLayoutId id="2147483943" r:id="rId3"/>
    <p:sldLayoutId id="2147483944" r:id="rId4"/>
    <p:sldLayoutId id="2147483945" r:id="rId5"/>
    <p:sldLayoutId id="2147483946" r:id="rId6"/>
    <p:sldLayoutId id="2147483947" r:id="rId7"/>
    <p:sldLayoutId id="2147483948" r:id="rId8"/>
    <p:sldLayoutId id="2147483949" r:id="rId9"/>
    <p:sldLayoutId id="2147483950" r:id="rId10"/>
    <p:sldLayoutId id="2147483937" r:id="rId11"/>
    <p:sldLayoutId id="2147483938" r:id="rId12"/>
    <p:sldLayoutId id="2147483939" r:id="rId13"/>
    <p:sldLayoutId id="2147483940" r:id="rId14"/>
  </p:sldLayoutIdLst>
  <p:timing>
    <p:tnLst>
      <p:par>
        <p:cTn id="1" dur="indefinite" restart="never" nodeType="tmRoot"/>
      </p:par>
    </p:tnLst>
  </p:timing>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txBox="1">
            <a:spLocks noChangeArrowheads="1"/>
          </p:cNvSpPr>
          <p:nvPr/>
        </p:nvSpPr>
        <p:spPr bwMode="auto">
          <a:xfrm>
            <a:off x="590550" y="611188"/>
            <a:ext cx="5892800"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pPr>
            <a:r>
              <a:rPr lang="en-US" altLang="en-US" sz="4400" b="1">
                <a:solidFill>
                  <a:schemeClr val="bg1"/>
                </a:solidFill>
                <a:latin typeface="Helvetica" panose="020B0604020202020204" pitchFamily="34" charset="0"/>
              </a:rPr>
              <a:t>SCSJ3553</a:t>
            </a:r>
          </a:p>
          <a:p>
            <a:pPr eaLnBrk="1" hangingPunct="1">
              <a:lnSpc>
                <a:spcPct val="90000"/>
              </a:lnSpc>
            </a:pPr>
            <a:r>
              <a:rPr lang="en-US" altLang="en-US" sz="4400" b="1">
                <a:solidFill>
                  <a:schemeClr val="bg1"/>
                </a:solidFill>
                <a:latin typeface="Helvetica" panose="020B0604020202020204" pitchFamily="34" charset="0"/>
              </a:rPr>
              <a:t>Artificial intelligence</a:t>
            </a:r>
          </a:p>
        </p:txBody>
      </p:sp>
      <p:cxnSp>
        <p:nvCxnSpPr>
          <p:cNvPr id="8" name="Straight Connector 7">
            <a:extLst>
              <a:ext uri="{FF2B5EF4-FFF2-40B4-BE49-F238E27FC236}">
                <a16:creationId xmlns:a16="http://schemas.microsoft.com/office/drawing/2014/main" xmlns="" id="{0E316BA8-EFD8-4056-B5B4-01555F1655E0}"/>
              </a:ext>
            </a:extLst>
          </p:cNvPr>
          <p:cNvCxnSpPr>
            <a:cxnSpLocks/>
          </p:cNvCxnSpPr>
          <p:nvPr/>
        </p:nvCxnSpPr>
        <p:spPr>
          <a:xfrm>
            <a:off x="698500" y="23876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16E58691-3F85-42F3-AD1B-E26F22405C81}"/>
              </a:ext>
            </a:extLst>
          </p:cNvPr>
          <p:cNvCxnSpPr>
            <a:cxnSpLocks/>
          </p:cNvCxnSpPr>
          <p:nvPr/>
        </p:nvCxnSpPr>
        <p:spPr>
          <a:xfrm>
            <a:off x="698500" y="44958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412" name="Title 1"/>
          <p:cNvSpPr txBox="1">
            <a:spLocks noChangeArrowheads="1"/>
          </p:cNvSpPr>
          <p:nvPr/>
        </p:nvSpPr>
        <p:spPr bwMode="auto">
          <a:xfrm>
            <a:off x="698500" y="2566988"/>
            <a:ext cx="9278938"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pPr>
            <a:r>
              <a:rPr lang="en-US" altLang="en-US" sz="4000" b="1">
                <a:solidFill>
                  <a:schemeClr val="bg1"/>
                </a:solidFill>
                <a:latin typeface="Helvetica" panose="020B0604020202020204" pitchFamily="34" charset="0"/>
              </a:rPr>
              <a:t>Chapter 4</a:t>
            </a:r>
          </a:p>
          <a:p>
            <a:pPr eaLnBrk="1" hangingPunct="1">
              <a:lnSpc>
                <a:spcPct val="90000"/>
              </a:lnSpc>
            </a:pPr>
            <a:r>
              <a:rPr lang="en-US" altLang="en-US" sz="4000">
                <a:solidFill>
                  <a:schemeClr val="bg1"/>
                </a:solidFill>
                <a:latin typeface="Helvetica" panose="020B0604020202020204" pitchFamily="34" charset="0"/>
              </a:rPr>
              <a:t>Strategies for State Space Search (Heuristic Search)</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txBox="1">
            <a:spLocks noChangeArrowheads="1"/>
          </p:cNvSpPr>
          <p:nvPr/>
        </p:nvSpPr>
        <p:spPr bwMode="auto">
          <a:xfrm>
            <a:off x="838200" y="720725"/>
            <a:ext cx="105156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400" b="1">
                <a:latin typeface="Calibri Light" panose="020F0302020204030204" pitchFamily="34" charset="0"/>
              </a:rPr>
              <a:t>Heuristics Search</a:t>
            </a:r>
          </a:p>
        </p:txBody>
      </p:sp>
      <p:sp>
        <p:nvSpPr>
          <p:cNvPr id="18434" name="Rectangle 5"/>
          <p:cNvSpPr>
            <a:spLocks noChangeArrowheads="1"/>
          </p:cNvSpPr>
          <p:nvPr/>
        </p:nvSpPr>
        <p:spPr bwMode="auto">
          <a:xfrm>
            <a:off x="838200" y="1911350"/>
            <a:ext cx="9144000" cy="409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buFontTx/>
              <a:buChar char="•"/>
            </a:pPr>
            <a:r>
              <a:rPr lang="en-US" altLang="en-US" sz="2000">
                <a:latin typeface="Arial" panose="020B0604020202020204" pitchFamily="34" charset="0"/>
              </a:rPr>
              <a:t>(rules of thumb): Weak search method because it is based on experience or intuition. </a:t>
            </a:r>
          </a:p>
          <a:p>
            <a:pPr>
              <a:buFontTx/>
              <a:buChar char="•"/>
            </a:pPr>
            <a:endParaRPr lang="en-US" altLang="en-US" sz="2000">
              <a:latin typeface="Arial" panose="020B0604020202020204" pitchFamily="34" charset="0"/>
            </a:endParaRPr>
          </a:p>
          <a:p>
            <a:pPr>
              <a:buFontTx/>
              <a:buChar char="•"/>
            </a:pPr>
            <a:r>
              <a:rPr lang="en-US" altLang="en-US" sz="2000">
                <a:latin typeface="Arial" panose="020B0604020202020204" pitchFamily="34" charset="0"/>
              </a:rPr>
              <a:t>Have long been a core concern in AI research</a:t>
            </a:r>
          </a:p>
          <a:p>
            <a:pPr>
              <a:buFontTx/>
              <a:buChar char="•"/>
            </a:pPr>
            <a:endParaRPr lang="en-US" altLang="en-US" sz="2000">
              <a:latin typeface="Arial" panose="020B0604020202020204" pitchFamily="34" charset="0"/>
            </a:endParaRPr>
          </a:p>
          <a:p>
            <a:pPr>
              <a:buFontTx/>
              <a:buChar char="•"/>
            </a:pPr>
            <a:r>
              <a:rPr lang="en-US" altLang="en-US" sz="2000">
                <a:latin typeface="Arial" panose="020B0604020202020204" pitchFamily="34" charset="0"/>
              </a:rPr>
              <a:t>Used to prune spaces of possible solution</a:t>
            </a:r>
          </a:p>
          <a:p>
            <a:pPr>
              <a:buFontTx/>
              <a:buChar char="•"/>
            </a:pPr>
            <a:endParaRPr lang="en-US" altLang="en-US" sz="2000">
              <a:latin typeface="Arial" panose="020B0604020202020204" pitchFamily="34" charset="0"/>
            </a:endParaRPr>
          </a:p>
          <a:p>
            <a:pPr>
              <a:buFontTx/>
              <a:buChar char="•"/>
            </a:pPr>
            <a:r>
              <a:rPr lang="en-US" altLang="en-US" sz="2000">
                <a:latin typeface="Arial" panose="020B0604020202020204" pitchFamily="34" charset="0"/>
              </a:rPr>
              <a:t> When to employ Heuristic? </a:t>
            </a:r>
          </a:p>
          <a:p>
            <a:r>
              <a:rPr lang="en-US" altLang="en-US" sz="2000">
                <a:latin typeface="Arial" panose="020B0604020202020204" pitchFamily="34" charset="0"/>
              </a:rPr>
              <a:t>  1. A problem may not have an exact solution. </a:t>
            </a:r>
          </a:p>
          <a:p>
            <a:r>
              <a:rPr lang="en-US" altLang="en-US" sz="2000">
                <a:latin typeface="Arial" panose="020B0604020202020204" pitchFamily="34" charset="0"/>
              </a:rPr>
              <a:t>	- e.g. medical diagnosis: doctors use heuristic </a:t>
            </a:r>
          </a:p>
          <a:p>
            <a:r>
              <a:rPr lang="en-US" altLang="en-US" sz="2000">
                <a:latin typeface="Arial" panose="020B0604020202020204" pitchFamily="34" charset="0"/>
              </a:rPr>
              <a:t>  2. A problem may have an exact solution, but the computational cost of finding it may be prohibitive.</a:t>
            </a:r>
          </a:p>
          <a:p>
            <a:r>
              <a:rPr lang="en-US" altLang="en-US" sz="2000">
                <a:latin typeface="Arial" panose="020B0604020202020204" pitchFamily="34" charset="0"/>
              </a:rPr>
              <a:t>	- e.g in chess (exhaustive or brute-force search)</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txBox="1">
            <a:spLocks noChangeArrowheads="1"/>
          </p:cNvSpPr>
          <p:nvPr/>
        </p:nvSpPr>
        <p:spPr bwMode="auto">
          <a:xfrm>
            <a:off x="838200" y="720725"/>
            <a:ext cx="105156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400" b="1">
                <a:latin typeface="Calibri Light" panose="020F0302020204030204" pitchFamily="34" charset="0"/>
              </a:rPr>
              <a:t>Heuristics Search</a:t>
            </a:r>
          </a:p>
        </p:txBody>
      </p:sp>
      <p:sp>
        <p:nvSpPr>
          <p:cNvPr id="19458" name="Rectangle 3"/>
          <p:cNvSpPr txBox="1">
            <a:spLocks noChangeArrowheads="1"/>
          </p:cNvSpPr>
          <p:nvPr/>
        </p:nvSpPr>
        <p:spPr bwMode="auto">
          <a:xfrm>
            <a:off x="457200" y="1600200"/>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defRPr>
                <a:solidFill>
                  <a:schemeClr val="tx1"/>
                </a:solidFill>
                <a:latin typeface="Calibri" panose="020F0502020204030204" pitchFamily="34" charset="0"/>
              </a:defRPr>
            </a:lvl1pPr>
            <a:lvl2pPr marL="685800" indent="-22860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spcBef>
                <a:spcPts val="1000"/>
              </a:spcBef>
              <a:buFont typeface="Arial" panose="020B0604020202020204" pitchFamily="34" charset="0"/>
              <a:buChar char="•"/>
            </a:pPr>
            <a:r>
              <a:rPr lang="en-US" altLang="en-US" sz="2800"/>
              <a:t>In computer science, a brute-force search consists of systematically enumerating every possible solution of a problem until a solution is found, or all possible solutions have been exhausted. </a:t>
            </a:r>
          </a:p>
          <a:p>
            <a:pPr>
              <a:lnSpc>
                <a:spcPct val="90000"/>
              </a:lnSpc>
              <a:spcBef>
                <a:spcPts val="1000"/>
              </a:spcBef>
              <a:buFont typeface="Arial" panose="020B0604020202020204" pitchFamily="34" charset="0"/>
              <a:buChar char="•"/>
            </a:pPr>
            <a:r>
              <a:rPr lang="en-US" altLang="en-US" sz="2800"/>
              <a:t>For example, an anagram problem can be solved by enumerating all possible combinations of words with the same number of letters as the desired phrase, and checking one by one whether the words make a valid anagram.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4"/>
          <p:cNvSpPr txBox="1">
            <a:spLocks noChangeArrowheads="1"/>
          </p:cNvSpPr>
          <p:nvPr/>
        </p:nvSpPr>
        <p:spPr bwMode="auto">
          <a:xfrm>
            <a:off x="76200" y="50800"/>
            <a:ext cx="9067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Eg. To Reduce search=&gt;</a:t>
            </a:r>
            <a:r>
              <a:rPr lang="en-US" altLang="en-US" sz="2400">
                <a:latin typeface="Arial" panose="020B0604020202020204" pitchFamily="34" charset="0"/>
              </a:rPr>
              <a:t>	</a:t>
            </a:r>
            <a:r>
              <a:rPr lang="en-US" altLang="en-US" sz="2000">
                <a:latin typeface="Arial" panose="020B0604020202020204" pitchFamily="34" charset="0"/>
              </a:rPr>
              <a:t>First three levels of the tic-tac-toe state space reduced by symmetry (simple heuristic-most winning opportunities)</a:t>
            </a:r>
            <a:endParaRPr lang="en-US" altLang="en-US" sz="2400">
              <a:latin typeface="Arial" panose="020B0604020202020204" pitchFamily="34" charset="0"/>
            </a:endParaRPr>
          </a:p>
        </p:txBody>
      </p:sp>
      <p:pic>
        <p:nvPicPr>
          <p:cNvPr id="2048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1006475"/>
            <a:ext cx="7808913" cy="530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 Box 4"/>
          <p:cNvSpPr txBox="1">
            <a:spLocks noChangeArrowheads="1"/>
          </p:cNvSpPr>
          <p:nvPr/>
        </p:nvSpPr>
        <p:spPr bwMode="auto">
          <a:xfrm>
            <a:off x="1600200" y="1092200"/>
            <a:ext cx="906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000">
                <a:latin typeface="Arial" panose="020B0604020202020204" pitchFamily="34" charset="0"/>
              </a:rPr>
              <a:t>The “most wins” heuristic applied to the first children in tic-tac-toe.</a:t>
            </a:r>
            <a:endParaRPr lang="en-US" altLang="en-US" sz="2400">
              <a:latin typeface="Arial" panose="020B0604020202020204" pitchFamily="34" charset="0"/>
            </a:endParaRPr>
          </a:p>
        </p:txBody>
      </p:sp>
      <p:pic>
        <p:nvPicPr>
          <p:cNvPr id="2150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438" y="2419350"/>
            <a:ext cx="8745537"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4"/>
          <p:cNvSpPr txBox="1">
            <a:spLocks noChangeArrowheads="1"/>
          </p:cNvSpPr>
          <p:nvPr/>
        </p:nvSpPr>
        <p:spPr bwMode="auto">
          <a:xfrm>
            <a:off x="1465263" y="385763"/>
            <a:ext cx="906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2000">
                <a:latin typeface="Arial" panose="020B0604020202020204" pitchFamily="34" charset="0"/>
              </a:rPr>
              <a:t>Heuristically reduced state space for tic-tac-toe.</a:t>
            </a:r>
            <a:endParaRPr lang="en-US" altLang="en-US" sz="2400">
              <a:latin typeface="Arial" panose="020B0604020202020204" pitchFamily="34" charset="0"/>
            </a:endParaRPr>
          </a:p>
        </p:txBody>
      </p:sp>
      <p:pic>
        <p:nvPicPr>
          <p:cNvPr id="2253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8213" y="871538"/>
            <a:ext cx="4965700" cy="57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5"/>
          <p:cNvSpPr>
            <a:spLocks noChangeArrowheads="1"/>
          </p:cNvSpPr>
          <p:nvPr/>
        </p:nvSpPr>
        <p:spPr bwMode="auto">
          <a:xfrm>
            <a:off x="1906588" y="1712913"/>
            <a:ext cx="8915400"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defRPr>
                <a:solidFill>
                  <a:schemeClr val="tx1"/>
                </a:solidFill>
                <a:latin typeface="Calibri" panose="020F0502020204030204" pitchFamily="34" charset="0"/>
              </a:defRPr>
            </a:lvl1pPr>
            <a:lvl2pPr marL="914400" indent="-457200">
              <a:defRPr>
                <a:solidFill>
                  <a:schemeClr val="tx1"/>
                </a:solidFill>
                <a:latin typeface="Calibri" panose="020F0502020204030204" pitchFamily="34" charset="0"/>
              </a:defRPr>
            </a:lvl2pPr>
            <a:lvl3pPr marL="1295400" indent="-3810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eaLnBrk="0" fontAlgn="base" hangingPunct="0">
              <a:spcBef>
                <a:spcPct val="0"/>
              </a:spcBef>
              <a:spcAft>
                <a:spcPct val="0"/>
              </a:spcAft>
              <a:defRPr>
                <a:solidFill>
                  <a:schemeClr val="tx1"/>
                </a:solidFill>
                <a:latin typeface="Calibri" panose="020F0502020204030204" pitchFamily="34" charset="0"/>
              </a:defRPr>
            </a:lvl6pPr>
            <a:lvl7pPr marL="3086100" indent="-342900" eaLnBrk="0" fontAlgn="base" hangingPunct="0">
              <a:spcBef>
                <a:spcPct val="0"/>
              </a:spcBef>
              <a:spcAft>
                <a:spcPct val="0"/>
              </a:spcAft>
              <a:defRPr>
                <a:solidFill>
                  <a:schemeClr val="tx1"/>
                </a:solidFill>
                <a:latin typeface="Calibri" panose="020F0502020204030204" pitchFamily="34" charset="0"/>
              </a:defRPr>
            </a:lvl7pPr>
            <a:lvl8pPr marL="3543300" indent="-342900" eaLnBrk="0" fontAlgn="base" hangingPunct="0">
              <a:spcBef>
                <a:spcPct val="0"/>
              </a:spcBef>
              <a:spcAft>
                <a:spcPct val="0"/>
              </a:spcAft>
              <a:defRPr>
                <a:solidFill>
                  <a:schemeClr val="tx1"/>
                </a:solidFill>
                <a:latin typeface="Calibri" panose="020F0502020204030204" pitchFamily="34" charset="0"/>
              </a:defRPr>
            </a:lvl8pPr>
            <a:lvl9pPr marL="4000500" indent="-3429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20000"/>
              </a:spcBef>
              <a:buClr>
                <a:schemeClr val="accent1"/>
              </a:buClr>
              <a:buFont typeface="Wingdings" panose="05000000000000000000" pitchFamily="2" charset="2"/>
              <a:buChar char="l"/>
            </a:pPr>
            <a:r>
              <a:rPr lang="en-US" altLang="en-US" sz="3600">
                <a:latin typeface="Arial" panose="020B0604020202020204" pitchFamily="34" charset="0"/>
              </a:rPr>
              <a:t>HEURISTIC SEARCH (rules of thumb)</a:t>
            </a:r>
          </a:p>
          <a:p>
            <a:pPr eaLnBrk="1" hangingPunct="1">
              <a:lnSpc>
                <a:spcPct val="90000"/>
              </a:lnSpc>
              <a:spcBef>
                <a:spcPct val="20000"/>
              </a:spcBef>
              <a:buClr>
                <a:schemeClr val="accent1"/>
              </a:buClr>
              <a:buFont typeface="Wingdings" panose="05000000000000000000" pitchFamily="2" charset="2"/>
              <a:buChar char="l"/>
            </a:pPr>
            <a:r>
              <a:rPr lang="en-US" altLang="en-US" sz="3600">
                <a:latin typeface="Arial" panose="020B0604020202020204" pitchFamily="34" charset="0"/>
              </a:rPr>
              <a:t>Can be viewed as two parts: </a:t>
            </a:r>
          </a:p>
          <a:p>
            <a:pPr eaLnBrk="1" hangingPunct="1">
              <a:lnSpc>
                <a:spcPct val="90000"/>
              </a:lnSpc>
              <a:spcBef>
                <a:spcPct val="20000"/>
              </a:spcBef>
              <a:buClr>
                <a:schemeClr val="accent1"/>
              </a:buClr>
              <a:buFont typeface="Wingdings" panose="05000000000000000000" pitchFamily="2" charset="2"/>
              <a:buNone/>
            </a:pPr>
            <a:r>
              <a:rPr lang="en-US" altLang="en-US" sz="3600">
                <a:latin typeface="Arial" panose="020B0604020202020204" pitchFamily="34" charset="0"/>
              </a:rPr>
              <a:t>		-the heuristic measure</a:t>
            </a:r>
          </a:p>
          <a:p>
            <a:pPr eaLnBrk="1" hangingPunct="1">
              <a:lnSpc>
                <a:spcPct val="90000"/>
              </a:lnSpc>
              <a:spcBef>
                <a:spcPct val="20000"/>
              </a:spcBef>
              <a:buClr>
                <a:schemeClr val="accent1"/>
              </a:buClr>
              <a:buFont typeface="Wingdings" panose="05000000000000000000" pitchFamily="2" charset="2"/>
              <a:buNone/>
            </a:pPr>
            <a:r>
              <a:rPr lang="en-US" altLang="en-US" sz="3600">
                <a:latin typeface="Arial" panose="020B0604020202020204" pitchFamily="34" charset="0"/>
              </a:rPr>
              <a:t>		- an algorithm that uses it</a:t>
            </a:r>
          </a:p>
          <a:p>
            <a:pPr eaLnBrk="1" hangingPunct="1">
              <a:lnSpc>
                <a:spcPct val="90000"/>
              </a:lnSpc>
              <a:spcBef>
                <a:spcPct val="20000"/>
              </a:spcBef>
              <a:buClr>
                <a:schemeClr val="accent1"/>
              </a:buClr>
              <a:buFont typeface="Wingdings" panose="05000000000000000000" pitchFamily="2" charset="2"/>
              <a:buChar char="l"/>
            </a:pPr>
            <a:r>
              <a:rPr lang="en-US" altLang="en-US" sz="3600">
                <a:latin typeface="Arial" panose="020B0604020202020204" pitchFamily="34" charset="0"/>
              </a:rPr>
              <a:t>An Algorithm for heuristic search: </a:t>
            </a:r>
            <a:r>
              <a:rPr lang="en-US" altLang="en-US" sz="3600">
                <a:solidFill>
                  <a:srgbClr val="FF3300"/>
                </a:solidFill>
                <a:latin typeface="Arial" panose="020B0604020202020204" pitchFamily="34" charset="0"/>
              </a:rPr>
              <a:t>HILL CLIMBING</a:t>
            </a:r>
          </a:p>
          <a:p>
            <a:pPr eaLnBrk="1" hangingPunct="1">
              <a:lnSpc>
                <a:spcPct val="90000"/>
              </a:lnSpc>
              <a:spcBef>
                <a:spcPct val="20000"/>
              </a:spcBef>
              <a:buClr>
                <a:schemeClr val="accent1"/>
              </a:buClr>
              <a:buFont typeface="Wingdings" panose="05000000000000000000" pitchFamily="2" charset="2"/>
              <a:buNone/>
            </a:pPr>
            <a:r>
              <a:rPr lang="en-US" altLang="en-US" sz="2600" b="1">
                <a:solidFill>
                  <a:srgbClr val="FF3300"/>
                </a:solidFill>
                <a:latin typeface="Arial" panose="020B0604020202020204" pitchFamily="34" charset="0"/>
              </a:rPr>
              <a:t>		</a:t>
            </a:r>
            <a:endParaRPr lang="en-US" altLang="en-US" sz="2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5"/>
          <p:cNvSpPr>
            <a:spLocks noChangeArrowheads="1"/>
          </p:cNvSpPr>
          <p:nvPr/>
        </p:nvSpPr>
        <p:spPr bwMode="auto">
          <a:xfrm>
            <a:off x="1638300" y="949325"/>
            <a:ext cx="8915400"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defRPr>
                <a:solidFill>
                  <a:schemeClr val="tx1"/>
                </a:solidFill>
                <a:latin typeface="Calibri" panose="020F0502020204030204" pitchFamily="34" charset="0"/>
              </a:defRPr>
            </a:lvl1pPr>
            <a:lvl2pPr marL="914400" indent="-457200">
              <a:defRPr>
                <a:solidFill>
                  <a:schemeClr val="tx1"/>
                </a:solidFill>
                <a:latin typeface="Calibri" panose="020F0502020204030204" pitchFamily="34" charset="0"/>
              </a:defRPr>
            </a:lvl2pPr>
            <a:lvl3pPr marL="1295400" indent="-3810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eaLnBrk="0" fontAlgn="base" hangingPunct="0">
              <a:spcBef>
                <a:spcPct val="0"/>
              </a:spcBef>
              <a:spcAft>
                <a:spcPct val="0"/>
              </a:spcAft>
              <a:defRPr>
                <a:solidFill>
                  <a:schemeClr val="tx1"/>
                </a:solidFill>
                <a:latin typeface="Calibri" panose="020F0502020204030204" pitchFamily="34" charset="0"/>
              </a:defRPr>
            </a:lvl6pPr>
            <a:lvl7pPr marL="3086100" indent="-342900" eaLnBrk="0" fontAlgn="base" hangingPunct="0">
              <a:spcBef>
                <a:spcPct val="0"/>
              </a:spcBef>
              <a:spcAft>
                <a:spcPct val="0"/>
              </a:spcAft>
              <a:defRPr>
                <a:solidFill>
                  <a:schemeClr val="tx1"/>
                </a:solidFill>
                <a:latin typeface="Calibri" panose="020F0502020204030204" pitchFamily="34" charset="0"/>
              </a:defRPr>
            </a:lvl7pPr>
            <a:lvl8pPr marL="3543300" indent="-342900" eaLnBrk="0" fontAlgn="base" hangingPunct="0">
              <a:spcBef>
                <a:spcPct val="0"/>
              </a:spcBef>
              <a:spcAft>
                <a:spcPct val="0"/>
              </a:spcAft>
              <a:defRPr>
                <a:solidFill>
                  <a:schemeClr val="tx1"/>
                </a:solidFill>
                <a:latin typeface="Calibri" panose="020F0502020204030204" pitchFamily="34" charset="0"/>
              </a:defRPr>
            </a:lvl8pPr>
            <a:lvl9pPr marL="4000500" indent="-3429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20000"/>
              </a:spcBef>
              <a:buClr>
                <a:schemeClr val="accent1"/>
              </a:buClr>
              <a:buFont typeface="Wingdings" panose="05000000000000000000" pitchFamily="2" charset="2"/>
              <a:buChar char="l"/>
            </a:pPr>
            <a:r>
              <a:rPr lang="en-US" altLang="en-US" sz="2600">
                <a:latin typeface="Arial" panose="020B0604020202020204" pitchFamily="34" charset="0"/>
              </a:rPr>
              <a:t>simplest, the best child is selected for further expansion</a:t>
            </a:r>
          </a:p>
          <a:p>
            <a:pPr eaLnBrk="1" hangingPunct="1">
              <a:lnSpc>
                <a:spcPct val="90000"/>
              </a:lnSpc>
              <a:spcBef>
                <a:spcPct val="20000"/>
              </a:spcBef>
              <a:buClr>
                <a:schemeClr val="accent1"/>
              </a:buClr>
              <a:buFont typeface="Wingdings" panose="05000000000000000000" pitchFamily="2" charset="2"/>
              <a:buChar char="l"/>
            </a:pPr>
            <a:r>
              <a:rPr lang="en-US" altLang="en-US" sz="2600">
                <a:latin typeface="Arial" panose="020B0604020202020204" pitchFamily="34" charset="0"/>
              </a:rPr>
              <a:t>limited memory, no backtracking and recovery</a:t>
            </a:r>
          </a:p>
          <a:p>
            <a:pPr eaLnBrk="1" hangingPunct="1">
              <a:lnSpc>
                <a:spcPct val="90000"/>
              </a:lnSpc>
              <a:spcBef>
                <a:spcPct val="20000"/>
              </a:spcBef>
              <a:buClr>
                <a:schemeClr val="accent1"/>
              </a:buClr>
              <a:buFont typeface="Wingdings" panose="05000000000000000000" pitchFamily="2" charset="2"/>
              <a:buChar char="l"/>
            </a:pPr>
            <a:endParaRPr lang="en-US" altLang="en-US" sz="2600">
              <a:latin typeface="Arial" panose="020B0604020202020204" pitchFamily="34" charset="0"/>
            </a:endParaRPr>
          </a:p>
          <a:p>
            <a:pPr eaLnBrk="1" hangingPunct="1">
              <a:lnSpc>
                <a:spcPct val="90000"/>
              </a:lnSpc>
              <a:spcBef>
                <a:spcPct val="20000"/>
              </a:spcBef>
              <a:buClr>
                <a:schemeClr val="accent1"/>
              </a:buClr>
              <a:buFont typeface="Wingdings" panose="05000000000000000000" pitchFamily="2" charset="2"/>
              <a:buChar char="l"/>
            </a:pPr>
            <a:r>
              <a:rPr lang="en-US" altLang="en-US" sz="2600">
                <a:solidFill>
                  <a:srgbClr val="FF3300"/>
                </a:solidFill>
                <a:latin typeface="Arial" panose="020B0604020202020204" pitchFamily="34" charset="0"/>
              </a:rPr>
              <a:t>Problem</a:t>
            </a:r>
            <a:r>
              <a:rPr lang="en-US" altLang="en-US" sz="2600">
                <a:latin typeface="Arial" panose="020B0604020202020204" pitchFamily="34" charset="0"/>
              </a:rPr>
              <a:t> with hill climbing: </a:t>
            </a:r>
          </a:p>
          <a:p>
            <a:pPr lvl="1" eaLnBrk="1" hangingPunct="1">
              <a:lnSpc>
                <a:spcPct val="90000"/>
              </a:lnSpc>
              <a:spcBef>
                <a:spcPct val="20000"/>
              </a:spcBef>
              <a:buClr>
                <a:schemeClr val="accent1"/>
              </a:buClr>
              <a:buFont typeface="Wingdings" panose="05000000000000000000" pitchFamily="2" charset="2"/>
              <a:buChar char="¡"/>
            </a:pPr>
            <a:r>
              <a:rPr lang="en-US" altLang="en-US" sz="2600">
                <a:latin typeface="Arial" panose="020B0604020202020204" pitchFamily="34" charset="0"/>
              </a:rPr>
              <a:t>An erroneous heuristic can lead along an infinite paths that fail.</a:t>
            </a:r>
          </a:p>
          <a:p>
            <a:pPr lvl="1" eaLnBrk="1" hangingPunct="1">
              <a:lnSpc>
                <a:spcPct val="90000"/>
              </a:lnSpc>
              <a:spcBef>
                <a:spcPct val="20000"/>
              </a:spcBef>
              <a:buClr>
                <a:schemeClr val="accent1"/>
              </a:buClr>
              <a:buFont typeface="Wingdings" panose="05000000000000000000" pitchFamily="2" charset="2"/>
              <a:buChar char="¡"/>
            </a:pPr>
            <a:r>
              <a:rPr lang="en-US" altLang="en-US" sz="2600">
                <a:latin typeface="Arial" panose="020B0604020202020204" pitchFamily="34" charset="0"/>
              </a:rPr>
              <a:t>Can stuck at local maxima – reach a state that is better evaluation than its children, the algorithm halts. </a:t>
            </a:r>
          </a:p>
          <a:p>
            <a:pPr lvl="1" eaLnBrk="1" hangingPunct="1">
              <a:lnSpc>
                <a:spcPct val="90000"/>
              </a:lnSpc>
              <a:spcBef>
                <a:spcPct val="20000"/>
              </a:spcBef>
              <a:buClr>
                <a:schemeClr val="accent1"/>
              </a:buClr>
              <a:buFont typeface="Wingdings" panose="05000000000000000000" pitchFamily="2" charset="2"/>
              <a:buChar char="¡"/>
            </a:pPr>
            <a:r>
              <a:rPr lang="en-US" altLang="en-US" sz="2600">
                <a:latin typeface="Arial" panose="020B0604020202020204" pitchFamily="34" charset="0"/>
              </a:rPr>
              <a:t>There is no guarantee optimal performance</a:t>
            </a:r>
          </a:p>
          <a:p>
            <a:pPr eaLnBrk="1" hangingPunct="1">
              <a:lnSpc>
                <a:spcPct val="90000"/>
              </a:lnSpc>
              <a:spcBef>
                <a:spcPct val="20000"/>
              </a:spcBef>
              <a:buClr>
                <a:schemeClr val="accent1"/>
              </a:buClr>
              <a:buFont typeface="Wingdings" panose="05000000000000000000" pitchFamily="2" charset="2"/>
              <a:buChar char="l"/>
            </a:pPr>
            <a:r>
              <a:rPr lang="en-US" altLang="en-US" sz="2600">
                <a:solidFill>
                  <a:srgbClr val="FF3300"/>
                </a:solidFill>
                <a:latin typeface="Arial" panose="020B0604020202020204" pitchFamily="34" charset="0"/>
              </a:rPr>
              <a:t>Advantage</a:t>
            </a:r>
            <a:r>
              <a:rPr lang="en-US" altLang="en-US" sz="2600">
                <a:latin typeface="Arial" panose="020B0604020202020204" pitchFamily="34" charset="0"/>
              </a:rPr>
              <a:t>:-</a:t>
            </a:r>
          </a:p>
          <a:p>
            <a:pPr lvl="1" eaLnBrk="1" hangingPunct="1">
              <a:lnSpc>
                <a:spcPct val="90000"/>
              </a:lnSpc>
              <a:spcBef>
                <a:spcPct val="20000"/>
              </a:spcBef>
              <a:buClr>
                <a:schemeClr val="accent1"/>
              </a:buClr>
              <a:buFont typeface="Wingdings" panose="05000000000000000000" pitchFamily="2" charset="2"/>
              <a:buChar char="¡"/>
            </a:pPr>
            <a:r>
              <a:rPr lang="en-US" altLang="en-US" sz="2600">
                <a:latin typeface="Arial" panose="020B0604020202020204" pitchFamily="34" charset="0"/>
              </a:rPr>
              <a:t>Can be used effectively if the heuristic is sufficient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5"/>
          <p:cNvSpPr>
            <a:spLocks noChangeArrowheads="1"/>
          </p:cNvSpPr>
          <p:nvPr/>
        </p:nvSpPr>
        <p:spPr bwMode="auto">
          <a:xfrm>
            <a:off x="2124075" y="154305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Clr>
                <a:schemeClr val="accent1"/>
              </a:buClr>
              <a:buFont typeface="Wingdings" panose="05000000000000000000" pitchFamily="2" charset="2"/>
              <a:buChar char="l"/>
            </a:pPr>
            <a:r>
              <a:rPr lang="en-US" altLang="en-US" sz="4000">
                <a:latin typeface="Arial" panose="020B0604020202020204" pitchFamily="34" charset="0"/>
              </a:rPr>
              <a:t>It is a general algorithm for heuristically searching any state space graph</a:t>
            </a:r>
          </a:p>
          <a:p>
            <a:pPr eaLnBrk="1" hangingPunct="1">
              <a:spcBef>
                <a:spcPct val="20000"/>
              </a:spcBef>
              <a:buClr>
                <a:schemeClr val="accent1"/>
              </a:buClr>
              <a:buFont typeface="Wingdings" panose="05000000000000000000" pitchFamily="2" charset="2"/>
              <a:buChar char="l"/>
            </a:pPr>
            <a:r>
              <a:rPr lang="en-US" altLang="en-US" sz="4000">
                <a:latin typeface="Arial" panose="020B0604020202020204" pitchFamily="34" charset="0"/>
              </a:rPr>
              <a:t>Supports a variety of heuristic evaluation functions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4"/>
          <p:cNvSpPr>
            <a:spLocks noChangeArrowheads="1"/>
          </p:cNvSpPr>
          <p:nvPr/>
        </p:nvSpPr>
        <p:spPr bwMode="auto">
          <a:xfrm>
            <a:off x="1885950" y="942975"/>
            <a:ext cx="84201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defRPr>
                <a:solidFill>
                  <a:schemeClr val="tx1"/>
                </a:solidFill>
                <a:latin typeface="Calibri" panose="020F0502020204030204" pitchFamily="34" charset="0"/>
              </a:defRPr>
            </a:lvl1pPr>
            <a:lvl2pPr marL="914400" indent="-457200">
              <a:defRPr>
                <a:solidFill>
                  <a:schemeClr val="tx1"/>
                </a:solidFill>
                <a:latin typeface="Calibri" panose="020F0502020204030204" pitchFamily="34" charset="0"/>
              </a:defRPr>
            </a:lvl2pPr>
            <a:lvl3pPr marL="1295400" indent="-3810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eaLnBrk="0" fontAlgn="base" hangingPunct="0">
              <a:spcBef>
                <a:spcPct val="0"/>
              </a:spcBef>
              <a:spcAft>
                <a:spcPct val="0"/>
              </a:spcAft>
              <a:defRPr>
                <a:solidFill>
                  <a:schemeClr val="tx1"/>
                </a:solidFill>
                <a:latin typeface="Calibri" panose="020F0502020204030204" pitchFamily="34" charset="0"/>
              </a:defRPr>
            </a:lvl6pPr>
            <a:lvl7pPr marL="3086100" indent="-342900" eaLnBrk="0" fontAlgn="base" hangingPunct="0">
              <a:spcBef>
                <a:spcPct val="0"/>
              </a:spcBef>
              <a:spcAft>
                <a:spcPct val="0"/>
              </a:spcAft>
              <a:defRPr>
                <a:solidFill>
                  <a:schemeClr val="tx1"/>
                </a:solidFill>
                <a:latin typeface="Calibri" panose="020F0502020204030204" pitchFamily="34" charset="0"/>
              </a:defRPr>
            </a:lvl7pPr>
            <a:lvl8pPr marL="3543300" indent="-342900" eaLnBrk="0" fontAlgn="base" hangingPunct="0">
              <a:spcBef>
                <a:spcPct val="0"/>
              </a:spcBef>
              <a:spcAft>
                <a:spcPct val="0"/>
              </a:spcAft>
              <a:defRPr>
                <a:solidFill>
                  <a:schemeClr val="tx1"/>
                </a:solidFill>
                <a:latin typeface="Calibri" panose="020F0502020204030204" pitchFamily="34" charset="0"/>
              </a:defRPr>
            </a:lvl8pPr>
            <a:lvl9pPr marL="4000500" indent="-3429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Clr>
                <a:schemeClr val="accent1"/>
              </a:buClr>
              <a:buFont typeface="Wingdings" panose="05000000000000000000" pitchFamily="2" charset="2"/>
              <a:buNone/>
            </a:pPr>
            <a:endParaRPr lang="en-US" altLang="en-US" sz="2400">
              <a:latin typeface="Arial" panose="020B0604020202020204" pitchFamily="34" charset="0"/>
            </a:endParaRPr>
          </a:p>
          <a:p>
            <a:pPr eaLnBrk="1" hangingPunct="1">
              <a:spcBef>
                <a:spcPct val="20000"/>
              </a:spcBef>
              <a:buClr>
                <a:schemeClr val="accent1"/>
              </a:buClr>
              <a:buFont typeface="Wingdings" panose="05000000000000000000" pitchFamily="2" charset="2"/>
              <a:buChar char="l"/>
            </a:pPr>
            <a:r>
              <a:rPr lang="en-US" altLang="en-US" sz="2400">
                <a:latin typeface="Arial" panose="020B0604020202020204" pitchFamily="34" charset="0"/>
              </a:rPr>
              <a:t>Better and flexible Algorithm for heuristic search</a:t>
            </a:r>
            <a:endParaRPr lang="en-US" altLang="en-US" sz="2400">
              <a:solidFill>
                <a:srgbClr val="FF3300"/>
              </a:solidFill>
              <a:latin typeface="Arial" panose="020B0604020202020204" pitchFamily="34" charset="0"/>
            </a:endParaRPr>
          </a:p>
          <a:p>
            <a:pPr eaLnBrk="1" hangingPunct="1">
              <a:spcBef>
                <a:spcPct val="20000"/>
              </a:spcBef>
              <a:buClr>
                <a:schemeClr val="accent1"/>
              </a:buClr>
              <a:buFont typeface="Wingdings" panose="05000000000000000000" pitchFamily="2" charset="2"/>
              <a:buChar char="l"/>
            </a:pPr>
            <a:r>
              <a:rPr lang="en-US" altLang="en-US" sz="2400">
                <a:solidFill>
                  <a:srgbClr val="FF3300"/>
                </a:solidFill>
                <a:latin typeface="Arial" panose="020B0604020202020204" pitchFamily="34" charset="0"/>
              </a:rPr>
              <a:t>BEST-FIRST SEARCH:</a:t>
            </a:r>
          </a:p>
          <a:p>
            <a:pPr lvl="1" eaLnBrk="1" hangingPunct="1">
              <a:spcBef>
                <a:spcPct val="20000"/>
              </a:spcBef>
              <a:buClr>
                <a:schemeClr val="accent1"/>
              </a:buClr>
              <a:buFont typeface="Wingdings" panose="05000000000000000000" pitchFamily="2" charset="2"/>
              <a:buChar char="¡"/>
            </a:pPr>
            <a:r>
              <a:rPr lang="en-US" altLang="en-US" sz="2400">
                <a:latin typeface="Arial" panose="020B0604020202020204" pitchFamily="34" charset="0"/>
              </a:rPr>
              <a:t>Avoid local maxima, dead ends; has open and close lists</a:t>
            </a:r>
          </a:p>
          <a:p>
            <a:pPr lvl="1" eaLnBrk="1" hangingPunct="1">
              <a:spcBef>
                <a:spcPct val="20000"/>
              </a:spcBef>
              <a:buClr>
                <a:schemeClr val="accent1"/>
              </a:buClr>
              <a:buFont typeface="Wingdings" panose="05000000000000000000" pitchFamily="2" charset="2"/>
              <a:buChar char="¡"/>
            </a:pPr>
            <a:r>
              <a:rPr lang="en-US" altLang="en-US" sz="2400">
                <a:latin typeface="Arial" panose="020B0604020202020204" pitchFamily="34" charset="0"/>
              </a:rPr>
              <a:t>selects the most promising state </a:t>
            </a:r>
          </a:p>
          <a:p>
            <a:pPr lvl="1" eaLnBrk="1" hangingPunct="1">
              <a:spcBef>
                <a:spcPct val="20000"/>
              </a:spcBef>
              <a:buClr>
                <a:schemeClr val="accent1"/>
              </a:buClr>
              <a:buFont typeface="Wingdings" panose="05000000000000000000" pitchFamily="2" charset="2"/>
              <a:buChar char="¡"/>
            </a:pPr>
            <a:r>
              <a:rPr lang="en-US" altLang="en-US" sz="2400">
                <a:latin typeface="Arial" panose="020B0604020202020204" pitchFamily="34" charset="0"/>
              </a:rPr>
              <a:t>apply heuristic and sort the ‘best’ next state in front of the list (</a:t>
            </a:r>
            <a:r>
              <a:rPr lang="en-US" altLang="en-US" sz="2400" i="1">
                <a:latin typeface="Arial" panose="020B0604020202020204" pitchFamily="34" charset="0"/>
              </a:rPr>
              <a:t>priority queue</a:t>
            </a:r>
            <a:r>
              <a:rPr lang="en-US" altLang="en-US" sz="2400">
                <a:latin typeface="Arial" panose="020B0604020202020204" pitchFamily="34" charset="0"/>
              </a:rPr>
              <a:t>) – can jump to any level of the state space</a:t>
            </a:r>
          </a:p>
          <a:p>
            <a:pPr lvl="1" eaLnBrk="1" hangingPunct="1">
              <a:spcBef>
                <a:spcPct val="20000"/>
              </a:spcBef>
              <a:buClr>
                <a:schemeClr val="accent1"/>
              </a:buClr>
              <a:buFont typeface="Wingdings" panose="05000000000000000000" pitchFamily="2" charset="2"/>
              <a:buChar char="¡"/>
            </a:pPr>
            <a:r>
              <a:rPr lang="en-US" altLang="en-US" sz="2400">
                <a:latin typeface="Arial" panose="020B0604020202020204" pitchFamily="34" charset="0"/>
              </a:rPr>
              <a:t>If lead to incorrect path, it may retrieve the next best state </a:t>
            </a:r>
          </a:p>
          <a:p>
            <a:pPr eaLnBrk="1" hangingPunct="1">
              <a:spcBef>
                <a:spcPct val="20000"/>
              </a:spcBef>
              <a:buClr>
                <a:schemeClr val="accent1"/>
              </a:buClr>
              <a:buFont typeface="Wingdings" panose="05000000000000000000" pitchFamily="2" charset="2"/>
              <a:buNone/>
            </a:pPr>
            <a:endParaRPr lang="en-US" altLang="en-US" sz="2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9738" y="176213"/>
            <a:ext cx="6230937" cy="650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Text Box 3"/>
          <p:cNvSpPr txBox="1">
            <a:spLocks noChangeArrowheads="1"/>
          </p:cNvSpPr>
          <p:nvPr/>
        </p:nvSpPr>
        <p:spPr bwMode="auto">
          <a:xfrm rot="-5400000">
            <a:off x="-899318" y="3278981"/>
            <a:ext cx="62341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000">
                <a:latin typeface="Arial" panose="020B0604020202020204" pitchFamily="34" charset="0"/>
              </a:rPr>
              <a:t>function best_first_search algorithm</a:t>
            </a:r>
            <a:endParaRPr lang="en-US" altLang="en-US" sz="2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2"/>
          <p:cNvSpPr txBox="1">
            <a:spLocks noChangeArrowheads="1"/>
          </p:cNvSpPr>
          <p:nvPr/>
        </p:nvSpPr>
        <p:spPr bwMode="auto">
          <a:xfrm>
            <a:off x="76200" y="50800"/>
            <a:ext cx="906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2000">
                <a:latin typeface="Arial" panose="020B0604020202020204" pitchFamily="34" charset="0"/>
              </a:rPr>
              <a:t>Heuristic search of a hypothetical state space.</a:t>
            </a:r>
            <a:endParaRPr lang="en-US" altLang="en-US" sz="2400">
              <a:latin typeface="Arial" panose="020B0604020202020204" pitchFamily="34" charset="0"/>
            </a:endParaRPr>
          </a:p>
        </p:txBody>
      </p:sp>
      <p:pic>
        <p:nvPicPr>
          <p:cNvPr id="2867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447675"/>
            <a:ext cx="5427662"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9638" y="1252538"/>
            <a:ext cx="5203825" cy="305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119313"/>
            <a:ext cx="85344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Text Box 6"/>
          <p:cNvSpPr txBox="1">
            <a:spLocks noChangeArrowheads="1"/>
          </p:cNvSpPr>
          <p:nvPr/>
        </p:nvSpPr>
        <p:spPr bwMode="auto">
          <a:xfrm>
            <a:off x="1562100" y="803275"/>
            <a:ext cx="906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000">
                <a:latin typeface="Arial" panose="020B0604020202020204" pitchFamily="34" charset="0"/>
              </a:rPr>
              <a:t>A trace of the execution of best_first_search for Figure 4.4</a:t>
            </a:r>
            <a:endParaRPr lang="en-US" altLang="en-US" sz="2400">
              <a:latin typeface="Arial" panose="020B0604020202020204" pitchFamily="34" charset="0"/>
            </a:endParaRPr>
          </a:p>
        </p:txBody>
      </p:sp>
      <p:sp>
        <p:nvSpPr>
          <p:cNvPr id="4" name="Text Box 7">
            <a:extLst>
              <a:ext uri="{FF2B5EF4-FFF2-40B4-BE49-F238E27FC236}">
                <a16:creationId xmlns:a16="http://schemas.microsoft.com/office/drawing/2014/main" xmlns="" id="{6333F405-B1E3-CD43-A1A9-4D0428B98D12}"/>
              </a:ext>
            </a:extLst>
          </p:cNvPr>
          <p:cNvSpPr txBox="1">
            <a:spLocks noChangeArrowheads="1"/>
          </p:cNvSpPr>
          <p:nvPr/>
        </p:nvSpPr>
        <p:spPr bwMode="auto">
          <a:xfrm>
            <a:off x="1943100" y="5549900"/>
            <a:ext cx="75438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en-US" sz="2400">
                <a:effectLst>
                  <a:outerShdw blurRad="38100" dist="38100" dir="2700000" algn="tl">
                    <a:srgbClr val="000000"/>
                  </a:outerShdw>
                </a:effectLst>
              </a:rPr>
              <a:t>Q1: open nodes to visit are sorted in what order?</a:t>
            </a:r>
          </a:p>
          <a:p>
            <a:pPr>
              <a:spcBef>
                <a:spcPct val="50000"/>
              </a:spcBef>
              <a:defRPr/>
            </a:pPr>
            <a:r>
              <a:rPr lang="en-US" altLang="en-US" sz="2400">
                <a:effectLst>
                  <a:outerShdw blurRad="38100" dist="38100" dir="2700000" algn="tl">
                    <a:srgbClr val="000000"/>
                  </a:outerShdw>
                </a:effectLst>
              </a:rPr>
              <a:t>Q2: closed nodes?</a:t>
            </a:r>
          </a:p>
          <a:p>
            <a:pPr>
              <a:spcBef>
                <a:spcPct val="50000"/>
              </a:spcBef>
              <a:defRPr/>
            </a:pPr>
            <a:endParaRPr lang="en-US" altLang="en-US" sz="2400">
              <a:effectLst>
                <a:outerShdw blurRad="38100" dist="38100" dir="2700000" algn="tl">
                  <a:srgbClr val="000000"/>
                </a:outerShdw>
              </a:effectLs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2"/>
          <p:cNvSpPr txBox="1">
            <a:spLocks noChangeArrowheads="1"/>
          </p:cNvSpPr>
          <p:nvPr/>
        </p:nvSpPr>
        <p:spPr bwMode="auto">
          <a:xfrm>
            <a:off x="1476375" y="50800"/>
            <a:ext cx="9067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b="1">
                <a:latin typeface="Arial" panose="020B0604020202020204" pitchFamily="34" charset="0"/>
              </a:rPr>
              <a:t>Figure 4.5:</a:t>
            </a:r>
            <a:r>
              <a:rPr lang="en-US" altLang="en-US" sz="2400">
                <a:latin typeface="Arial" panose="020B0604020202020204" pitchFamily="34" charset="0"/>
              </a:rPr>
              <a:t>	</a:t>
            </a:r>
            <a:r>
              <a:rPr lang="en-US" altLang="en-US" sz="2000">
                <a:latin typeface="Arial" panose="020B0604020202020204" pitchFamily="34" charset="0"/>
              </a:rPr>
              <a:t>Heuristic search of a hypothetical state space with open and closed states highlighted.</a:t>
            </a:r>
            <a:endParaRPr lang="en-US" altLang="en-US" sz="2400">
              <a:latin typeface="Arial" panose="020B0604020202020204" pitchFamily="34" charset="0"/>
            </a:endParaRPr>
          </a:p>
        </p:txBody>
      </p:sp>
      <p:pic>
        <p:nvPicPr>
          <p:cNvPr id="3072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663" y="996950"/>
            <a:ext cx="7000875"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425" y="4637088"/>
            <a:ext cx="8229600" cy="2220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txBox="1">
            <a:spLocks noChangeArrowheads="1"/>
          </p:cNvSpPr>
          <p:nvPr/>
        </p:nvSpPr>
        <p:spPr bwMode="auto">
          <a:xfrm>
            <a:off x="1524000" y="274638"/>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3400">
                <a:latin typeface="Calibri Light" panose="020F0302020204030204" pitchFamily="34" charset="0"/>
              </a:rPr>
              <a:t>HEURISTIC EVALUATION FUNCTION f(n)</a:t>
            </a:r>
          </a:p>
        </p:txBody>
      </p:sp>
      <p:sp>
        <p:nvSpPr>
          <p:cNvPr id="31746" name="Rectangle 3"/>
          <p:cNvSpPr txBox="1">
            <a:spLocks noChangeArrowheads="1"/>
          </p:cNvSpPr>
          <p:nvPr/>
        </p:nvSpPr>
        <p:spPr bwMode="auto">
          <a:xfrm>
            <a:off x="1524000" y="1257300"/>
            <a:ext cx="9144000"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defRPr>
                <a:solidFill>
                  <a:schemeClr val="tx1"/>
                </a:solidFill>
                <a:latin typeface="Calibri" panose="020F0502020204030204" pitchFamily="34" charset="0"/>
              </a:defRPr>
            </a:lvl1pPr>
            <a:lvl2pPr marL="685800" indent="-22860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spcBef>
                <a:spcPts val="1000"/>
              </a:spcBef>
              <a:buFont typeface="Arial" panose="020B0604020202020204" pitchFamily="34" charset="0"/>
              <a:buChar char="•"/>
            </a:pPr>
            <a:r>
              <a:rPr lang="en-US" altLang="en-US" sz="2800"/>
              <a:t>To evaluate performances of heuristics for solving a problem.</a:t>
            </a:r>
          </a:p>
          <a:p>
            <a:pPr>
              <a:lnSpc>
                <a:spcPct val="90000"/>
              </a:lnSpc>
              <a:spcBef>
                <a:spcPts val="1000"/>
              </a:spcBef>
              <a:buFont typeface="Arial" panose="020B0604020202020204" pitchFamily="34" charset="0"/>
              <a:buChar char="•"/>
            </a:pPr>
            <a:r>
              <a:rPr lang="en-US" altLang="en-US" sz="2800">
                <a:solidFill>
                  <a:srgbClr val="FF99FF"/>
                </a:solidFill>
              </a:rPr>
              <a:t>Devise good heuristic</a:t>
            </a:r>
            <a:r>
              <a:rPr lang="en-US" altLang="en-US" sz="2800"/>
              <a:t> using limited information to make intelligent choices.</a:t>
            </a:r>
          </a:p>
          <a:p>
            <a:pPr>
              <a:lnSpc>
                <a:spcPct val="90000"/>
              </a:lnSpc>
              <a:spcBef>
                <a:spcPts val="1000"/>
              </a:spcBef>
              <a:buFont typeface="Arial" panose="020B0604020202020204" pitchFamily="34" charset="0"/>
              <a:buChar char="•"/>
            </a:pPr>
            <a:r>
              <a:rPr lang="en-US" altLang="en-US" sz="2800"/>
              <a:t>To better heuristic, f(n)=g(n)+h(n), where h(n) distance from start to n, g(n) is distance from n to goal</a:t>
            </a:r>
          </a:p>
          <a:p>
            <a:pPr>
              <a:lnSpc>
                <a:spcPct val="90000"/>
              </a:lnSpc>
              <a:spcBef>
                <a:spcPts val="1000"/>
              </a:spcBef>
              <a:buFont typeface="Arial" panose="020B0604020202020204" pitchFamily="34" charset="0"/>
              <a:buChar char="•"/>
            </a:pPr>
            <a:r>
              <a:rPr lang="en-US" altLang="en-US" sz="2800"/>
              <a:t>Eg. 8-puzzle, heuristics h(n) could be:</a:t>
            </a:r>
          </a:p>
          <a:p>
            <a:pPr lvl="1">
              <a:lnSpc>
                <a:spcPct val="90000"/>
              </a:lnSpc>
              <a:spcBef>
                <a:spcPts val="500"/>
              </a:spcBef>
              <a:buFont typeface="Arial" panose="020B0604020202020204" pitchFamily="34" charset="0"/>
              <a:buChar char="•"/>
            </a:pPr>
            <a:r>
              <a:rPr lang="en-US" altLang="en-US" sz="2500"/>
              <a:t>No. of tiles in wrong position</a:t>
            </a:r>
          </a:p>
          <a:p>
            <a:pPr lvl="1">
              <a:lnSpc>
                <a:spcPct val="90000"/>
              </a:lnSpc>
              <a:spcBef>
                <a:spcPts val="500"/>
              </a:spcBef>
              <a:buFont typeface="Arial" panose="020B0604020202020204" pitchFamily="34" charset="0"/>
              <a:buChar char="•"/>
            </a:pPr>
            <a:r>
              <a:rPr lang="en-US" altLang="en-US" sz="2500"/>
              <a:t>No. of tiles in correct position</a:t>
            </a:r>
          </a:p>
          <a:p>
            <a:pPr lvl="1">
              <a:lnSpc>
                <a:spcPct val="90000"/>
              </a:lnSpc>
              <a:spcBef>
                <a:spcPts val="500"/>
              </a:spcBef>
              <a:buFont typeface="Arial" panose="020B0604020202020204" pitchFamily="34" charset="0"/>
              <a:buChar char="•"/>
            </a:pPr>
            <a:r>
              <a:rPr lang="en-US" altLang="en-US" sz="2500"/>
              <a:t>Number of direct reversal (2X)</a:t>
            </a:r>
          </a:p>
          <a:p>
            <a:pPr lvl="1">
              <a:lnSpc>
                <a:spcPct val="90000"/>
              </a:lnSpc>
              <a:spcBef>
                <a:spcPts val="500"/>
              </a:spcBef>
              <a:buFont typeface="Arial" panose="020B0604020202020204" pitchFamily="34" charset="0"/>
              <a:buChar char="•"/>
            </a:pPr>
            <a:r>
              <a:rPr lang="en-US" altLang="en-US" sz="2500"/>
              <a:t>Sum of distances out of place</a:t>
            </a:r>
          </a:p>
          <a:p>
            <a:pPr>
              <a:lnSpc>
                <a:spcPct val="90000"/>
              </a:lnSpc>
              <a:spcBef>
                <a:spcPts val="1000"/>
              </a:spcBef>
              <a:buFont typeface="Arial" panose="020B0604020202020204" pitchFamily="34" charset="0"/>
              <a:buChar char="•"/>
            </a:pPr>
            <a:r>
              <a:rPr lang="en-US" altLang="en-US" sz="2800"/>
              <a:t>And g(n) is the depth measure</a:t>
            </a:r>
          </a:p>
          <a:p>
            <a:pPr lvl="1">
              <a:lnSpc>
                <a:spcPct val="90000"/>
              </a:lnSpc>
              <a:spcBef>
                <a:spcPts val="500"/>
              </a:spcBef>
              <a:buFont typeface="Arial" panose="020B0604020202020204" pitchFamily="34" charset="0"/>
              <a:buChar char="•"/>
            </a:pPr>
            <a:endParaRPr lang="en-US" altLang="en-US" sz="25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2"/>
          <p:cNvSpPr txBox="1">
            <a:spLocks noChangeArrowheads="1"/>
          </p:cNvSpPr>
          <p:nvPr/>
        </p:nvSpPr>
        <p:spPr bwMode="auto">
          <a:xfrm>
            <a:off x="1600200" y="223838"/>
            <a:ext cx="906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000">
                <a:latin typeface="Arial" panose="020B0604020202020204" pitchFamily="34" charset="0"/>
              </a:rPr>
              <a:t>The start state, first set of moves, and goal state for an 8-puzzle instance.</a:t>
            </a:r>
            <a:endParaRPr lang="en-US" altLang="en-US" sz="2400">
              <a:latin typeface="Arial" panose="020B0604020202020204" pitchFamily="34" charset="0"/>
            </a:endParaRPr>
          </a:p>
        </p:txBody>
      </p:sp>
      <p:pic>
        <p:nvPicPr>
          <p:cNvPr id="3277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213" y="1006475"/>
            <a:ext cx="4981575" cy="562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a:extLst>
              <a:ext uri="{FF2B5EF4-FFF2-40B4-BE49-F238E27FC236}">
                <a16:creationId xmlns:a16="http://schemas.microsoft.com/office/drawing/2014/main" xmlns="" id="{6620F396-376E-9C4F-A0B7-1B7DCD475CC7}"/>
              </a:ext>
            </a:extLst>
          </p:cNvPr>
          <p:cNvSpPr txBox="1">
            <a:spLocks noChangeArrowheads="1"/>
          </p:cNvSpPr>
          <p:nvPr/>
        </p:nvSpPr>
        <p:spPr bwMode="auto">
          <a:xfrm>
            <a:off x="3752850" y="1411288"/>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en-US" sz="2000">
                <a:solidFill>
                  <a:srgbClr val="FF99FF"/>
                </a:solidFill>
                <a:effectLst>
                  <a:outerShdw blurRad="38100" dist="38100" dir="2700000" algn="tl">
                    <a:srgbClr val="000000"/>
                  </a:outerShdw>
                </a:effectLst>
              </a:rPr>
              <a:t>g(n)=0</a:t>
            </a:r>
          </a:p>
        </p:txBody>
      </p:sp>
      <p:sp>
        <p:nvSpPr>
          <p:cNvPr id="5" name="Text Box 5">
            <a:extLst>
              <a:ext uri="{FF2B5EF4-FFF2-40B4-BE49-F238E27FC236}">
                <a16:creationId xmlns:a16="http://schemas.microsoft.com/office/drawing/2014/main" xmlns="" id="{067AAED5-C521-EB42-87EC-109C1EEF464F}"/>
              </a:ext>
            </a:extLst>
          </p:cNvPr>
          <p:cNvSpPr txBox="1">
            <a:spLocks noChangeArrowheads="1"/>
          </p:cNvSpPr>
          <p:nvPr/>
        </p:nvSpPr>
        <p:spPr bwMode="auto">
          <a:xfrm>
            <a:off x="1981200" y="3697288"/>
            <a:ext cx="1257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en-US" sz="2000">
                <a:solidFill>
                  <a:srgbClr val="FF99FF"/>
                </a:solidFill>
                <a:effectLst>
                  <a:outerShdw blurRad="38100" dist="38100" dir="2700000" algn="tl">
                    <a:srgbClr val="000000"/>
                  </a:outerShdw>
                </a:effectLst>
              </a:rPr>
              <a:t>g(n)=1</a:t>
            </a:r>
          </a:p>
        </p:txBody>
      </p:sp>
      <p:sp>
        <p:nvSpPr>
          <p:cNvPr id="6" name="Text Box 6">
            <a:extLst>
              <a:ext uri="{FF2B5EF4-FFF2-40B4-BE49-F238E27FC236}">
                <a16:creationId xmlns:a16="http://schemas.microsoft.com/office/drawing/2014/main" xmlns="" id="{E965371D-1F3C-524F-8C8D-AA73B25A5CF9}"/>
              </a:ext>
            </a:extLst>
          </p:cNvPr>
          <p:cNvSpPr txBox="1">
            <a:spLocks noChangeArrowheads="1"/>
          </p:cNvSpPr>
          <p:nvPr/>
        </p:nvSpPr>
        <p:spPr bwMode="auto">
          <a:xfrm>
            <a:off x="1866900" y="4592638"/>
            <a:ext cx="8039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endParaRPr lang="en-US" altLang="en-US">
              <a:effectLst>
                <a:outerShdw blurRad="38100" dist="38100" dir="2700000" algn="tl">
                  <a:srgbClr val="000000"/>
                </a:outerShdw>
              </a:effectLst>
            </a:endParaRPr>
          </a:p>
        </p:txBody>
      </p:sp>
      <p:sp>
        <p:nvSpPr>
          <p:cNvPr id="7" name="Text Box 7">
            <a:extLst>
              <a:ext uri="{FF2B5EF4-FFF2-40B4-BE49-F238E27FC236}">
                <a16:creationId xmlns:a16="http://schemas.microsoft.com/office/drawing/2014/main" xmlns="" id="{44D2B190-D1E7-A840-87E7-2CC4E5EBAEDE}"/>
              </a:ext>
            </a:extLst>
          </p:cNvPr>
          <p:cNvSpPr txBox="1">
            <a:spLocks noChangeArrowheads="1"/>
          </p:cNvSpPr>
          <p:nvPr/>
        </p:nvSpPr>
        <p:spPr bwMode="auto">
          <a:xfrm>
            <a:off x="3619500" y="4516438"/>
            <a:ext cx="550545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0000"/>
              </a:lnSpc>
              <a:spcBef>
                <a:spcPct val="50000"/>
              </a:spcBef>
              <a:defRPr/>
            </a:pPr>
            <a:r>
              <a:rPr lang="en-US" altLang="en-US" sz="2000" dirty="0">
                <a:solidFill>
                  <a:srgbClr val="FF99FF"/>
                </a:solidFill>
                <a:effectLst>
                  <a:outerShdw blurRad="38100" dist="38100" dir="2700000" algn="tl">
                    <a:srgbClr val="000000"/>
                  </a:outerShdw>
                </a:effectLst>
              </a:rPr>
              <a:t>h(n) =?? 	  h(n) =?? 	   h(n) =??</a:t>
            </a:r>
          </a:p>
          <a:p>
            <a:pPr>
              <a:lnSpc>
                <a:spcPct val="50000"/>
              </a:lnSpc>
              <a:spcBef>
                <a:spcPct val="50000"/>
              </a:spcBef>
              <a:defRPr/>
            </a:pPr>
            <a:r>
              <a:rPr lang="en-US" altLang="en-US" sz="2000" dirty="0">
                <a:solidFill>
                  <a:srgbClr val="FF99FF"/>
                </a:solidFill>
                <a:effectLst>
                  <a:outerShdw blurRad="38100" dist="38100" dir="2700000" algn="tl">
                    <a:srgbClr val="000000"/>
                  </a:outerShdw>
                </a:effectLst>
              </a:rPr>
              <a:t>f(n)=??		  f(n)=</a:t>
            </a:r>
            <a:r>
              <a:rPr lang="en-US" altLang="en-US" dirty="0">
                <a:solidFill>
                  <a:srgbClr val="FF99FF"/>
                </a:solidFill>
                <a:effectLst>
                  <a:outerShdw blurRad="38100" dist="38100" dir="2700000" algn="tl">
                    <a:srgbClr val="000000"/>
                  </a:outerShdw>
                </a:effectLst>
              </a:rPr>
              <a:t> </a:t>
            </a:r>
            <a:r>
              <a:rPr lang="en-US" altLang="en-US" sz="2000" dirty="0">
                <a:solidFill>
                  <a:srgbClr val="FF99FF"/>
                </a:solidFill>
                <a:effectLst>
                  <a:outerShdw blurRad="38100" dist="38100" dir="2700000" algn="tl">
                    <a:srgbClr val="000000"/>
                  </a:outerShdw>
                </a:effectLst>
              </a:rPr>
              <a:t>??                f(n)=??</a:t>
            </a:r>
          </a:p>
        </p:txBody>
      </p:sp>
      <p:sp>
        <p:nvSpPr>
          <p:cNvPr id="8" name="Text Box 8">
            <a:extLst>
              <a:ext uri="{FF2B5EF4-FFF2-40B4-BE49-F238E27FC236}">
                <a16:creationId xmlns:a16="http://schemas.microsoft.com/office/drawing/2014/main" xmlns="" id="{6679F4B2-08A6-014B-889A-3CFEDBE72E21}"/>
              </a:ext>
            </a:extLst>
          </p:cNvPr>
          <p:cNvSpPr txBox="1">
            <a:spLocks noChangeArrowheads="1"/>
          </p:cNvSpPr>
          <p:nvPr/>
        </p:nvSpPr>
        <p:spPr bwMode="auto">
          <a:xfrm>
            <a:off x="6915150" y="728663"/>
            <a:ext cx="38290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en-US" sz="2000">
                <a:solidFill>
                  <a:srgbClr val="FF99FF"/>
                </a:solidFill>
                <a:effectLst>
                  <a:outerShdw blurRad="38100" dist="38100" dir="2700000" algn="tl">
                    <a:srgbClr val="000000"/>
                  </a:outerShdw>
                </a:effectLst>
              </a:rPr>
              <a:t>f(n)=g(n)+h(n)</a:t>
            </a:r>
          </a:p>
          <a:p>
            <a:pPr>
              <a:spcBef>
                <a:spcPct val="50000"/>
              </a:spcBef>
              <a:defRPr/>
            </a:pPr>
            <a:r>
              <a:rPr lang="en-US" altLang="en-US" sz="2000">
                <a:solidFill>
                  <a:srgbClr val="FF99FF"/>
                </a:solidFill>
                <a:effectLst>
                  <a:outerShdw blurRad="38100" dist="38100" dir="2700000" algn="tl">
                    <a:srgbClr val="000000"/>
                  </a:outerShdw>
                </a:effectLst>
              </a:rPr>
              <a:t>g(n)=actual dist. From n to start</a:t>
            </a:r>
          </a:p>
          <a:p>
            <a:pPr>
              <a:spcBef>
                <a:spcPct val="50000"/>
              </a:spcBef>
              <a:defRPr/>
            </a:pPr>
            <a:r>
              <a:rPr lang="en-US" altLang="en-US" sz="2000">
                <a:solidFill>
                  <a:srgbClr val="FF99FF"/>
                </a:solidFill>
                <a:effectLst>
                  <a:outerShdw blurRad="38100" dist="38100" dir="2700000" algn="tl">
                    <a:srgbClr val="000000"/>
                  </a:outerShdw>
                </a:effectLst>
              </a:rPr>
              <a:t>h(n)=no. of tiles in wrong position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4098"/>
          <p:cNvSpPr txBox="1">
            <a:spLocks noChangeArrowheads="1"/>
          </p:cNvSpPr>
          <p:nvPr/>
        </p:nvSpPr>
        <p:spPr bwMode="auto">
          <a:xfrm>
            <a:off x="1600200" y="107950"/>
            <a:ext cx="9067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000">
                <a:latin typeface="Arial" panose="020B0604020202020204" pitchFamily="34" charset="0"/>
              </a:rPr>
              <a:t>Three heuristics applied to states in the 8-puzzle.</a:t>
            </a:r>
          </a:p>
          <a:p>
            <a:r>
              <a:rPr lang="en-US" altLang="en-US" sz="2000">
                <a:latin typeface="Arial" panose="020B0604020202020204" pitchFamily="34" charset="0"/>
              </a:rPr>
              <a:t>-Devising good heuristics is sometimes difficult; OUR GOAL is to use the limited information available to make INTELLIGENT CHOICE</a:t>
            </a:r>
            <a:endParaRPr lang="en-US" altLang="en-US" sz="2400">
              <a:latin typeface="Arial" panose="020B0604020202020204" pitchFamily="34" charset="0"/>
            </a:endParaRPr>
          </a:p>
        </p:txBody>
      </p:sp>
      <p:pic>
        <p:nvPicPr>
          <p:cNvPr id="33794" name="Picture 409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225" y="1465263"/>
            <a:ext cx="8845550" cy="524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Rectangle 4100"/>
          <p:cNvSpPr>
            <a:spLocks noChangeArrowheads="1"/>
          </p:cNvSpPr>
          <p:nvPr/>
        </p:nvSpPr>
        <p:spPr bwMode="auto">
          <a:xfrm>
            <a:off x="6762750" y="1485900"/>
            <a:ext cx="2038350" cy="51625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ext Box 2"/>
          <p:cNvSpPr txBox="1">
            <a:spLocks noChangeArrowheads="1"/>
          </p:cNvSpPr>
          <p:nvPr/>
        </p:nvSpPr>
        <p:spPr bwMode="auto">
          <a:xfrm rot="-5400000">
            <a:off x="6909594" y="3231356"/>
            <a:ext cx="6859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latin typeface="Arial" panose="020B0604020202020204" pitchFamily="34" charset="0"/>
              </a:rPr>
              <a:t>State space generated in heuristic search of the 8-puzzle graph</a:t>
            </a:r>
            <a:r>
              <a:rPr lang="en-US" altLang="en-US" sz="2000">
                <a:latin typeface="Arial" panose="020B0604020202020204" pitchFamily="34" charset="0"/>
              </a:rPr>
              <a:t>.</a:t>
            </a:r>
            <a:endParaRPr lang="en-US" altLang="en-US" sz="2400">
              <a:latin typeface="Arial" panose="020B0604020202020204" pitchFamily="34" charset="0"/>
            </a:endParaRPr>
          </a:p>
        </p:txBody>
      </p:sp>
      <p:pic>
        <p:nvPicPr>
          <p:cNvPr id="3481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1588"/>
            <a:ext cx="83216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5">
            <a:extLst>
              <a:ext uri="{FF2B5EF4-FFF2-40B4-BE49-F238E27FC236}">
                <a16:creationId xmlns:a16="http://schemas.microsoft.com/office/drawing/2014/main" xmlns="" id="{BC34CAE8-74FC-0044-9CE1-E8A688C4FD15}"/>
              </a:ext>
            </a:extLst>
          </p:cNvPr>
          <p:cNvSpPr txBox="1">
            <a:spLocks noChangeArrowheads="1"/>
          </p:cNvSpPr>
          <p:nvPr/>
        </p:nvSpPr>
        <p:spPr bwMode="auto">
          <a:xfrm>
            <a:off x="1401763" y="1588"/>
            <a:ext cx="29718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en-US" sz="2000">
                <a:solidFill>
                  <a:srgbClr val="FF99FF"/>
                </a:solidFill>
                <a:effectLst>
                  <a:outerShdw blurRad="38100" dist="38100" dir="2700000" algn="tl">
                    <a:srgbClr val="000000"/>
                  </a:outerShdw>
                </a:effectLst>
              </a:rPr>
              <a:t>f(n)=g(n)+h(n)</a:t>
            </a:r>
          </a:p>
          <a:p>
            <a:pPr>
              <a:spcBef>
                <a:spcPct val="50000"/>
              </a:spcBef>
              <a:defRPr/>
            </a:pPr>
            <a:r>
              <a:rPr lang="en-US" altLang="en-US" sz="2000">
                <a:solidFill>
                  <a:srgbClr val="FF99FF"/>
                </a:solidFill>
                <a:effectLst>
                  <a:outerShdw blurRad="38100" dist="38100" dir="2700000" algn="tl">
                    <a:srgbClr val="000000"/>
                  </a:outerShdw>
                </a:effectLst>
              </a:rPr>
              <a:t>g(n)=actual dist. From n to start</a:t>
            </a:r>
          </a:p>
          <a:p>
            <a:pPr>
              <a:spcBef>
                <a:spcPct val="50000"/>
              </a:spcBef>
              <a:defRPr/>
            </a:pPr>
            <a:r>
              <a:rPr lang="en-US" altLang="en-US" sz="2000">
                <a:solidFill>
                  <a:srgbClr val="FF99FF"/>
                </a:solidFill>
                <a:effectLst>
                  <a:outerShdw blurRad="38100" dist="38100" dir="2700000" algn="tl">
                    <a:srgbClr val="000000"/>
                  </a:outerShdw>
                </a:effectLst>
              </a:rPr>
              <a:t>h(n)=no. of tiles in wrong position</a:t>
            </a:r>
          </a:p>
        </p:txBody>
      </p:sp>
      <p:sp>
        <p:nvSpPr>
          <p:cNvPr id="5" name="Text Box 6">
            <a:extLst>
              <a:ext uri="{FF2B5EF4-FFF2-40B4-BE49-F238E27FC236}">
                <a16:creationId xmlns:a16="http://schemas.microsoft.com/office/drawing/2014/main" xmlns="" id="{E89EC13C-763D-1040-81B3-7ACABD5EEC11}"/>
              </a:ext>
            </a:extLst>
          </p:cNvPr>
          <p:cNvSpPr txBox="1">
            <a:spLocks noChangeArrowheads="1"/>
          </p:cNvSpPr>
          <p:nvPr/>
        </p:nvSpPr>
        <p:spPr bwMode="auto">
          <a:xfrm>
            <a:off x="1401763" y="5888038"/>
            <a:ext cx="2266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en-US" sz="2000">
                <a:solidFill>
                  <a:srgbClr val="FF99FF"/>
                </a:solidFill>
                <a:effectLst>
                  <a:outerShdw blurRad="38100" dist="38100" dir="2700000" algn="tl">
                    <a:srgbClr val="000000"/>
                  </a:outerShdw>
                </a:effectLst>
              </a:rPr>
              <a:t>Full best-first-search of 8 puzzle</a:t>
            </a:r>
            <a:r>
              <a:rPr lang="en-US" altLang="en-US" sz="2000">
                <a:effectLst>
                  <a:outerShdw blurRad="38100" dist="38100" dir="2700000" algn="tl">
                    <a:srgbClr val="000000"/>
                  </a:outerShdw>
                </a:effectLst>
              </a:rPr>
              <a:t> </a:t>
            </a:r>
          </a:p>
        </p:txBody>
      </p:sp>
      <p:sp>
        <p:nvSpPr>
          <p:cNvPr id="34821" name="Rectangle 7"/>
          <p:cNvSpPr>
            <a:spLocks noChangeArrowheads="1"/>
          </p:cNvSpPr>
          <p:nvPr/>
        </p:nvSpPr>
        <p:spPr bwMode="auto">
          <a:xfrm>
            <a:off x="7002463" y="877888"/>
            <a:ext cx="2476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22" name="Rectangle 8"/>
          <p:cNvSpPr>
            <a:spLocks noChangeArrowheads="1"/>
          </p:cNvSpPr>
          <p:nvPr/>
        </p:nvSpPr>
        <p:spPr bwMode="auto">
          <a:xfrm>
            <a:off x="4887913" y="2039938"/>
            <a:ext cx="247650" cy="222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23" name="Rectangle 9"/>
          <p:cNvSpPr>
            <a:spLocks noChangeArrowheads="1"/>
          </p:cNvSpPr>
          <p:nvPr/>
        </p:nvSpPr>
        <p:spPr bwMode="auto">
          <a:xfrm>
            <a:off x="6945313" y="2020888"/>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24" name="Rectangle 10"/>
          <p:cNvSpPr>
            <a:spLocks noChangeArrowheads="1"/>
          </p:cNvSpPr>
          <p:nvPr/>
        </p:nvSpPr>
        <p:spPr bwMode="auto">
          <a:xfrm>
            <a:off x="8983663" y="2001838"/>
            <a:ext cx="304800" cy="190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25" name="Rectangle 11"/>
          <p:cNvSpPr>
            <a:spLocks noChangeArrowheads="1"/>
          </p:cNvSpPr>
          <p:nvPr/>
        </p:nvSpPr>
        <p:spPr bwMode="auto">
          <a:xfrm>
            <a:off x="4945063" y="3106738"/>
            <a:ext cx="1905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26" name="Rectangle 12"/>
          <p:cNvSpPr>
            <a:spLocks noChangeArrowheads="1"/>
          </p:cNvSpPr>
          <p:nvPr/>
        </p:nvSpPr>
        <p:spPr bwMode="auto">
          <a:xfrm>
            <a:off x="6983413" y="3087688"/>
            <a:ext cx="266700" cy="190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27" name="Rectangle 13"/>
          <p:cNvSpPr>
            <a:spLocks noChangeArrowheads="1"/>
          </p:cNvSpPr>
          <p:nvPr/>
        </p:nvSpPr>
        <p:spPr bwMode="auto">
          <a:xfrm>
            <a:off x="9059863" y="3068638"/>
            <a:ext cx="285750" cy="190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28" name="Rectangle 14"/>
          <p:cNvSpPr>
            <a:spLocks noChangeArrowheads="1"/>
          </p:cNvSpPr>
          <p:nvPr/>
        </p:nvSpPr>
        <p:spPr bwMode="auto">
          <a:xfrm>
            <a:off x="3421063" y="4192588"/>
            <a:ext cx="285750" cy="2095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29" name="Rectangle 16"/>
          <p:cNvSpPr>
            <a:spLocks noChangeArrowheads="1"/>
          </p:cNvSpPr>
          <p:nvPr/>
        </p:nvSpPr>
        <p:spPr bwMode="auto">
          <a:xfrm>
            <a:off x="5154613" y="4173538"/>
            <a:ext cx="209550" cy="2095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30" name="Rectangle 17"/>
          <p:cNvSpPr>
            <a:spLocks noChangeArrowheads="1"/>
          </p:cNvSpPr>
          <p:nvPr/>
        </p:nvSpPr>
        <p:spPr bwMode="auto">
          <a:xfrm>
            <a:off x="6964363" y="4154488"/>
            <a:ext cx="2667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31" name="Rectangle 18"/>
          <p:cNvSpPr>
            <a:spLocks noChangeArrowheads="1"/>
          </p:cNvSpPr>
          <p:nvPr/>
        </p:nvSpPr>
        <p:spPr bwMode="auto">
          <a:xfrm>
            <a:off x="9097963" y="4192588"/>
            <a:ext cx="266700" cy="190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32" name="Rectangle 19"/>
          <p:cNvSpPr>
            <a:spLocks noChangeArrowheads="1"/>
          </p:cNvSpPr>
          <p:nvPr/>
        </p:nvSpPr>
        <p:spPr bwMode="auto">
          <a:xfrm>
            <a:off x="7040563" y="5240338"/>
            <a:ext cx="285750" cy="190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33" name="Rectangle 20"/>
          <p:cNvSpPr>
            <a:spLocks noChangeArrowheads="1"/>
          </p:cNvSpPr>
          <p:nvPr/>
        </p:nvSpPr>
        <p:spPr bwMode="auto">
          <a:xfrm>
            <a:off x="5897563" y="6345238"/>
            <a:ext cx="285750" cy="266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4834" name="Rectangle 21"/>
          <p:cNvSpPr>
            <a:spLocks noChangeArrowheads="1"/>
          </p:cNvSpPr>
          <p:nvPr/>
        </p:nvSpPr>
        <p:spPr bwMode="auto">
          <a:xfrm>
            <a:off x="8164513" y="6307138"/>
            <a:ext cx="285750" cy="2095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8663" y="623888"/>
            <a:ext cx="5145087" cy="594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Text Box 5"/>
          <p:cNvSpPr txBox="1">
            <a:spLocks noChangeArrowheads="1"/>
          </p:cNvSpPr>
          <p:nvPr/>
        </p:nvSpPr>
        <p:spPr bwMode="auto">
          <a:xfrm>
            <a:off x="76200" y="50800"/>
            <a:ext cx="906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371600" algn="l"/>
              </a:tabLst>
              <a:defRPr>
                <a:solidFill>
                  <a:schemeClr val="tx1"/>
                </a:solidFill>
                <a:latin typeface="Calibri" panose="020F0502020204030204" pitchFamily="34" charset="0"/>
              </a:defRPr>
            </a:lvl1pPr>
            <a:lvl2pPr marL="742950" indent="-285750">
              <a:tabLst>
                <a:tab pos="1371600" algn="l"/>
              </a:tabLst>
              <a:defRPr>
                <a:solidFill>
                  <a:schemeClr val="tx1"/>
                </a:solidFill>
                <a:latin typeface="Calibri" panose="020F0502020204030204" pitchFamily="34" charset="0"/>
              </a:defRPr>
            </a:lvl2pPr>
            <a:lvl3pPr marL="1143000" indent="-228600">
              <a:tabLst>
                <a:tab pos="1371600" algn="l"/>
              </a:tabLst>
              <a:defRPr>
                <a:solidFill>
                  <a:schemeClr val="tx1"/>
                </a:solidFill>
                <a:latin typeface="Calibri" panose="020F0502020204030204" pitchFamily="34" charset="0"/>
              </a:defRPr>
            </a:lvl3pPr>
            <a:lvl4pPr marL="1600200" indent="-228600">
              <a:tabLst>
                <a:tab pos="1371600" algn="l"/>
              </a:tabLst>
              <a:defRPr>
                <a:solidFill>
                  <a:schemeClr val="tx1"/>
                </a:solidFill>
                <a:latin typeface="Calibri" panose="020F0502020204030204" pitchFamily="34" charset="0"/>
              </a:defRPr>
            </a:lvl4pPr>
            <a:lvl5pPr marL="2057400" indent="-228600">
              <a:tabLst>
                <a:tab pos="1371600" algn="l"/>
              </a:tabLst>
              <a:defRPr>
                <a:solidFill>
                  <a:schemeClr val="tx1"/>
                </a:solidFill>
                <a:latin typeface="Calibri" panose="020F0502020204030204" pitchFamily="34" charset="0"/>
              </a:defRPr>
            </a:lvl5pPr>
            <a:lvl6pPr marL="2514600" indent="-228600" eaLnBrk="0" fontAlgn="base" hangingPunct="0">
              <a:spcBef>
                <a:spcPct val="0"/>
              </a:spcBef>
              <a:spcAft>
                <a:spcPct val="0"/>
              </a:spcAft>
              <a:tabLst>
                <a:tab pos="1371600" algn="l"/>
              </a:tabLst>
              <a:defRPr>
                <a:solidFill>
                  <a:schemeClr val="tx1"/>
                </a:solidFill>
                <a:latin typeface="Calibri" panose="020F0502020204030204" pitchFamily="34" charset="0"/>
              </a:defRPr>
            </a:lvl6pPr>
            <a:lvl7pPr marL="2971800" indent="-228600" eaLnBrk="0" fontAlgn="base" hangingPunct="0">
              <a:spcBef>
                <a:spcPct val="0"/>
              </a:spcBef>
              <a:spcAft>
                <a:spcPct val="0"/>
              </a:spcAft>
              <a:tabLst>
                <a:tab pos="1371600" algn="l"/>
              </a:tabLst>
              <a:defRPr>
                <a:solidFill>
                  <a:schemeClr val="tx1"/>
                </a:solidFill>
                <a:latin typeface="Calibri" panose="020F0502020204030204" pitchFamily="34" charset="0"/>
              </a:defRPr>
            </a:lvl7pPr>
            <a:lvl8pPr marL="3429000" indent="-228600" eaLnBrk="0" fontAlgn="base" hangingPunct="0">
              <a:spcBef>
                <a:spcPct val="0"/>
              </a:spcBef>
              <a:spcAft>
                <a:spcPct val="0"/>
              </a:spcAft>
              <a:tabLst>
                <a:tab pos="1371600" algn="l"/>
              </a:tabLst>
              <a:defRPr>
                <a:solidFill>
                  <a:schemeClr val="tx1"/>
                </a:solidFill>
                <a:latin typeface="Calibri" panose="020F0502020204030204" pitchFamily="34" charset="0"/>
              </a:defRPr>
            </a:lvl8pPr>
            <a:lvl9pPr marL="3886200" indent="-228600" eaLnBrk="0" fontAlgn="base" hangingPunct="0">
              <a:spcBef>
                <a:spcPct val="0"/>
              </a:spcBef>
              <a:spcAft>
                <a:spcPct val="0"/>
              </a:spcAft>
              <a:tabLst>
                <a:tab pos="1371600" algn="l"/>
              </a:tabLst>
              <a:defRPr>
                <a:solidFill>
                  <a:schemeClr val="tx1"/>
                </a:solidFill>
                <a:latin typeface="Calibri" panose="020F0502020204030204" pitchFamily="34" charset="0"/>
              </a:defRPr>
            </a:lvl9pPr>
          </a:lstStyle>
          <a:p>
            <a:r>
              <a:rPr lang="en-US" altLang="en-US" sz="2000">
                <a:latin typeface="Arial" panose="020B0604020202020204" pitchFamily="34" charset="0"/>
              </a:rPr>
              <a:t>The successive stages of </a:t>
            </a:r>
            <a:r>
              <a:rPr lang="en-US" altLang="en-US" sz="2000" b="1">
                <a:latin typeface="Arial" panose="020B0604020202020204" pitchFamily="34" charset="0"/>
              </a:rPr>
              <a:t>open </a:t>
            </a:r>
            <a:r>
              <a:rPr lang="en-US" altLang="en-US" sz="2000">
                <a:latin typeface="Arial" panose="020B0604020202020204" pitchFamily="34" charset="0"/>
              </a:rPr>
              <a:t>and </a:t>
            </a:r>
            <a:r>
              <a:rPr lang="en-US" altLang="en-US" sz="2000" b="1">
                <a:latin typeface="Arial" panose="020B0604020202020204" pitchFamily="34" charset="0"/>
              </a:rPr>
              <a:t>closed </a:t>
            </a:r>
            <a:r>
              <a:rPr lang="en-US" altLang="en-US" sz="2000">
                <a:latin typeface="Arial" panose="020B0604020202020204" pitchFamily="34" charset="0"/>
              </a:rPr>
              <a:t>that generate previous graph are:</a:t>
            </a:r>
            <a:endParaRPr lang="en-US" altLang="en-US" sz="24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ext Box 2"/>
          <p:cNvSpPr txBox="1">
            <a:spLocks noChangeArrowheads="1"/>
          </p:cNvSpPr>
          <p:nvPr/>
        </p:nvSpPr>
        <p:spPr bwMode="auto">
          <a:xfrm rot="-5400000">
            <a:off x="6987381" y="3002757"/>
            <a:ext cx="61960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400">
                <a:latin typeface="Arial" panose="020B0604020202020204" pitchFamily="34" charset="0"/>
              </a:rPr>
              <a:t>	</a:t>
            </a:r>
            <a:r>
              <a:rPr lang="en-US" altLang="en-US" sz="2000" b="1">
                <a:latin typeface="Arial" panose="020B0604020202020204" pitchFamily="34" charset="0"/>
              </a:rPr>
              <a:t>open</a:t>
            </a:r>
            <a:r>
              <a:rPr lang="en-US" altLang="en-US" sz="2000">
                <a:latin typeface="Arial" panose="020B0604020202020204" pitchFamily="34" charset="0"/>
              </a:rPr>
              <a:t> and </a:t>
            </a:r>
            <a:r>
              <a:rPr lang="en-US" altLang="en-US" sz="2000" b="1">
                <a:latin typeface="Arial" panose="020B0604020202020204" pitchFamily="34" charset="0"/>
              </a:rPr>
              <a:t>closed</a:t>
            </a:r>
            <a:r>
              <a:rPr lang="en-US" altLang="en-US" sz="2000">
                <a:latin typeface="Arial" panose="020B0604020202020204" pitchFamily="34" charset="0"/>
              </a:rPr>
              <a:t> as they appear after the third iteration of heuristic search.</a:t>
            </a:r>
            <a:endParaRPr lang="en-US" altLang="en-US" sz="2400">
              <a:latin typeface="Arial" panose="020B0604020202020204" pitchFamily="34" charset="0"/>
            </a:endParaRPr>
          </a:p>
        </p:txBody>
      </p:sp>
      <p:pic>
        <p:nvPicPr>
          <p:cNvPr id="3686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3988" y="0"/>
            <a:ext cx="8299450" cy="667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959</TotalTime>
  <Words>612</Words>
  <Application>Microsoft Office PowerPoint</Application>
  <PresentationFormat>Widescreen</PresentationFormat>
  <Paragraphs>79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Calibri</vt:lpstr>
      <vt:lpstr>Arial</vt:lpstr>
      <vt:lpstr>Calibri Light</vt:lpstr>
      <vt:lpstr>Helvetica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acidfed</dc:creator>
  <cp:lastModifiedBy>RUHAIDA</cp:lastModifiedBy>
  <cp:revision>36</cp:revision>
  <dcterms:created xsi:type="dcterms:W3CDTF">2019-01-15T04:04:43Z</dcterms:created>
  <dcterms:modified xsi:type="dcterms:W3CDTF">2019-10-25T08:12:57Z</dcterms:modified>
</cp:coreProperties>
</file>